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8364-6B29-4FCD-A6B6-897C6DA59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B00B8-F8DE-4FCC-9DAE-D49B302C2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5FBAC-BFAD-42AE-958D-9B66691C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D994-E351-4682-ACC9-251BA7A2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6CA34-5D85-4995-AED3-C9A72C98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BC10E-4A25-44DF-A5A3-3FB9D357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FE087-0D78-4DE7-9F4F-B2481F32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12B2-EA17-42B5-BDB8-30E69601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9CD3D-9AC4-476C-8229-60BB9DCC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79BAD-1F60-4DFC-960E-E65D60A2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5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D0B9-221C-434B-A318-765D0462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E1593-1475-480A-8E5B-76C6E105D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E08B7-B5E3-4385-AFDD-424559A5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077B0-6C3B-4D3C-8B51-646C1B03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E5DC4-89E7-4A45-BAE6-D338DF40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7624-7569-427F-B88F-03C26E8A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871A-D0DE-4F60-8345-43BB68FD8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BEF51-1225-42D4-8C8B-7C1B416EF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A7A67-6BCC-4D21-80E8-CCD2851C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DA6E3-5092-45CF-AFC7-CCF5C6EC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7CDCA-ED51-4C6D-BD91-E1720EAF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8E8C-24A6-470E-B435-A8063766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DE762-C22C-4D01-BBB8-7C3F7241F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B4248-0DE4-443C-A604-365FC3352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B1D63-82A4-4A39-B792-977C48021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ABDBC-8860-4EEC-8259-E283F9510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BB7D8-74CB-43D3-82A3-838E4358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8F1B4-60D2-4980-93B9-6DB69365F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E70AA-46EB-4E5C-BFA2-B4755120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3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95F7-3DD0-42DF-80B1-9DF29928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E66BA-5F58-4925-8400-F55C3B53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D5349-3141-4AD2-A303-CBD1E053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6F88B-F7CF-4A18-89E4-1EB3FEF2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3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750BE-0319-4335-9D50-C3C458BF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93D21-5005-4F04-A318-D022DF0E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EB8F1-F5F1-4D59-B447-71B99368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7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D28C-FA3B-41A2-BD95-F41EEE63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B451B-1887-48EE-B2C3-0B98DC2C1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FCE00-C7D8-4413-8EA3-991649168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142A-8A4D-44C4-840F-7C85A6A26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D15C-34E5-43DA-A39D-B1409F20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35912-7821-4391-889B-8F484E00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8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C853-EA53-4588-AC3E-7F91D3CA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CA0FF-3A62-4060-BD1F-3C54EA9BB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CA5E4-E457-4D96-934B-CA17EB0A0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6A05F-6FDD-464B-9001-DD442466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357C5-CEAD-46E7-A97F-362A03B7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C83D3-988A-4769-B4FD-E7957F9B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2D72-95D2-4FB1-AA85-40BF01A8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68846-6CB3-4D6E-A650-79EA39338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0A0C1-343E-41EF-B546-38A9FBE9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C0ED-1078-4054-9CF7-2A92224B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401B-DEF3-4D2C-B231-D2EFE50A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2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16044-6A84-46D8-8633-5E3A9C6B1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FDDFF-C406-42F6-840B-5A54E2393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8DA6-8A36-4B03-BE37-7839734C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398E-C281-4166-8F48-0B224960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E6991-A4E7-47DE-A25B-03A1FA63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5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1BAF2-D6DB-4791-BF9F-AAD1E021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22CE8-9DB5-45C1-8C90-0695112AB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24EF-5778-4615-9C5F-CDC8A46EF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B59F4-F01F-4E27-9746-348E397600AE}" type="datetimeFigureOut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E9D7-25C1-4C12-8CB6-83FCC16D2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3BE2-18DC-4ADC-8FA6-A30673BE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076A-A74A-448A-8F18-1A5C4CA8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6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interactive-javascript-tutorials.html" TargetMode="External"/><Relationship Id="rId2" Type="http://schemas.openxmlformats.org/officeDocument/2006/relationships/hyperlink" Target="https://www.guru99.com/manual-testing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java-tutorial.html" TargetMode="External"/><Relationship Id="rId2" Type="http://schemas.openxmlformats.org/officeDocument/2006/relationships/hyperlink" Target="https://www.guru99.com/web-application-testing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uru99.com/php-tutorials.html" TargetMode="External"/><Relationship Id="rId4" Type="http://schemas.openxmlformats.org/officeDocument/2006/relationships/hyperlink" Target="https://www.guru99.com/c-sharp-tutorial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parallel-testing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8F84-FC16-484C-AACA-6B7721045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1852"/>
            <a:ext cx="9144000" cy="89834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Selenium?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263ED-57A6-4E1A-8795-83795823A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578" y="1705505"/>
            <a:ext cx="11130844" cy="3837340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free (open-source) automated testing framework used to validate web applications across different browsers and platforms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multiple programming languages like Java, C#, Python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Selenium Test Scripts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using the Selenium testing tool is usually referred to as Selenium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6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93D77-A467-4414-9F3A-894E9DD7EFB3}"/>
              </a:ext>
            </a:extLst>
          </p:cNvPr>
          <p:cNvSpPr/>
          <p:nvPr/>
        </p:nvSpPr>
        <p:spPr>
          <a:xfrm>
            <a:off x="1467554" y="810316"/>
            <a:ext cx="982484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Software is not just a single tool but a suite of software, each piece catering to different Selenium QA testing needs of an organization</a:t>
            </a:r>
            <a:r>
              <a:rPr lang="en-US" sz="28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8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list of tools-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Integrated Development Environment (IDE)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Remote Control (</a:t>
            </a:r>
            <a:r>
              <a:rPr lang="en-US" sz="28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RC) ---- </a:t>
            </a:r>
            <a:r>
              <a:rPr lang="en-US" sz="2800" b="0" i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longer existing</a:t>
            </a:r>
            <a:endParaRPr lang="en-US" sz="28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Selenium Grid</a:t>
            </a:r>
          </a:p>
        </p:txBody>
      </p:sp>
    </p:spTree>
    <p:extLst>
      <p:ext uri="{BB962C8B-B14F-4D97-AF65-F5344CB8AC3E}">
        <p14:creationId xmlns:p14="http://schemas.microsoft.com/office/powerpoint/2010/main" val="32527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2B46D3-6A32-460E-BE8B-0D6318F38CE1}"/>
              </a:ext>
            </a:extLst>
          </p:cNvPr>
          <p:cNvSpPr/>
          <p:nvPr/>
        </p:nvSpPr>
        <p:spPr>
          <a:xfrm>
            <a:off x="677333" y="924046"/>
            <a:ext cx="1104053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developed Selenium?</a:t>
            </a:r>
          </a:p>
          <a:p>
            <a:pPr algn="just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Selenium is a collection of different tools, it had different developers as well</a:t>
            </a:r>
            <a:r>
              <a:rPr lang="en-US" sz="28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Primarily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Selenium was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Jason Huggins in 2004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 engineer 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ThoughtWorks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 was working on a web application that required frequent testing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realized that the repetitious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Manual Testing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their application was becoming more and more inefficient, he created 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JavaScript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that would automatically control the browser's actions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this program as the "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JavaScriptTestRunner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25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B5A2-16C0-4D36-899E-6F8F67C86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844" y="169334"/>
            <a:ext cx="10916356" cy="150142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of Selenium Remote Control (Selenium RC)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6B40C-2AA9-4545-9F8F-EEC37C6E6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844" y="1670757"/>
            <a:ext cx="10916356" cy="450850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ThoughtWork's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engineer,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Hammant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decided to create a server that will act as an HTTP proxy to "trick" the browser into believing that Selenium Core and the web application being tested come from the same domain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became known as the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Remote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395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74FC-105E-45E1-8D41-EFB6C0BA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of Selenium Grid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D7EB-221D-4FF4-8A33-9D0F28ACF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Grid was developed by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Patrick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Lightbody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address the need of minimizing test execution times as much as possible.</a:t>
            </a:r>
          </a:p>
        </p:txBody>
      </p:sp>
    </p:spTree>
    <p:extLst>
      <p:ext uri="{BB962C8B-B14F-4D97-AF65-F5344CB8AC3E}">
        <p14:creationId xmlns:p14="http://schemas.microsoft.com/office/powerpoint/2010/main" val="3510529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8CBD-F6A8-4FFF-87FE-F0ED1FE7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of Selenium IDE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D64B-2355-4A00-ADB8-B51433162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Kasatani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Japan created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Firefox/chrome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that can automate the browser through a record-and-playback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came up with this idea to further increase the speed in creating test cases. He donated Selenium IDE to the Selenium Project in 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is now available for Chrome also.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44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9139-247C-4311-B0B9-299B5D07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 of WebDriver</a:t>
            </a:r>
            <a:br>
              <a:rPr lang="en-US" b="1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F6B9-5422-4D96-820D-A7F528B2B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643" y="15584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Simon Stewart created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WebDriver in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 when browsers and web applications were becoming more powerful and more restrictive with JavaScript programs like Selenium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Core.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the first cross-platform testing framework that could control the browser from the OS level.</a:t>
            </a:r>
          </a:p>
        </p:txBody>
      </p:sp>
    </p:spTree>
    <p:extLst>
      <p:ext uri="{BB962C8B-B14F-4D97-AF65-F5344CB8AC3E}">
        <p14:creationId xmlns:p14="http://schemas.microsoft.com/office/powerpoint/2010/main" val="292368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4B26-9718-44B0-A108-4074FCFE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Selenium IDE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9F33-8447-425B-96DE-4D2411E77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4" y="1825625"/>
            <a:ext cx="10992556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Integrated Development Environment (IDE) is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Selenium suite and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easiest one to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 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Firefox plugin/chrome plugin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you can install as easily as you can with other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plugins.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because of its simplicity, Selenium IDE should only be used as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prototyping tool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want to create more advanced test cases, you will need to use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either Selenium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WebDriver.</a:t>
            </a:r>
          </a:p>
        </p:txBody>
      </p:sp>
    </p:spTree>
    <p:extLst>
      <p:ext uri="{BB962C8B-B14F-4D97-AF65-F5344CB8AC3E}">
        <p14:creationId xmlns:p14="http://schemas.microsoft.com/office/powerpoint/2010/main" val="264690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F214-FA37-4C0B-A31A-361D5568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066" y="387703"/>
            <a:ext cx="11209867" cy="132556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Selenium Remote Control (Selenium RC)</a:t>
            </a:r>
            <a:b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8C99-1D9C-41C0-9E51-36F59827F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RC was the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flagship testing framework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whole Selenium project for a long time. This is the first automated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testing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tool that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users to use a programming language they prefer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 of version 2.25.0, RC can support the following programming languages: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C#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Perl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Ruby</a:t>
            </a:r>
          </a:p>
          <a:p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 is no longer available now.                                   </a:t>
            </a:r>
            <a:endParaRPr lang="en-US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179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CFAA-037B-4EC3-8DAB-567B5E5E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WebDriver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80C0-F582-4EB6-9CD8-5B1600B5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44" y="159199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WebDriver proves itself to be better than both Selenium IDE and Selenium RC in many aspects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more modern and stable approach in automating the browser's actions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WebDriver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unlike Selenium RC, does not rely on JavaScript for Selenium Automation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Testing.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controls the browser by directly communicating with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languages are the same as those in Selenium RC.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0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40EF-77FB-4C28-8137-564FB2BB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Selenium Grid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94C06-AFA0-4F80-8867-50BE2689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22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Grid is a tool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 tests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across different machines and different browsers all at the same time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means running multiple tests at once.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 simultaneous running of tests in multiple browsers and environments.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 enormously.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the hub-and-nodes concept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 acts as a central source of Selenium commands to each node connected to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1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9BF613-1839-47A4-8D5B-0A2BEA8AD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9" y="1166812"/>
            <a:ext cx="9572977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75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6CA65-ACE5-4D8A-A866-5C5CD1957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156" y="1000125"/>
            <a:ext cx="10035822" cy="4857750"/>
          </a:xfrm>
          <a:prstGeom prst="rect">
            <a:avLst/>
          </a:prstGeom>
        </p:spPr>
      </p:pic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4BDE55E7-EA2B-8A8B-6681-7C8B30F4BE83}"/>
              </a:ext>
            </a:extLst>
          </p:cNvPr>
          <p:cNvSpPr/>
          <p:nvPr/>
        </p:nvSpPr>
        <p:spPr>
          <a:xfrm>
            <a:off x="3994951" y="3799643"/>
            <a:ext cx="3062796" cy="2476870"/>
          </a:xfrm>
          <a:prstGeom prst="mathMultiply">
            <a:avLst>
              <a:gd name="adj1" fmla="val 10975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5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BB19F-8FFD-4AFB-A858-192761EDE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049867"/>
            <a:ext cx="9674577" cy="45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38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7061</TotalTime>
  <Words>710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What is Selenium?</vt:lpstr>
      <vt:lpstr>PowerPoint Presentation</vt:lpstr>
      <vt:lpstr>PowerPoint Presentation</vt:lpstr>
      <vt:lpstr>Birth of Selenium Remote Control (Selenium RC) </vt:lpstr>
      <vt:lpstr>Birth of Selenium Grid </vt:lpstr>
      <vt:lpstr>Birth of Selenium IDE </vt:lpstr>
      <vt:lpstr>Birth of WebDriver </vt:lpstr>
      <vt:lpstr>Brief Introduction Selenium IDE </vt:lpstr>
      <vt:lpstr>Brief Introduction Selenium Remote Control (Selenium RC) </vt:lpstr>
      <vt:lpstr>Brief Introduction WebDriver </vt:lpstr>
      <vt:lpstr>Selenium Grid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login</dc:creator>
  <cp:lastModifiedBy>video recording 1</cp:lastModifiedBy>
  <cp:revision>20</cp:revision>
  <dcterms:created xsi:type="dcterms:W3CDTF">2021-08-25T05:10:38Z</dcterms:created>
  <dcterms:modified xsi:type="dcterms:W3CDTF">2023-05-11T04:54:23Z</dcterms:modified>
</cp:coreProperties>
</file>