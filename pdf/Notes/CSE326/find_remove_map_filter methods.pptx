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030F6-FF20-7AA6-D90D-FE1596129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78D03A-F1A4-D2C2-43EF-2FF1FEBEC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79DAD-C418-2F16-CD91-4228C02B7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34CB-1412-45D7-8DCD-D9BDD7143FF4}" type="datetimeFigureOut">
              <a:rPr lang="en-IN" smtClean="0"/>
              <a:t>30-11-2023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F25EA-35B5-D5F6-3D54-5196EE470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926C97-1D25-2D7F-7724-1D12F6C81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A820-C78E-471F-8A39-CB3110DBD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142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1F25C-F523-4510-A1B2-F1B303C86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B6614-697F-BA08-13E5-48BADEF0EC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7445AB-02D7-E897-FAE8-6F760BB22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34CB-1412-45D7-8DCD-D9BDD7143FF4}" type="datetimeFigureOut">
              <a:rPr lang="en-IN" smtClean="0"/>
              <a:t>30-11-2023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D1018-C9F3-7A5C-BA45-97B198954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F6A80B-9888-6B69-C187-3F1EB383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A820-C78E-471F-8A39-CB3110DBD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651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2B701-18B7-DA11-C880-09EF22C5D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06B7B1-2D64-FF1C-F367-BF38F2A0B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72645-C1DA-A630-8D89-7E9448219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34CB-1412-45D7-8DCD-D9BDD7143FF4}" type="datetimeFigureOut">
              <a:rPr lang="en-IN" smtClean="0"/>
              <a:t>30-11-2023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88D082-A805-8AC5-F5C2-D0CF9FECA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68C2F-A54D-4BBC-5CB5-4DA31CD50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A820-C78E-471F-8A39-CB3110DBD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14407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58986-8C99-D773-AB40-8AFF4FB2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44C190-7FCC-7FA6-F1ED-2E6233F860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D307EB-CD72-476B-A87E-907825FCEF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A78469-2DDE-4D4D-940B-42526B652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34CB-1412-45D7-8DCD-D9BDD7143FF4}" type="datetimeFigureOut">
              <a:rPr lang="en-IN" smtClean="0"/>
              <a:t>30-11-2023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76FA62-926A-3987-3B0C-51D56D504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DEABB5-0F7F-E8AC-6C97-DBEA22F79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A820-C78E-471F-8A39-CB3110DBD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49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4ACB7A-524A-8393-37F0-5114EF2BB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792B43-3958-668A-A46E-B6F1F87D1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7F2B4A-A376-ED7A-C222-45786FC0A3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F090AD-F3AD-A177-9511-B14232B0D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5AF6DC-67A8-A2DD-D606-4F1488752A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C2A4F7-AB9F-BB36-FA54-0B49D8DEF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34CB-1412-45D7-8DCD-D9BDD7143FF4}" type="datetimeFigureOut">
              <a:rPr lang="en-IN" smtClean="0"/>
              <a:t>30-11-2023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13E329-BB41-4A92-503B-9DC38624D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A238A0-ED8B-CD5A-CBF6-ECE1AE254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A820-C78E-471F-8A39-CB3110DBD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1056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E252D-F090-06E6-DDB0-1C36A39EB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DA144B-10E7-0581-C3FB-98C99C92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34CB-1412-45D7-8DCD-D9BDD7143FF4}" type="datetimeFigureOut">
              <a:rPr lang="en-IN" smtClean="0"/>
              <a:t>30-11-2023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297AF-046E-F06A-E5A0-3BA5FDD0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087A53-A5BA-1B27-1B67-44F7ED84E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A820-C78E-471F-8A39-CB3110DBD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249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1993D5-D4EE-0EB3-4DF4-C8078A4D1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34CB-1412-45D7-8DCD-D9BDD7143FF4}" type="datetimeFigureOut">
              <a:rPr lang="en-IN" smtClean="0"/>
              <a:t>30-11-2023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5D734E-E863-B752-E96D-F5C01A4A0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E96DCF-FE8D-23A4-9330-5D77D8B8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A820-C78E-471F-8A39-CB3110DBD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2020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A2494-C056-875D-52F9-59F4F2585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E923B0-72F2-19EB-7C7A-F500967F5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6ADD2D-6967-FC26-4985-C4CC13E84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73DB70-A0B9-FE61-14A2-8FB29C242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34CB-1412-45D7-8DCD-D9BDD7143FF4}" type="datetimeFigureOut">
              <a:rPr lang="en-IN" smtClean="0"/>
              <a:t>30-11-2023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B97F9C-0913-7374-0AC8-EF3CDEE03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8FA202-5503-933C-C1C3-DD08EA4DA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A820-C78E-471F-8A39-CB3110DBD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3480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FCB9-AA6F-E2A9-B512-D5C2B8833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F76422-D99D-2573-A45B-7287CBC797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93883-8161-3447-AF55-F0531A0FB5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A0E5A5-6DC4-4661-473A-74FC8ED7E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34CB-1412-45D7-8DCD-D9BDD7143FF4}" type="datetimeFigureOut">
              <a:rPr lang="en-IN" smtClean="0"/>
              <a:t>30-11-2023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D2C7C5-DD9B-6BF1-FA0E-323FFB22B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1E40D-3623-A1F5-9174-8DB0F2DBB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A820-C78E-471F-8A39-CB3110DBD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928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DD12A-1E6A-056C-455C-11BC96258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49EB07-09BB-726D-9E20-4B1578D0E8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417A9D-5C1E-8557-CA92-236CC47E2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34CB-1412-45D7-8DCD-D9BDD7143FF4}" type="datetimeFigureOut">
              <a:rPr lang="en-IN" smtClean="0"/>
              <a:t>30-11-2023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60A7D-35D7-C0F7-9570-2B5F4FAF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C3EF3F-558B-389C-6070-9A3C087ED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A820-C78E-471F-8A39-CB3110DBD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4914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685983-659E-F663-ECFE-F0A2401A85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1D692AA-3195-FB04-622A-8D34FB5DEC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C82EA-DF42-4D01-5ACE-6EE84B42E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0634CB-1412-45D7-8DCD-D9BDD7143FF4}" type="datetimeFigureOut">
              <a:rPr lang="en-IN" smtClean="0"/>
              <a:t>30-11-2023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5C6F8-FA21-4DFA-A2E4-040E8178E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018784-3E25-18C9-930B-382BC6D3C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BBA820-C78E-471F-8A39-CB3110DBD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6224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B2B74A-BE49-E65B-3DD6-418121E18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3E778D-7CA3-5C28-0934-E729C55A13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664725-38EC-F09D-20DF-146416CF7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0634CB-1412-45D7-8DCD-D9BDD7143FF4}" type="datetimeFigureOut">
              <a:rPr lang="en-IN" smtClean="0"/>
              <a:t>30-11-2023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0F773-00E4-5CCC-7CA4-FC38D1E33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CA0E0-FE7F-FEDE-BF9C-44B57D3A1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BBA820-C78E-471F-8A39-CB3110DBDB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207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FDDC9-7081-302E-3D65-F91BB7BE8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Filter()method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EE19672-7FF9-92A0-FF9F-80A3D2BC2F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filter()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creates a new array filled with elements that pass a test provided by a function.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filter()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does not execute the function for empty elements.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filter()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method does not change the original array.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506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81D674-1C44-CFF5-3671-9B97969322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4307" y="2365513"/>
            <a:ext cx="10529493" cy="3267251"/>
          </a:xfrm>
        </p:spPr>
      </p:pic>
    </p:spTree>
    <p:extLst>
      <p:ext uri="{BB962C8B-B14F-4D97-AF65-F5344CB8AC3E}">
        <p14:creationId xmlns:p14="http://schemas.microsoft.com/office/powerpoint/2010/main" val="29991726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B98CF-8AF1-61FA-1630-A8B4AEAD2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Find()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FF05EAF-D787-CF96-348E-7DDBA8E73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92613" y="2515265"/>
            <a:ext cx="5006774" cy="2972058"/>
          </a:xfrm>
        </p:spPr>
      </p:pic>
    </p:spTree>
    <p:extLst>
      <p:ext uri="{BB962C8B-B14F-4D97-AF65-F5344CB8AC3E}">
        <p14:creationId xmlns:p14="http://schemas.microsoft.com/office/powerpoint/2010/main" val="3276030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1742C-F18A-D8CE-7429-FED3BFFBB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71E9C4-6C47-6D92-A6FC-95DF35943F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66439"/>
            <a:ext cx="12192000" cy="3725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176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450C4-AA15-11E5-2B31-EBF1D1402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202124"/>
                </a:solidFill>
                <a:effectLst/>
                <a:latin typeface="Google Sans"/>
              </a:rPr>
              <a:t>What is remove () in JavaScript?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The remove() method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removes an element (or node) from the document</a:t>
            </a:r>
            <a:r>
              <a:rPr lang="en-US" b="0" i="0" dirty="0">
                <a:solidFill>
                  <a:srgbClr val="4D5156"/>
                </a:solidFill>
                <a:effectLst/>
                <a:latin typeface="Google Sans"/>
              </a:rPr>
              <a:t>.</a:t>
            </a:r>
            <a:endParaRPr lang="en-US" b="0" i="0" dirty="0">
              <a:solidFill>
                <a:srgbClr val="202124"/>
              </a:solidFill>
              <a:effectLst/>
              <a:latin typeface="arial" panose="020B0604020202020204" pitchFamily="34" charset="0"/>
            </a:endParaRPr>
          </a:p>
          <a:p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use the methods like 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remove()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and </a:t>
            </a:r>
            <a:r>
              <a:rPr lang="en-US" b="1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removeChild</a:t>
            </a:r>
            <a:r>
              <a:rPr lang="en-US" b="1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in JavaScript to delete the elements from the document.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488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B35220-4616-40D2-E956-0CAF5320B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D7B9BE9-5BEB-CB1E-9CC8-0F579B085B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57219" y="2324748"/>
            <a:ext cx="6477561" cy="3353091"/>
          </a:xfrm>
        </p:spPr>
      </p:pic>
    </p:spTree>
    <p:extLst>
      <p:ext uri="{BB962C8B-B14F-4D97-AF65-F5344CB8AC3E}">
        <p14:creationId xmlns:p14="http://schemas.microsoft.com/office/powerpoint/2010/main" val="1193590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31CC-230A-2F07-ECC0-F58404F1E9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Map()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DC1E53-FEFF-4044-2444-F6C5A243D9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07774" y="2937220"/>
            <a:ext cx="7276351" cy="21082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map()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creates a new array from calling a function for every array element.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map()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does not execute the function for empty elements.</a:t>
            </a: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map()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does not change the original array.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100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Syntax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array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function(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currentValue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index,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arr</a:t>
            </a:r>
            <a:r>
              <a:rPr kumimoji="0" lang="en-US" altLang="en-US" sz="1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kumimoji="0" lang="en-US" altLang="en-US" sz="1800" b="0" i="1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thisValue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8FCB70-47FF-AEEE-6283-4B4C19252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-101568" tIns="126960" rIns="-101568" bIns="12696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7582ED1-7FE3-2897-D6B7-25E100905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F016925-541A-7792-5B2F-0DFF9F8B0F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1875"/>
            <a:ext cx="65" cy="4051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67306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5ED08-4AD9-E1DD-D752-1F0247790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C97FCB-8CDD-9A66-5DA0-5D7612A476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621CB-BD9B-AF2D-5779-3778B77F3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3275"/>
            <a:ext cx="12192000" cy="241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64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A5FBE-7593-52A2-60B5-BA149CFC9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203759-8281-1830-E0AD-39B64BD28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814" y="1352370"/>
            <a:ext cx="10760372" cy="41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337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63F0-58D4-0247-0ED7-A69053EEC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References: https://www.w3schools.com/</a:t>
            </a:r>
          </a:p>
          <a:p>
            <a:r>
              <a:rPr lang="en-US" dirty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2373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154</Words>
  <Application>Microsoft Office PowerPoint</Application>
  <PresentationFormat>Widescreen</PresentationFormat>
  <Paragraphs>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Arial</vt:lpstr>
      <vt:lpstr>Calibri</vt:lpstr>
      <vt:lpstr>Calibri Light</vt:lpstr>
      <vt:lpstr>Consolas</vt:lpstr>
      <vt:lpstr>Google Sans</vt:lpstr>
      <vt:lpstr>Segoe UI</vt:lpstr>
      <vt:lpstr>Verdana</vt:lpstr>
      <vt:lpstr>Office Theme</vt:lpstr>
      <vt:lpstr>Filter()method</vt:lpstr>
      <vt:lpstr>PowerPoint Presentation</vt:lpstr>
      <vt:lpstr>Find()</vt:lpstr>
      <vt:lpstr>PowerPoint Presentation</vt:lpstr>
      <vt:lpstr>PowerPoint Presentation</vt:lpstr>
      <vt:lpstr>PowerPoint Presentation</vt:lpstr>
      <vt:lpstr>Map()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Filter()method</dc:title>
  <dc:creator>sachin kaushal</dc:creator>
  <cp:lastModifiedBy>sachin kaushal</cp:lastModifiedBy>
  <cp:revision>7</cp:revision>
  <dcterms:created xsi:type="dcterms:W3CDTF">2023-11-28T10:18:39Z</dcterms:created>
  <dcterms:modified xsi:type="dcterms:W3CDTF">2023-11-30T05:02:09Z</dcterms:modified>
</cp:coreProperties>
</file>