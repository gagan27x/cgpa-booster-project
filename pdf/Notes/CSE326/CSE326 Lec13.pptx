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9"/>
  </p:notesMasterIdLst>
  <p:sldIdLst>
    <p:sldId id="256" r:id="rId2"/>
    <p:sldId id="297" r:id="rId3"/>
    <p:sldId id="330" r:id="rId4"/>
    <p:sldId id="332" r:id="rId5"/>
    <p:sldId id="333" r:id="rId6"/>
    <p:sldId id="335" r:id="rId7"/>
    <p:sldId id="336" r:id="rId8"/>
    <p:sldId id="337" r:id="rId9"/>
    <p:sldId id="340" r:id="rId10"/>
    <p:sldId id="341" r:id="rId11"/>
    <p:sldId id="342" r:id="rId12"/>
    <p:sldId id="343" r:id="rId13"/>
    <p:sldId id="344" r:id="rId14"/>
    <p:sldId id="345" r:id="rId15"/>
    <p:sldId id="346" r:id="rId16"/>
    <p:sldId id="347" r:id="rId17"/>
    <p:sldId id="348" r:id="rId18"/>
    <p:sldId id="338" r:id="rId19"/>
    <p:sldId id="339" r:id="rId20"/>
    <p:sldId id="349" r:id="rId21"/>
    <p:sldId id="350" r:id="rId22"/>
    <p:sldId id="351" r:id="rId23"/>
    <p:sldId id="352" r:id="rId24"/>
    <p:sldId id="353" r:id="rId25"/>
    <p:sldId id="284" r:id="rId26"/>
    <p:sldId id="321" r:id="rId27"/>
    <p:sldId id="274"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82" d="100"/>
          <a:sy n="82" d="100"/>
        </p:scale>
        <p:origin x="1402"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84B997-7476-4EC8-BD6D-F6D133459055}" type="datetimeFigureOut">
              <a:rPr lang="en-IN" smtClean="0"/>
              <a:t>04-12-2023</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00AF00-BDC2-4E22-9AB6-6FDA0E6DEF9E}" type="slidenum">
              <a:rPr lang="en-IN" smtClean="0"/>
              <a:t>‹#›</a:t>
            </a:fld>
            <a:endParaRPr lang="en-IN"/>
          </a:p>
        </p:txBody>
      </p:sp>
    </p:spTree>
    <p:extLst>
      <p:ext uri="{BB962C8B-B14F-4D97-AF65-F5344CB8AC3E}">
        <p14:creationId xmlns:p14="http://schemas.microsoft.com/office/powerpoint/2010/main" val="4224656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516624"/>
            <a:ext cx="7315200" cy="2595025"/>
          </a:xfrm>
        </p:spPr>
        <p:txBody>
          <a:bodyPr>
            <a:normAutofit/>
          </a:bodyPr>
          <a:lstStyle>
            <a:lvl1pPr>
              <a:defRPr sz="4800"/>
            </a:lvl1pPr>
          </a:lstStyle>
          <a:p>
            <a:r>
              <a:rPr lang="en-US"/>
              <a:t>Click to edit Master title style</a:t>
            </a:r>
          </a:p>
        </p:txBody>
      </p:sp>
      <p:sp>
        <p:nvSpPr>
          <p:cNvPr id="3" name="Subtitle 2"/>
          <p:cNvSpPr>
            <a:spLocks noGrp="1"/>
          </p:cNvSpPr>
          <p:nvPr>
            <p:ph type="subTitle" idx="1"/>
          </p:nvPr>
        </p:nvSpPr>
        <p:spPr>
          <a:xfrm>
            <a:off x="914400" y="5166530"/>
            <a:ext cx="7315200" cy="1144632"/>
          </a:xfrm>
        </p:spPr>
        <p:txBody>
          <a:bodyPr>
            <a:normAutofit/>
          </a:bodyPr>
          <a:lstStyle>
            <a:lvl1pPr marL="0" indent="0" algn="l">
              <a:buNone/>
              <a:defRPr sz="2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30E8B5A0-437F-4D4F-9F63-0DE12B4707BA}" type="datetime1">
              <a:rPr lang="en-IN" smtClean="0"/>
              <a:t>04-12-2023</a:t>
            </a:fld>
            <a:endParaRPr lang="en-IN"/>
          </a:p>
        </p:txBody>
      </p:sp>
      <p:sp>
        <p:nvSpPr>
          <p:cNvPr id="8" name="Slide Number Placeholder 7"/>
          <p:cNvSpPr>
            <a:spLocks noGrp="1"/>
          </p:cNvSpPr>
          <p:nvPr>
            <p:ph type="sldNum" sz="quarter" idx="11"/>
          </p:nvPr>
        </p:nvSpPr>
        <p:spPr/>
        <p:txBody>
          <a:bodyPr/>
          <a:lstStyle/>
          <a:p>
            <a:fld id="{2066A04F-D713-4288-A8B9-BA887330B926}" type="slidenum">
              <a:rPr lang="en-IN" smtClean="0"/>
              <a:t>‹#›</a:t>
            </a:fld>
            <a:endParaRPr lang="en-IN"/>
          </a:p>
        </p:txBody>
      </p:sp>
      <p:sp>
        <p:nvSpPr>
          <p:cNvPr id="9" name="Footer Placeholder 8"/>
          <p:cNvSpPr>
            <a:spLocks noGrp="1"/>
          </p:cNvSpPr>
          <p:nvPr>
            <p:ph type="ftr" sz="quarter" idx="12"/>
          </p:nvPr>
        </p:nvSpPr>
        <p:spPr/>
        <p:txBody>
          <a:bodyPr/>
          <a:lstStyle/>
          <a:p>
            <a:r>
              <a:rPr lang="en-IN"/>
              <a:t>Dr. Navneet Kaur, Lovely Professional University</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B4AB0C-8A4F-4A9E-B7F7-58515A6440E7}" type="datetime1">
              <a:rPr lang="en-IN" smtClean="0"/>
              <a:t>04-12-2023</a:t>
            </a:fld>
            <a:endParaRPr lang="en-IN"/>
          </a:p>
        </p:txBody>
      </p:sp>
      <p:sp>
        <p:nvSpPr>
          <p:cNvPr id="5" name="Footer Placeholder 4"/>
          <p:cNvSpPr>
            <a:spLocks noGrp="1"/>
          </p:cNvSpPr>
          <p:nvPr>
            <p:ph type="ftr" sz="quarter" idx="11"/>
          </p:nvPr>
        </p:nvSpPr>
        <p:spPr/>
        <p:txBody>
          <a:bodyPr/>
          <a:lstStyle/>
          <a:p>
            <a:r>
              <a:rPr lang="en-IN"/>
              <a:t>Dr. Navneet Kaur, Lovely Professional University</a:t>
            </a:r>
          </a:p>
        </p:txBody>
      </p:sp>
      <p:sp>
        <p:nvSpPr>
          <p:cNvPr id="6" name="Slide Number Placeholder 5"/>
          <p:cNvSpPr>
            <a:spLocks noGrp="1"/>
          </p:cNvSpPr>
          <p:nvPr>
            <p:ph type="sldNum" sz="quarter" idx="12"/>
          </p:nvPr>
        </p:nvSpPr>
        <p:spPr/>
        <p:txBody>
          <a:bodyPr/>
          <a:lstStyle/>
          <a:p>
            <a:fld id="{2066A04F-D713-4288-A8B9-BA887330B926}"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14400" y="5017572"/>
            <a:ext cx="7315200" cy="1293592"/>
          </a:xfrm>
        </p:spPr>
        <p:txBody>
          <a:bodyPr anchor="t"/>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914400" y="3865097"/>
            <a:ext cx="7315200" cy="1098439"/>
          </a:xfrm>
        </p:spPr>
        <p:txBody>
          <a:bodyPr anchor="b"/>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F690D22-8420-4AF0-8722-2855801E82FB}" type="datetime1">
              <a:rPr lang="en-IN" smtClean="0"/>
              <a:t>04-12-2023</a:t>
            </a:fld>
            <a:endParaRPr lang="en-IN"/>
          </a:p>
        </p:txBody>
      </p:sp>
      <p:sp>
        <p:nvSpPr>
          <p:cNvPr id="5" name="Footer Placeholder 4"/>
          <p:cNvSpPr>
            <a:spLocks noGrp="1"/>
          </p:cNvSpPr>
          <p:nvPr>
            <p:ph type="ftr" sz="quarter" idx="11"/>
          </p:nvPr>
        </p:nvSpPr>
        <p:spPr/>
        <p:txBody>
          <a:bodyPr/>
          <a:lstStyle/>
          <a:p>
            <a:r>
              <a:rPr lang="en-IN"/>
              <a:t>Dr. Navneet Kaur, Lovely Professional University</a:t>
            </a:r>
          </a:p>
        </p:txBody>
      </p:sp>
      <p:sp>
        <p:nvSpPr>
          <p:cNvPr id="6" name="Slide Number Placeholder 5"/>
          <p:cNvSpPr>
            <a:spLocks noGrp="1"/>
          </p:cNvSpPr>
          <p:nvPr>
            <p:ph type="sldNum" sz="quarter" idx="12"/>
          </p:nvPr>
        </p:nvSpPr>
        <p:spPr/>
        <p:txBody>
          <a:bodyPr/>
          <a:lstStyle/>
          <a:p>
            <a:fld id="{2066A04F-D713-4288-A8B9-BA887330B926}"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F20D2F9F-5CFA-4EBA-BA27-C5E2A62FDF1A}" type="datetime1">
              <a:rPr lang="en-IN" smtClean="0"/>
              <a:t>04-12-2023</a:t>
            </a:fld>
            <a:endParaRPr lang="en-IN"/>
          </a:p>
        </p:txBody>
      </p:sp>
      <p:sp>
        <p:nvSpPr>
          <p:cNvPr id="6" name="Footer Placeholder 5"/>
          <p:cNvSpPr>
            <a:spLocks noGrp="1"/>
          </p:cNvSpPr>
          <p:nvPr>
            <p:ph type="ftr" sz="quarter" idx="11"/>
          </p:nvPr>
        </p:nvSpPr>
        <p:spPr/>
        <p:txBody>
          <a:bodyPr/>
          <a:lstStyle/>
          <a:p>
            <a:r>
              <a:rPr lang="en-IN"/>
              <a:t>Dr. Navneet Kaur, Lovely Professional University</a:t>
            </a:r>
          </a:p>
        </p:txBody>
      </p:sp>
      <p:sp>
        <p:nvSpPr>
          <p:cNvPr id="7" name="Slide Number Placeholder 6"/>
          <p:cNvSpPr>
            <a:spLocks noGrp="1"/>
          </p:cNvSpPr>
          <p:nvPr>
            <p:ph type="sldNum" sz="quarter" idx="12"/>
          </p:nvPr>
        </p:nvSpPr>
        <p:spPr/>
        <p:txBody>
          <a:bodyPr/>
          <a:lstStyle/>
          <a:p>
            <a:fld id="{2066A04F-D713-4288-A8B9-BA887330B926}" type="slidenum">
              <a:rPr lang="en-IN" smtClean="0"/>
              <a:t>‹#›</a:t>
            </a:fld>
            <a:endParaRPr lang="en-IN"/>
          </a:p>
        </p:txBody>
      </p:sp>
      <p:sp>
        <p:nvSpPr>
          <p:cNvPr id="9" name="Title 8"/>
          <p:cNvSpPr>
            <a:spLocks noGrp="1"/>
          </p:cNvSpPr>
          <p:nvPr>
            <p:ph type="title"/>
          </p:nvPr>
        </p:nvSpPr>
        <p:spPr>
          <a:xfrm>
            <a:off x="914400" y="1544715"/>
            <a:ext cx="7315200" cy="1154097"/>
          </a:xfrm>
        </p:spPr>
        <p:txBody>
          <a:bodyPr/>
          <a:lstStyle/>
          <a:p>
            <a:r>
              <a:rPr lang="en-US"/>
              <a:t>Click to edit Master title style</a:t>
            </a:r>
          </a:p>
        </p:txBody>
      </p:sp>
      <p:sp>
        <p:nvSpPr>
          <p:cNvPr id="8" name="Content Placeholder 7"/>
          <p:cNvSpPr>
            <a:spLocks noGrp="1"/>
          </p:cNvSpPr>
          <p:nvPr>
            <p:ph sz="quarter" idx="13"/>
          </p:nvPr>
        </p:nvSpPr>
        <p:spPr>
          <a:xfrm>
            <a:off x="914400" y="2743200"/>
            <a:ext cx="3566160" cy="35935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4681728" y="2743200"/>
            <a:ext cx="3566160" cy="3595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16348" y="2743200"/>
            <a:ext cx="3364992" cy="621792"/>
          </a:xfrm>
        </p:spPr>
        <p:txBody>
          <a:bodyPr anchor="b">
            <a:noAutofit/>
          </a:bodyPr>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885144" y="2743200"/>
            <a:ext cx="3362062" cy="621792"/>
          </a:xfrm>
        </p:spPr>
        <p:txBody>
          <a:bodyPr anchor="b">
            <a:noAutofit/>
          </a:bodyPr>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D415814D-220D-40D4-AB32-274CBB40604A}" type="datetime1">
              <a:rPr lang="en-IN" smtClean="0"/>
              <a:t>04-12-2023</a:t>
            </a:fld>
            <a:endParaRPr lang="en-IN"/>
          </a:p>
        </p:txBody>
      </p:sp>
      <p:sp>
        <p:nvSpPr>
          <p:cNvPr id="8" name="Footer Placeholder 7"/>
          <p:cNvSpPr>
            <a:spLocks noGrp="1"/>
          </p:cNvSpPr>
          <p:nvPr>
            <p:ph type="ftr" sz="quarter" idx="11"/>
          </p:nvPr>
        </p:nvSpPr>
        <p:spPr/>
        <p:txBody>
          <a:bodyPr/>
          <a:lstStyle/>
          <a:p>
            <a:r>
              <a:rPr lang="en-IN"/>
              <a:t>Dr. Navneet Kaur, Lovely Professional University</a:t>
            </a:r>
          </a:p>
        </p:txBody>
      </p:sp>
      <p:sp>
        <p:nvSpPr>
          <p:cNvPr id="9" name="Slide Number Placeholder 8"/>
          <p:cNvSpPr>
            <a:spLocks noGrp="1"/>
          </p:cNvSpPr>
          <p:nvPr>
            <p:ph type="sldNum" sz="quarter" idx="12"/>
          </p:nvPr>
        </p:nvSpPr>
        <p:spPr/>
        <p:txBody>
          <a:bodyPr/>
          <a:lstStyle/>
          <a:p>
            <a:fld id="{2066A04F-D713-4288-A8B9-BA887330B926}" type="slidenum">
              <a:rPr lang="en-IN" smtClean="0"/>
              <a:t>‹#›</a:t>
            </a:fld>
            <a:endParaRPr lang="en-IN"/>
          </a:p>
        </p:txBody>
      </p:sp>
      <p:sp>
        <p:nvSpPr>
          <p:cNvPr id="10" name="Title 9"/>
          <p:cNvSpPr>
            <a:spLocks noGrp="1"/>
          </p:cNvSpPr>
          <p:nvPr>
            <p:ph type="title"/>
          </p:nvPr>
        </p:nvSpPr>
        <p:spPr>
          <a:xfrm>
            <a:off x="914400" y="1544715"/>
            <a:ext cx="7315200" cy="1154097"/>
          </a:xfrm>
        </p:spPr>
        <p:txBody>
          <a:bodyPr/>
          <a:lstStyle/>
          <a:p>
            <a:r>
              <a:rPr lang="en-US"/>
              <a:t>Click to edit Master title style</a:t>
            </a:r>
            <a:endParaRPr lang="en-US" dirty="0"/>
          </a:p>
        </p:txBody>
      </p:sp>
      <p:sp>
        <p:nvSpPr>
          <p:cNvPr id="11" name="Content Placeholder 10"/>
          <p:cNvSpPr>
            <a:spLocks noGrp="1"/>
          </p:cNvSpPr>
          <p:nvPr>
            <p:ph sz="quarter" idx="13"/>
          </p:nvPr>
        </p:nvSpPr>
        <p:spPr>
          <a:xfrm>
            <a:off x="914400" y="3383280"/>
            <a:ext cx="3566160" cy="2953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681727" y="3383280"/>
            <a:ext cx="3566160" cy="2953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E8DACF4-6E2D-427B-9257-A5B396BB2F5D}" type="datetime1">
              <a:rPr lang="en-IN" smtClean="0"/>
              <a:t>04-12-2023</a:t>
            </a:fld>
            <a:endParaRPr lang="en-IN"/>
          </a:p>
        </p:txBody>
      </p:sp>
      <p:sp>
        <p:nvSpPr>
          <p:cNvPr id="4" name="Footer Placeholder 3"/>
          <p:cNvSpPr>
            <a:spLocks noGrp="1"/>
          </p:cNvSpPr>
          <p:nvPr>
            <p:ph type="ftr" sz="quarter" idx="11"/>
          </p:nvPr>
        </p:nvSpPr>
        <p:spPr/>
        <p:txBody>
          <a:bodyPr/>
          <a:lstStyle/>
          <a:p>
            <a:r>
              <a:rPr lang="en-IN"/>
              <a:t>Dr. Navneet Kaur,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FA0489-FB30-448B-B752-C7F233B89F76}" type="datetime1">
              <a:rPr lang="en-IN" smtClean="0"/>
              <a:t>04-12-2023</a:t>
            </a:fld>
            <a:endParaRPr lang="en-IN"/>
          </a:p>
        </p:txBody>
      </p:sp>
      <p:sp>
        <p:nvSpPr>
          <p:cNvPr id="3" name="Footer Placeholder 2"/>
          <p:cNvSpPr>
            <a:spLocks noGrp="1"/>
          </p:cNvSpPr>
          <p:nvPr>
            <p:ph type="ftr" sz="quarter" idx="11"/>
          </p:nvPr>
        </p:nvSpPr>
        <p:spPr/>
        <p:txBody>
          <a:bodyPr/>
          <a:lstStyle/>
          <a:p>
            <a:r>
              <a:rPr lang="en-IN"/>
              <a:t>Dr. Navneet Kaur, Lovely Professional University</a:t>
            </a:r>
          </a:p>
        </p:txBody>
      </p:sp>
      <p:sp>
        <p:nvSpPr>
          <p:cNvPr id="4" name="Slide Number Placeholder 3"/>
          <p:cNvSpPr>
            <a:spLocks noGrp="1"/>
          </p:cNvSpPr>
          <p:nvPr>
            <p:ph type="sldNum" sz="quarter" idx="12"/>
          </p:nvPr>
        </p:nvSpPr>
        <p:spPr/>
        <p:txBody>
          <a:bodyPr/>
          <a:lstStyle/>
          <a:p>
            <a:fld id="{2066A04F-D713-4288-A8B9-BA887330B926}"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5362"/>
            <a:ext cx="2950936" cy="2173015"/>
          </a:xfrm>
        </p:spPr>
        <p:txBody>
          <a:bodyPr anchor="b">
            <a:normAutofit/>
          </a:bodyPr>
          <a:lstStyle>
            <a:lvl1pPr algn="l">
              <a:defRPr sz="2800" b="0"/>
            </a:lvl1pPr>
          </a:lstStyle>
          <a:p>
            <a:r>
              <a:rPr lang="en-US"/>
              <a:t>Click to edit Master title style</a:t>
            </a:r>
            <a:endParaRPr lang="en-US" dirty="0"/>
          </a:p>
        </p:txBody>
      </p:sp>
      <p:sp>
        <p:nvSpPr>
          <p:cNvPr id="3" name="Content Placeholder 2"/>
          <p:cNvSpPr>
            <a:spLocks noGrp="1"/>
          </p:cNvSpPr>
          <p:nvPr>
            <p:ph idx="1"/>
          </p:nvPr>
        </p:nvSpPr>
        <p:spPr>
          <a:xfrm>
            <a:off x="4021752" y="1826709"/>
            <a:ext cx="4207848" cy="4476614"/>
          </a:xfrm>
        </p:spPr>
        <p:txBody>
          <a:bodyPr anchor="ct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4400" y="4061095"/>
            <a:ext cx="2950936" cy="22453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566C54-2EFD-437D-A71C-B4A779E37E51}" type="datetime1">
              <a:rPr lang="en-IN" smtClean="0"/>
              <a:t>04-12-2023</a:t>
            </a:fld>
            <a:endParaRPr lang="en-IN"/>
          </a:p>
        </p:txBody>
      </p:sp>
      <p:sp>
        <p:nvSpPr>
          <p:cNvPr id="6" name="Footer Placeholder 5"/>
          <p:cNvSpPr>
            <a:spLocks noGrp="1"/>
          </p:cNvSpPr>
          <p:nvPr>
            <p:ph type="ftr" sz="quarter" idx="11"/>
          </p:nvPr>
        </p:nvSpPr>
        <p:spPr/>
        <p:txBody>
          <a:bodyPr/>
          <a:lstStyle/>
          <a:p>
            <a:r>
              <a:rPr lang="en-IN"/>
              <a:t>Dr. Navneet Kaur, Lovely Professional University</a:t>
            </a:r>
          </a:p>
        </p:txBody>
      </p:sp>
      <p:sp>
        <p:nvSpPr>
          <p:cNvPr id="7" name="Slide Number Placeholder 6"/>
          <p:cNvSpPr>
            <a:spLocks noGrp="1"/>
          </p:cNvSpPr>
          <p:nvPr>
            <p:ph type="sldNum" sz="quarter" idx="12"/>
          </p:nvPr>
        </p:nvSpPr>
        <p:spPr/>
        <p:txBody>
          <a:bodyPr/>
          <a:lstStyle/>
          <a:p>
            <a:fld id="{2066A04F-D713-4288-A8B9-BA887330B926}"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8800"/>
            <a:ext cx="2953512" cy="2176272"/>
          </a:xfrm>
        </p:spPr>
        <p:txBody>
          <a:bodyPr anchor="b">
            <a:normAutofit/>
          </a:bodyPr>
          <a:lstStyle>
            <a:lvl1pPr algn="l">
              <a:defRPr sz="2800" b="0"/>
            </a:lvl1pPr>
          </a:lstStyle>
          <a:p>
            <a:r>
              <a:rPr lang="en-US"/>
              <a:t>Click to edit Master title style</a:t>
            </a:r>
            <a:endParaRPr lang="en-US" dirty="0"/>
          </a:p>
        </p:txBody>
      </p:sp>
      <p:sp>
        <p:nvSpPr>
          <p:cNvPr id="3" name="Picture Placeholder 2"/>
          <p:cNvSpPr>
            <a:spLocks noGrp="1"/>
          </p:cNvSpPr>
          <p:nvPr>
            <p:ph type="pic" idx="1"/>
          </p:nvPr>
        </p:nvSpPr>
        <p:spPr>
          <a:xfrm>
            <a:off x="4191000" y="2286000"/>
            <a:ext cx="4038600" cy="3352800"/>
          </a:xfrm>
          <a:solidFill>
            <a:schemeClr val="accent2"/>
          </a:solidFill>
          <a:ln w="12700">
            <a:noFill/>
          </a:ln>
          <a:effectLst>
            <a:reflection blurRad="12700" stA="30000" endPos="30000" dist="31750" dir="5400000" sy="-100000" algn="bl" rotWithShape="0"/>
          </a:effectLst>
          <a:scene3d>
            <a:camera prst="perspectiveRight" fov="2700000">
              <a:rot lat="240000" lon="900000" rev="0"/>
            </a:camera>
            <a:lightRig rig="threePt" dir="t">
              <a:rot lat="0" lon="0" rev="2700000"/>
            </a:lightRig>
          </a:scene3d>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4059936"/>
            <a:ext cx="2953512" cy="224942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B412386-994B-4EFF-A8B5-30B85EDF6DD6}" type="datetime1">
              <a:rPr lang="en-IN" smtClean="0"/>
              <a:t>04-12-2023</a:t>
            </a:fld>
            <a:endParaRPr lang="en-IN"/>
          </a:p>
        </p:txBody>
      </p:sp>
      <p:sp>
        <p:nvSpPr>
          <p:cNvPr id="6" name="Footer Placeholder 5"/>
          <p:cNvSpPr>
            <a:spLocks noGrp="1"/>
          </p:cNvSpPr>
          <p:nvPr>
            <p:ph type="ftr" sz="quarter" idx="11"/>
          </p:nvPr>
        </p:nvSpPr>
        <p:spPr/>
        <p:txBody>
          <a:bodyPr/>
          <a:lstStyle/>
          <a:p>
            <a:r>
              <a:rPr lang="en-IN"/>
              <a:t>Dr. Navneet Kaur, Lovely Professional University</a:t>
            </a:r>
          </a:p>
        </p:txBody>
      </p:sp>
      <p:sp>
        <p:nvSpPr>
          <p:cNvPr id="7" name="Slide Number Placeholder 6"/>
          <p:cNvSpPr>
            <a:spLocks noGrp="1"/>
          </p:cNvSpPr>
          <p:nvPr>
            <p:ph type="sldNum" sz="quarter" idx="12"/>
          </p:nvPr>
        </p:nvSpPr>
        <p:spPr/>
        <p:txBody>
          <a:bodyPr/>
          <a:lstStyle/>
          <a:p>
            <a:fld id="{2066A04F-D713-4288-A8B9-BA887330B926}"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B2A0317-7514-470C-8859-FEAB78AFA84E}" type="datetime1">
              <a:rPr lang="en-IN" smtClean="0"/>
              <a:t>04-12-2023</a:t>
            </a:fld>
            <a:endParaRPr lang="en-IN"/>
          </a:p>
        </p:txBody>
      </p:sp>
      <p:sp>
        <p:nvSpPr>
          <p:cNvPr id="5" name="Footer Placeholder 4"/>
          <p:cNvSpPr>
            <a:spLocks noGrp="1"/>
          </p:cNvSpPr>
          <p:nvPr>
            <p:ph type="ftr" sz="quarter" idx="11"/>
          </p:nvPr>
        </p:nvSpPr>
        <p:spPr/>
        <p:txBody>
          <a:bodyPr/>
          <a:lstStyle/>
          <a:p>
            <a:r>
              <a:rPr lang="en-IN"/>
              <a:t>Dr. Navneet Kaur, Lovely Professional University</a:t>
            </a:r>
          </a:p>
        </p:txBody>
      </p:sp>
      <p:sp>
        <p:nvSpPr>
          <p:cNvPr id="6" name="Slide Number Placeholder 5"/>
          <p:cNvSpPr>
            <a:spLocks noGrp="1"/>
          </p:cNvSpPr>
          <p:nvPr>
            <p:ph type="sldNum" sz="quarter" idx="12"/>
          </p:nvPr>
        </p:nvSpPr>
        <p:spPr/>
        <p:txBody>
          <a:bodyPr/>
          <a:lstStyle/>
          <a:p>
            <a:fld id="{2066A04F-D713-4288-A8B9-BA887330B926}"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48400" y="1826709"/>
            <a:ext cx="1492499" cy="448445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54524" y="1826709"/>
            <a:ext cx="5241476" cy="448445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BE0D0C-0542-4575-9C53-121116BF1562}" type="datetime1">
              <a:rPr lang="en-IN" smtClean="0"/>
              <a:t>04-12-2023</a:t>
            </a:fld>
            <a:endParaRPr lang="en-IN"/>
          </a:p>
        </p:txBody>
      </p:sp>
      <p:sp>
        <p:nvSpPr>
          <p:cNvPr id="5" name="Footer Placeholder 4"/>
          <p:cNvSpPr>
            <a:spLocks noGrp="1"/>
          </p:cNvSpPr>
          <p:nvPr>
            <p:ph type="ftr" sz="quarter" idx="11"/>
          </p:nvPr>
        </p:nvSpPr>
        <p:spPr/>
        <p:txBody>
          <a:bodyPr/>
          <a:lstStyle/>
          <a:p>
            <a:r>
              <a:rPr lang="en-IN"/>
              <a:t>Dr. Navneet Kaur, Lovely Professional University</a:t>
            </a:r>
          </a:p>
        </p:txBody>
      </p:sp>
      <p:sp>
        <p:nvSpPr>
          <p:cNvPr id="6" name="Slide Number Placeholder 5"/>
          <p:cNvSpPr>
            <a:spLocks noGrp="1"/>
          </p:cNvSpPr>
          <p:nvPr>
            <p:ph type="sldNum" sz="quarter" idx="12"/>
          </p:nvPr>
        </p:nvSpPr>
        <p:spPr/>
        <p:txBody>
          <a:bodyPr/>
          <a:lstStyle/>
          <a:p>
            <a:fld id="{2066A04F-D713-4288-A8B9-BA887330B926}"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0" name="Rectangle 9"/>
          <p:cNvSpPr/>
          <p:nvPr/>
        </p:nvSpPr>
        <p:spPr>
          <a:xfrm>
            <a:off x="8435268" y="573807"/>
            <a:ext cx="86236"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8569419" y="573807"/>
            <a:ext cx="576072"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914400" y="1544715"/>
            <a:ext cx="7315200" cy="115409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914400" y="2769833"/>
            <a:ext cx="7315200" cy="35395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07690" y="548797"/>
            <a:ext cx="1189132" cy="297918"/>
          </a:xfrm>
          <a:prstGeom prst="rect">
            <a:avLst/>
          </a:prstGeom>
        </p:spPr>
        <p:txBody>
          <a:bodyPr vert="horz" lIns="91440" tIns="45720" rIns="91440" bIns="45720" rtlCol="0" anchor="ctr"/>
          <a:lstStyle>
            <a:lvl1pPr algn="l">
              <a:defRPr sz="1200">
                <a:solidFill>
                  <a:schemeClr val="tx1">
                    <a:alpha val="50000"/>
                  </a:schemeClr>
                </a:solidFill>
              </a:defRPr>
            </a:lvl1pPr>
          </a:lstStyle>
          <a:p>
            <a:fld id="{785CAE0E-7D63-43E1-ACB7-595E8AE1D856}" type="datetime1">
              <a:rPr lang="en-IN" smtClean="0"/>
              <a:t>04-12-2023</a:t>
            </a:fld>
            <a:endParaRPr lang="en-IN"/>
          </a:p>
        </p:txBody>
      </p:sp>
      <p:sp>
        <p:nvSpPr>
          <p:cNvPr id="6" name="Slide Number Placeholder 5"/>
          <p:cNvSpPr>
            <a:spLocks noGrp="1"/>
          </p:cNvSpPr>
          <p:nvPr>
            <p:ph type="sldNum" sz="quarter" idx="4"/>
          </p:nvPr>
        </p:nvSpPr>
        <p:spPr>
          <a:xfrm>
            <a:off x="7314415" y="548797"/>
            <a:ext cx="941203" cy="301752"/>
          </a:xfrm>
          <a:prstGeom prst="rect">
            <a:avLst/>
          </a:prstGeom>
        </p:spPr>
        <p:txBody>
          <a:bodyPr vert="horz" lIns="91440" tIns="45720" rIns="91440" bIns="45720" rtlCol="0" anchor="ctr"/>
          <a:lstStyle>
            <a:lvl1pPr algn="r">
              <a:defRPr sz="1200">
                <a:solidFill>
                  <a:schemeClr val="tx1"/>
                </a:solidFill>
              </a:defRPr>
            </a:lvl1pPr>
          </a:lstStyle>
          <a:p>
            <a:fld id="{2066A04F-D713-4288-A8B9-BA887330B926}" type="slidenum">
              <a:rPr lang="en-IN" smtClean="0"/>
              <a:t>‹#›</a:t>
            </a:fld>
            <a:endParaRPr lang="en-IN"/>
          </a:p>
        </p:txBody>
      </p:sp>
      <p:sp>
        <p:nvSpPr>
          <p:cNvPr id="5" name="Footer Placeholder 4"/>
          <p:cNvSpPr>
            <a:spLocks noGrp="1"/>
          </p:cNvSpPr>
          <p:nvPr>
            <p:ph type="ftr" sz="quarter" idx="3"/>
          </p:nvPr>
        </p:nvSpPr>
        <p:spPr>
          <a:xfrm>
            <a:off x="6008688" y="855956"/>
            <a:ext cx="2246489" cy="301227"/>
          </a:xfrm>
          <a:prstGeom prst="rect">
            <a:avLst/>
          </a:prstGeom>
        </p:spPr>
        <p:txBody>
          <a:bodyPr vert="horz" lIns="91440" tIns="0" rIns="91440" bIns="45720" rtlCol="0" anchor="t"/>
          <a:lstStyle>
            <a:lvl1pPr algn="l">
              <a:defRPr sz="1000">
                <a:solidFill>
                  <a:schemeClr val="tx1"/>
                </a:solidFill>
              </a:defRPr>
            </a:lvl1pPr>
          </a:lstStyle>
          <a:p>
            <a:r>
              <a:rPr lang="en-IN"/>
              <a:t>Dr. Navneet Kaur, Lovely Professional University</a:t>
            </a:r>
          </a:p>
        </p:txBody>
      </p:sp>
    </p:spTree>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dt="0"/>
  <p:txStyles>
    <p:titleStyle>
      <a:lvl1pPr algn="l" defTabSz="914400" rtl="0" eaLnBrk="1" latinLnBrk="0" hangingPunct="1">
        <a:spcBef>
          <a:spcPct val="0"/>
        </a:spcBef>
        <a:buNone/>
        <a:defRPr sz="4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w3schools.com/js/js_htmldom_methods.asp" TargetMode="External"/><Relationship Id="rId2" Type="http://schemas.openxmlformats.org/officeDocument/2006/relationships/hyperlink" Target="https://www.w3schools.com/js/js_htmldom.asp" TargetMode="External"/><Relationship Id="rId1" Type="http://schemas.openxmlformats.org/officeDocument/2006/relationships/slideLayout" Target="../slideLayouts/slideLayout2.xml"/><Relationship Id="rId6" Type="http://schemas.openxmlformats.org/officeDocument/2006/relationships/hyperlink" Target="https://www.w3schools.com/js/js_htmldom_html.asp" TargetMode="External"/><Relationship Id="rId5" Type="http://schemas.openxmlformats.org/officeDocument/2006/relationships/hyperlink" Target="https://www.w3schools.com/js/js_htmldom_elements.asp" TargetMode="External"/><Relationship Id="rId4" Type="http://schemas.openxmlformats.org/officeDocument/2006/relationships/hyperlink" Target="https://www.w3schools.com/js/js_htmldom_document.asp"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onlinegdb.com/-HsZpxeS0_" TargetMode="External"/><Relationship Id="rId2" Type="http://schemas.openxmlformats.org/officeDocument/2006/relationships/hyperlink" Target="https://onlinegdb.com/VQtxAJKTr"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marL="182880"/>
            <a:r>
              <a:rPr lang="en-US" dirty="0"/>
              <a:t>CSE326 </a:t>
            </a:r>
            <a:br>
              <a:rPr lang="en-US" dirty="0"/>
            </a:br>
            <a:r>
              <a:rPr lang="en-US" sz="3600" dirty="0"/>
              <a:t>Internet Programming Laboratory </a:t>
            </a:r>
            <a:br>
              <a:rPr lang="en-US" sz="3600" dirty="0"/>
            </a:br>
            <a:r>
              <a:rPr lang="en-US" sz="3600" dirty="0"/>
              <a:t>Lecture #13</a:t>
            </a:r>
            <a:endParaRPr lang="en-IN" sz="3600" dirty="0"/>
          </a:p>
        </p:txBody>
      </p:sp>
      <p:sp>
        <p:nvSpPr>
          <p:cNvPr id="3" name="Subtitle 2"/>
          <p:cNvSpPr>
            <a:spLocks noGrp="1"/>
          </p:cNvSpPr>
          <p:nvPr>
            <p:ph type="subTitle" idx="1"/>
          </p:nvPr>
        </p:nvSpPr>
        <p:spPr/>
        <p:txBody>
          <a:bodyPr/>
          <a:lstStyle/>
          <a:p>
            <a:r>
              <a:rPr lang="en-US" dirty="0"/>
              <a:t>Dr. </a:t>
            </a:r>
            <a:r>
              <a:rPr lang="en-US" dirty="0" err="1"/>
              <a:t>Navneet</a:t>
            </a:r>
            <a:r>
              <a:rPr lang="en-US" dirty="0"/>
              <a:t> </a:t>
            </a:r>
            <a:r>
              <a:rPr lang="en-US" dirty="0" err="1"/>
              <a:t>Kaur</a:t>
            </a:r>
            <a:endParaRPr lang="en-IN" dirty="0"/>
          </a:p>
        </p:txBody>
      </p:sp>
      <p:sp>
        <p:nvSpPr>
          <p:cNvPr id="4" name="Footer Placeholder 3"/>
          <p:cNvSpPr>
            <a:spLocks noGrp="1"/>
          </p:cNvSpPr>
          <p:nvPr>
            <p:ph type="ftr" sz="quarter" idx="12"/>
          </p:nvPr>
        </p:nvSpPr>
        <p:spPr/>
        <p:txBody>
          <a:bodyPr/>
          <a:lstStyle/>
          <a:p>
            <a:r>
              <a:rPr lang="en-IN"/>
              <a:t>Dr. Navneet Kaur, Lovely Professional University</a:t>
            </a:r>
          </a:p>
        </p:txBody>
      </p:sp>
      <p:sp>
        <p:nvSpPr>
          <p:cNvPr id="5" name="Slide Number Placeholder 4"/>
          <p:cNvSpPr>
            <a:spLocks noGrp="1"/>
          </p:cNvSpPr>
          <p:nvPr>
            <p:ph type="sldNum" sz="quarter" idx="11"/>
          </p:nvPr>
        </p:nvSpPr>
        <p:spPr/>
        <p:txBody>
          <a:bodyPr/>
          <a:lstStyle/>
          <a:p>
            <a:fld id="{2066A04F-D713-4288-A8B9-BA887330B926}" type="slidenum">
              <a:rPr lang="en-IN" smtClean="0"/>
              <a:t>1</a:t>
            </a:fld>
            <a:endParaRPr lang="en-IN"/>
          </a:p>
        </p:txBody>
      </p:sp>
    </p:spTree>
    <p:extLst>
      <p:ext uri="{BB962C8B-B14F-4D97-AF65-F5344CB8AC3E}">
        <p14:creationId xmlns:p14="http://schemas.microsoft.com/office/powerpoint/2010/main" val="3333136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barn(inVertical)">
                                      <p:cBhvr>
                                        <p:cTn id="14"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b="1" dirty="0"/>
              <a:t>Outline</a:t>
            </a:r>
            <a:endParaRPr lang="en-IN" b="1" dirty="0"/>
          </a:p>
        </p:txBody>
      </p:sp>
      <p:sp>
        <p:nvSpPr>
          <p:cNvPr id="3" name="Content Placeholder 2"/>
          <p:cNvSpPr>
            <a:spLocks noGrp="1"/>
          </p:cNvSpPr>
          <p:nvPr>
            <p:ph idx="1"/>
          </p:nvPr>
        </p:nvSpPr>
        <p:spPr/>
        <p:txBody>
          <a:bodyPr>
            <a:normAutofit/>
          </a:bodyPr>
          <a:lstStyle/>
          <a:p>
            <a:pPr algn="just"/>
            <a:r>
              <a:rPr lang="en-US" dirty="0"/>
              <a:t>Introduction to DOM</a:t>
            </a:r>
          </a:p>
          <a:p>
            <a:pPr algn="just"/>
            <a:r>
              <a:rPr lang="en-US" dirty="0"/>
              <a:t>DOM tree</a:t>
            </a:r>
          </a:p>
          <a:p>
            <a:pPr algn="just"/>
            <a:r>
              <a:rPr lang="en-US" dirty="0"/>
              <a:t>DOM methods</a:t>
            </a:r>
          </a:p>
          <a:p>
            <a:pPr lvl="1" algn="just"/>
            <a:r>
              <a:rPr lang="en-IN" dirty="0"/>
              <a:t>Node Creation and Manipulation</a:t>
            </a:r>
          </a:p>
          <a:p>
            <a:pPr lvl="1" algn="just"/>
            <a:r>
              <a:rPr lang="en-IN" dirty="0"/>
              <a:t>Accessing Elements</a:t>
            </a:r>
          </a:p>
          <a:p>
            <a:pPr lvl="1" algn="just"/>
            <a:endParaRPr lang="en-IN" dirty="0"/>
          </a:p>
        </p:txBody>
      </p:sp>
      <p:sp>
        <p:nvSpPr>
          <p:cNvPr id="4" name="Footer Placeholder 3"/>
          <p:cNvSpPr>
            <a:spLocks noGrp="1"/>
          </p:cNvSpPr>
          <p:nvPr>
            <p:ph type="ftr" sz="quarter" idx="11"/>
          </p:nvPr>
        </p:nvSpPr>
        <p:spPr/>
        <p:txBody>
          <a:bodyPr/>
          <a:lstStyle/>
          <a:p>
            <a:r>
              <a:rPr lang="en-IN" dirty="0" err="1"/>
              <a:t>Dr.</a:t>
            </a:r>
            <a:r>
              <a:rPr lang="en-IN" dirty="0"/>
              <a:t> </a:t>
            </a:r>
            <a:r>
              <a:rPr lang="en-IN" dirty="0" err="1"/>
              <a:t>Navneet</a:t>
            </a:r>
            <a:r>
              <a:rPr lang="en-IN" dirty="0"/>
              <a:t> </a:t>
            </a:r>
            <a:r>
              <a:rPr lang="en-IN" dirty="0" err="1"/>
              <a:t>Kaur</a:t>
            </a:r>
            <a:r>
              <a:rPr lang="en-IN" dirty="0"/>
              <a:t>,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2</a:t>
            </a:fld>
            <a:endParaRPr lang="en-IN"/>
          </a:p>
        </p:txBody>
      </p:sp>
    </p:spTree>
    <p:extLst>
      <p:ext uri="{BB962C8B-B14F-4D97-AF65-F5344CB8AC3E}">
        <p14:creationId xmlns:p14="http://schemas.microsoft.com/office/powerpoint/2010/main" val="126210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 calcmode="lin" valueType="num">
                                      <p:cBhvr additive="base">
                                        <p:cTn id="2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anim calcmode="lin" valueType="num">
                                      <p:cBhvr additive="base">
                                        <p:cTn id="3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anim calcmode="lin" valueType="num">
                                      <p:cBhvr additive="base">
                                        <p:cTn id="3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anim calcmode="lin" valueType="num">
                                      <p:cBhvr additive="base">
                                        <p:cTn id="4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4" end="4"/>
                                            </p:txEl>
                                          </p:spTgt>
                                        </p:tgtEl>
                                        <p:attrNameLst>
                                          <p:attrName>style.visibility</p:attrName>
                                        </p:attrNameLst>
                                      </p:cBhvr>
                                      <p:to>
                                        <p:strVal val="visible"/>
                                      </p:to>
                                    </p:set>
                                    <p:anim calcmode="lin" valueType="num">
                                      <p:cBhvr additive="base">
                                        <p:cTn id="4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Introduction to DOM</a:t>
            </a:r>
          </a:p>
        </p:txBody>
      </p:sp>
      <p:sp>
        <p:nvSpPr>
          <p:cNvPr id="3" name="Content Placeholder 2"/>
          <p:cNvSpPr>
            <a:spLocks noGrp="1"/>
          </p:cNvSpPr>
          <p:nvPr>
            <p:ph idx="1"/>
          </p:nvPr>
        </p:nvSpPr>
        <p:spPr/>
        <p:txBody>
          <a:bodyPr>
            <a:normAutofit/>
          </a:bodyPr>
          <a:lstStyle/>
          <a:p>
            <a:pPr algn="just"/>
            <a:r>
              <a:rPr lang="en-US" dirty="0"/>
              <a:t>The Document Object Model (DOM) is the data representation of the objects that comprise the structure and content of a document on the web. </a:t>
            </a:r>
          </a:p>
          <a:p>
            <a:pPr algn="just"/>
            <a:r>
              <a:rPr lang="en-US" dirty="0"/>
              <a:t>A web page is a document that can be either displayed in the browser window or as the HTML source. The document as a whole and all other elements in a document are parts of the document object model for that document. </a:t>
            </a:r>
          </a:p>
          <a:p>
            <a:pPr algn="just"/>
            <a:r>
              <a:rPr lang="en-US" dirty="0"/>
              <a:t>They can all be accessed and manipulated using the DOM and a scripting language like JavaScript.</a:t>
            </a:r>
          </a:p>
          <a:p>
            <a:pPr algn="just"/>
            <a:endParaRPr lang="en-US" dirty="0"/>
          </a:p>
        </p:txBody>
      </p:sp>
      <p:sp>
        <p:nvSpPr>
          <p:cNvPr id="4" name="Footer Placeholder 3"/>
          <p:cNvSpPr>
            <a:spLocks noGrp="1"/>
          </p:cNvSpPr>
          <p:nvPr>
            <p:ph type="ftr" sz="quarter" idx="11"/>
          </p:nvPr>
        </p:nvSpPr>
        <p:spPr/>
        <p:txBody>
          <a:bodyPr/>
          <a:lstStyle/>
          <a:p>
            <a:r>
              <a:rPr lang="en-IN" dirty="0" err="1"/>
              <a:t>Dr.</a:t>
            </a:r>
            <a:r>
              <a:rPr lang="en-IN" dirty="0"/>
              <a:t> </a:t>
            </a:r>
            <a:r>
              <a:rPr lang="en-IN" dirty="0" err="1"/>
              <a:t>Navneet</a:t>
            </a:r>
            <a:r>
              <a:rPr lang="en-IN" dirty="0"/>
              <a:t> </a:t>
            </a:r>
            <a:r>
              <a:rPr lang="en-IN" dirty="0" err="1"/>
              <a:t>Kaur</a:t>
            </a:r>
            <a:r>
              <a:rPr lang="en-IN" dirty="0"/>
              <a:t>,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3</a:t>
            </a:fld>
            <a:endParaRPr lang="en-IN"/>
          </a:p>
        </p:txBody>
      </p:sp>
    </p:spTree>
    <p:extLst>
      <p:ext uri="{BB962C8B-B14F-4D97-AF65-F5344CB8AC3E}">
        <p14:creationId xmlns:p14="http://schemas.microsoft.com/office/powerpoint/2010/main" val="89681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 calcmode="lin" valueType="num">
                                      <p:cBhvr additive="base">
                                        <p:cTn id="2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anim calcmode="lin" valueType="num">
                                      <p:cBhvr additive="base">
                                        <p:cTn id="3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anim calcmode="lin" valueType="num">
                                      <p:cBhvr additive="base">
                                        <p:cTn id="3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DOM tree</a:t>
            </a:r>
          </a:p>
        </p:txBody>
      </p:sp>
      <p:sp>
        <p:nvSpPr>
          <p:cNvPr id="3" name="Content Placeholder 2"/>
          <p:cNvSpPr>
            <a:spLocks noGrp="1"/>
          </p:cNvSpPr>
          <p:nvPr>
            <p:ph idx="1"/>
          </p:nvPr>
        </p:nvSpPr>
        <p:spPr/>
        <p:txBody>
          <a:bodyPr>
            <a:normAutofit/>
          </a:bodyPr>
          <a:lstStyle/>
          <a:p>
            <a:pPr algn="just"/>
            <a:r>
              <a:rPr lang="en-US" dirty="0"/>
              <a:t>A DOM tree is a tree structure whose nodes represent an HTML document's contents. Each HTML document has a DOM tree representation.</a:t>
            </a:r>
          </a:p>
          <a:p>
            <a:pPr marL="45720" indent="0" algn="just">
              <a:buNone/>
            </a:pPr>
            <a:endParaRPr lang="en-US" dirty="0"/>
          </a:p>
        </p:txBody>
      </p:sp>
      <p:sp>
        <p:nvSpPr>
          <p:cNvPr id="4" name="Footer Placeholder 3"/>
          <p:cNvSpPr>
            <a:spLocks noGrp="1"/>
          </p:cNvSpPr>
          <p:nvPr>
            <p:ph type="ftr" sz="quarter" idx="11"/>
          </p:nvPr>
        </p:nvSpPr>
        <p:spPr/>
        <p:txBody>
          <a:bodyPr/>
          <a:lstStyle/>
          <a:p>
            <a:r>
              <a:rPr lang="en-IN" dirty="0" err="1"/>
              <a:t>Dr.</a:t>
            </a:r>
            <a:r>
              <a:rPr lang="en-IN" dirty="0"/>
              <a:t> </a:t>
            </a:r>
            <a:r>
              <a:rPr lang="en-IN" dirty="0" err="1"/>
              <a:t>Navneet</a:t>
            </a:r>
            <a:r>
              <a:rPr lang="en-IN" dirty="0"/>
              <a:t> </a:t>
            </a:r>
            <a:r>
              <a:rPr lang="en-IN" dirty="0" err="1"/>
              <a:t>Kaur</a:t>
            </a:r>
            <a:r>
              <a:rPr lang="en-IN" dirty="0"/>
              <a:t>,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4</a:t>
            </a:fld>
            <a:endParaRPr lang="en-IN"/>
          </a:p>
        </p:txBody>
      </p:sp>
    </p:spTree>
    <p:extLst>
      <p:ext uri="{BB962C8B-B14F-4D97-AF65-F5344CB8AC3E}">
        <p14:creationId xmlns:p14="http://schemas.microsoft.com/office/powerpoint/2010/main" val="3158350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 calcmode="lin" valueType="num">
                                      <p:cBhvr additive="base">
                                        <p:cTn id="2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DOM tree</a:t>
            </a:r>
          </a:p>
        </p:txBody>
      </p:sp>
      <p:sp>
        <p:nvSpPr>
          <p:cNvPr id="3" name="Content Placeholder 2"/>
          <p:cNvSpPr>
            <a:spLocks noGrp="1"/>
          </p:cNvSpPr>
          <p:nvPr>
            <p:ph idx="1"/>
          </p:nvPr>
        </p:nvSpPr>
        <p:spPr/>
        <p:txBody>
          <a:bodyPr>
            <a:normAutofit/>
          </a:bodyPr>
          <a:lstStyle/>
          <a:p>
            <a:pPr marL="45720" indent="0" algn="just">
              <a:buNone/>
            </a:pPr>
            <a:r>
              <a:rPr lang="en-US" b="1" dirty="0">
                <a:solidFill>
                  <a:srgbClr val="FFFF00"/>
                </a:solidFill>
              </a:rPr>
              <a:t>&lt;html </a:t>
            </a:r>
            <a:r>
              <a:rPr lang="en-US" b="1" dirty="0" err="1">
                <a:solidFill>
                  <a:srgbClr val="FFFF00"/>
                </a:solidFill>
              </a:rPr>
              <a:t>lang</a:t>
            </a:r>
            <a:r>
              <a:rPr lang="en-US" b="1" dirty="0">
                <a:solidFill>
                  <a:srgbClr val="FFFF00"/>
                </a:solidFill>
              </a:rPr>
              <a:t>="en"&gt;</a:t>
            </a:r>
          </a:p>
          <a:p>
            <a:pPr marL="45720" indent="0" algn="just">
              <a:buNone/>
            </a:pPr>
            <a:r>
              <a:rPr lang="en-US" b="1" dirty="0">
                <a:solidFill>
                  <a:srgbClr val="FFFF00"/>
                </a:solidFill>
              </a:rPr>
              <a:t>  &lt;head&gt;</a:t>
            </a:r>
          </a:p>
          <a:p>
            <a:pPr marL="45720" indent="0" algn="just">
              <a:buNone/>
            </a:pPr>
            <a:r>
              <a:rPr lang="en-US" b="1" dirty="0">
                <a:solidFill>
                  <a:srgbClr val="FFFF00"/>
                </a:solidFill>
              </a:rPr>
              <a:t>    &lt;title&gt;My Document&lt;/title&gt;</a:t>
            </a:r>
          </a:p>
          <a:p>
            <a:pPr marL="45720" indent="0" algn="just">
              <a:buNone/>
            </a:pPr>
            <a:r>
              <a:rPr lang="en-US" b="1" dirty="0">
                <a:solidFill>
                  <a:srgbClr val="FFFF00"/>
                </a:solidFill>
              </a:rPr>
              <a:t>  &lt;/head&gt;</a:t>
            </a:r>
          </a:p>
          <a:p>
            <a:pPr marL="45720" indent="0" algn="just">
              <a:buNone/>
            </a:pPr>
            <a:r>
              <a:rPr lang="en-US" b="1" dirty="0">
                <a:solidFill>
                  <a:srgbClr val="FFFF00"/>
                </a:solidFill>
              </a:rPr>
              <a:t>  &lt;body&gt;</a:t>
            </a:r>
          </a:p>
          <a:p>
            <a:pPr marL="45720" indent="0" algn="just">
              <a:buNone/>
            </a:pPr>
            <a:r>
              <a:rPr lang="en-US" b="1" dirty="0">
                <a:solidFill>
                  <a:srgbClr val="FFFF00"/>
                </a:solidFill>
              </a:rPr>
              <a:t>    &lt;h1&gt;Header&lt;/h1&gt;</a:t>
            </a:r>
          </a:p>
          <a:p>
            <a:pPr marL="45720" indent="0" algn="just">
              <a:buNone/>
            </a:pPr>
            <a:r>
              <a:rPr lang="en-US" b="1" dirty="0">
                <a:solidFill>
                  <a:srgbClr val="FFFF00"/>
                </a:solidFill>
              </a:rPr>
              <a:t>    &lt;p&gt;Paragraph&lt;/p&gt;</a:t>
            </a:r>
          </a:p>
          <a:p>
            <a:pPr marL="45720" indent="0" algn="just">
              <a:buNone/>
            </a:pPr>
            <a:r>
              <a:rPr lang="en-US" b="1" dirty="0">
                <a:solidFill>
                  <a:srgbClr val="FFFF00"/>
                </a:solidFill>
              </a:rPr>
              <a:t>  &lt;/body&gt;</a:t>
            </a:r>
          </a:p>
          <a:p>
            <a:pPr marL="45720" indent="0" algn="just">
              <a:buNone/>
            </a:pPr>
            <a:r>
              <a:rPr lang="en-US" b="1" dirty="0">
                <a:solidFill>
                  <a:srgbClr val="FFFF00"/>
                </a:solidFill>
              </a:rPr>
              <a:t>&lt;/html&gt;</a:t>
            </a:r>
          </a:p>
        </p:txBody>
      </p:sp>
      <p:sp>
        <p:nvSpPr>
          <p:cNvPr id="4" name="Footer Placeholder 3"/>
          <p:cNvSpPr>
            <a:spLocks noGrp="1"/>
          </p:cNvSpPr>
          <p:nvPr>
            <p:ph type="ftr" sz="quarter" idx="11"/>
          </p:nvPr>
        </p:nvSpPr>
        <p:spPr/>
        <p:txBody>
          <a:bodyPr/>
          <a:lstStyle/>
          <a:p>
            <a:r>
              <a:rPr lang="en-IN" dirty="0" err="1"/>
              <a:t>Dr.</a:t>
            </a:r>
            <a:r>
              <a:rPr lang="en-IN" dirty="0"/>
              <a:t> </a:t>
            </a:r>
            <a:r>
              <a:rPr lang="en-IN" dirty="0" err="1"/>
              <a:t>Navneet</a:t>
            </a:r>
            <a:r>
              <a:rPr lang="en-IN" dirty="0"/>
              <a:t> </a:t>
            </a:r>
            <a:r>
              <a:rPr lang="en-IN" dirty="0" err="1"/>
              <a:t>Kaur</a:t>
            </a:r>
            <a:r>
              <a:rPr lang="en-IN" dirty="0"/>
              <a:t>,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5</a:t>
            </a:fld>
            <a:endParaRPr lang="en-IN"/>
          </a:p>
        </p:txBody>
      </p:sp>
      <p:pic>
        <p:nvPicPr>
          <p:cNvPr id="6" name="Picture 2"/>
          <p:cNvPicPr>
            <a:picLocks noChangeAspect="1" noChangeArrowheads="1"/>
          </p:cNvPicPr>
          <p:nvPr/>
        </p:nvPicPr>
        <p:blipFill>
          <a:blip r:embed="rId2">
            <a:duotone>
              <a:prstClr val="black"/>
              <a:srgbClr val="D9C3A5">
                <a:tint val="50000"/>
                <a:satMod val="180000"/>
              </a:srgbClr>
            </a:duotone>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bwMode="auto">
          <a:xfrm>
            <a:off x="4672757" y="2852936"/>
            <a:ext cx="4242713" cy="259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96849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anim calcmode="lin" valueType="num">
                                      <p:cBhvr>
                                        <p:cTn id="3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1000"/>
                                        <p:tgtEl>
                                          <p:spTgt spid="3">
                                            <p:txEl>
                                              <p:pRg st="6" end="6"/>
                                            </p:txEl>
                                          </p:spTgt>
                                        </p:tgtEl>
                                      </p:cBhvr>
                                    </p:animEffect>
                                    <p:anim calcmode="lin" valueType="num">
                                      <p:cBhvr>
                                        <p:cTn id="3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1000"/>
                                        <p:tgtEl>
                                          <p:spTgt spid="3">
                                            <p:txEl>
                                              <p:pRg st="7" end="7"/>
                                            </p:txEl>
                                          </p:spTgt>
                                        </p:tgtEl>
                                      </p:cBhvr>
                                    </p:animEffect>
                                    <p:anim calcmode="lin" valueType="num">
                                      <p:cBhvr>
                                        <p:cTn id="4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1000"/>
                                        <p:tgtEl>
                                          <p:spTgt spid="3">
                                            <p:txEl>
                                              <p:pRg st="8" end="8"/>
                                            </p:txEl>
                                          </p:spTgt>
                                        </p:tgtEl>
                                      </p:cBhvr>
                                    </p:animEffect>
                                    <p:anim calcmode="lin" valueType="num">
                                      <p:cBhvr>
                                        <p:cTn id="48"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1" presetClass="entr" presetSubtype="1" fill="hold" nodeType="click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wheel(1)">
                                      <p:cBhvr>
                                        <p:cTn id="54"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DOM methods</a:t>
            </a:r>
          </a:p>
        </p:txBody>
      </p:sp>
      <p:sp>
        <p:nvSpPr>
          <p:cNvPr id="4" name="Footer Placeholder 3"/>
          <p:cNvSpPr>
            <a:spLocks noGrp="1"/>
          </p:cNvSpPr>
          <p:nvPr>
            <p:ph type="ftr" sz="quarter" idx="11"/>
          </p:nvPr>
        </p:nvSpPr>
        <p:spPr/>
        <p:txBody>
          <a:bodyPr/>
          <a:lstStyle/>
          <a:p>
            <a:r>
              <a:rPr lang="en-IN" dirty="0" err="1"/>
              <a:t>Dr.</a:t>
            </a:r>
            <a:r>
              <a:rPr lang="en-IN" dirty="0"/>
              <a:t> </a:t>
            </a:r>
            <a:r>
              <a:rPr lang="en-IN" dirty="0" err="1"/>
              <a:t>Navneet</a:t>
            </a:r>
            <a:r>
              <a:rPr lang="en-IN" dirty="0"/>
              <a:t> </a:t>
            </a:r>
            <a:r>
              <a:rPr lang="en-IN" dirty="0" err="1"/>
              <a:t>Kaur</a:t>
            </a:r>
            <a:r>
              <a:rPr lang="en-IN" dirty="0"/>
              <a:t>,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6</a:t>
            </a:fld>
            <a:endParaRPr lang="en-IN"/>
          </a:p>
        </p:txBody>
      </p:sp>
      <p:sp>
        <p:nvSpPr>
          <p:cNvPr id="3" name="Content Placeholder 2"/>
          <p:cNvSpPr>
            <a:spLocks noGrp="1"/>
          </p:cNvSpPr>
          <p:nvPr>
            <p:ph idx="1"/>
          </p:nvPr>
        </p:nvSpPr>
        <p:spPr/>
        <p:txBody>
          <a:bodyPr/>
          <a:lstStyle/>
          <a:p>
            <a:pPr algn="just"/>
            <a:r>
              <a:rPr lang="en-US" dirty="0"/>
              <a:t>DOM Methods are the actions that you can perform on objects (elements) of DOM.</a:t>
            </a:r>
          </a:p>
          <a:p>
            <a:pPr algn="just"/>
            <a:r>
              <a:rPr lang="en-US" dirty="0"/>
              <a:t>DOM methods include selecting an element, creating a new element, changing the content of the element, changing CSS, removing element etc.</a:t>
            </a:r>
          </a:p>
          <a:p>
            <a:pPr algn="just"/>
            <a:endParaRPr lang="en-US" dirty="0"/>
          </a:p>
        </p:txBody>
      </p:sp>
    </p:spTree>
    <p:extLst>
      <p:ext uri="{BB962C8B-B14F-4D97-AF65-F5344CB8AC3E}">
        <p14:creationId xmlns:p14="http://schemas.microsoft.com/office/powerpoint/2010/main" val="875103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 calcmode="lin" valueType="num">
                                      <p:cBhvr additive="base">
                                        <p:cTn id="2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anim calcmode="lin" valueType="num">
                                      <p:cBhvr additive="base">
                                        <p:cTn id="3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Node Creation and Manipulation</a:t>
            </a:r>
          </a:p>
        </p:txBody>
      </p:sp>
      <p:sp>
        <p:nvSpPr>
          <p:cNvPr id="4" name="Footer Placeholder 3"/>
          <p:cNvSpPr>
            <a:spLocks noGrp="1"/>
          </p:cNvSpPr>
          <p:nvPr>
            <p:ph type="ftr" sz="quarter" idx="11"/>
          </p:nvPr>
        </p:nvSpPr>
        <p:spPr/>
        <p:txBody>
          <a:bodyPr/>
          <a:lstStyle/>
          <a:p>
            <a:r>
              <a:rPr lang="en-IN" dirty="0" err="1"/>
              <a:t>Dr.</a:t>
            </a:r>
            <a:r>
              <a:rPr lang="en-IN" dirty="0"/>
              <a:t> </a:t>
            </a:r>
            <a:r>
              <a:rPr lang="en-IN" dirty="0" err="1"/>
              <a:t>Navneet</a:t>
            </a:r>
            <a:r>
              <a:rPr lang="en-IN" dirty="0"/>
              <a:t> </a:t>
            </a:r>
            <a:r>
              <a:rPr lang="en-IN" dirty="0" err="1"/>
              <a:t>Kaur</a:t>
            </a:r>
            <a:r>
              <a:rPr lang="en-IN" dirty="0"/>
              <a:t>,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7</a:t>
            </a:fld>
            <a:endParaRPr lang="en-IN"/>
          </a:p>
        </p:txBody>
      </p:sp>
      <p:sp>
        <p:nvSpPr>
          <p:cNvPr id="3" name="Content Placeholder 2"/>
          <p:cNvSpPr>
            <a:spLocks noGrp="1"/>
          </p:cNvSpPr>
          <p:nvPr>
            <p:ph idx="1"/>
          </p:nvPr>
        </p:nvSpPr>
        <p:spPr/>
        <p:txBody>
          <a:bodyPr>
            <a:normAutofit/>
          </a:bodyPr>
          <a:lstStyle/>
          <a:p>
            <a:pPr algn="just"/>
            <a:r>
              <a:rPr lang="en-US" dirty="0"/>
              <a:t>Node creation and manipulation refer to the process of creating new nodes (elements or text) in the Document Object Model (DOM) and modifying the existing nodes to change the structure or content of a web page.</a:t>
            </a:r>
          </a:p>
          <a:p>
            <a:pPr lvl="1" algn="just"/>
            <a:r>
              <a:rPr lang="en-US" b="1" dirty="0" err="1">
                <a:solidFill>
                  <a:srgbClr val="FFFF00"/>
                </a:solidFill>
              </a:rPr>
              <a:t>document.createElement</a:t>
            </a:r>
            <a:r>
              <a:rPr lang="en-US" b="1" dirty="0">
                <a:solidFill>
                  <a:srgbClr val="FFFF00"/>
                </a:solidFill>
              </a:rPr>
              <a:t>(</a:t>
            </a:r>
            <a:r>
              <a:rPr lang="en-US" b="1" dirty="0" err="1">
                <a:solidFill>
                  <a:srgbClr val="FFFF00"/>
                </a:solidFill>
              </a:rPr>
              <a:t>tagName</a:t>
            </a:r>
            <a:r>
              <a:rPr lang="en-US" b="1" dirty="0">
                <a:solidFill>
                  <a:srgbClr val="FFFF00"/>
                </a:solidFill>
              </a:rPr>
              <a:t>): </a:t>
            </a:r>
            <a:r>
              <a:rPr lang="en-US" dirty="0"/>
              <a:t>Creates a new HTML element with the specified tag name.</a:t>
            </a:r>
          </a:p>
          <a:p>
            <a:pPr lvl="1" algn="just"/>
            <a:r>
              <a:rPr lang="en-US" b="1" dirty="0" err="1">
                <a:solidFill>
                  <a:srgbClr val="FFFF00"/>
                </a:solidFill>
              </a:rPr>
              <a:t>document.createTextNode</a:t>
            </a:r>
            <a:r>
              <a:rPr lang="en-US" b="1" dirty="0">
                <a:solidFill>
                  <a:srgbClr val="FFFF00"/>
                </a:solidFill>
              </a:rPr>
              <a:t>(text): </a:t>
            </a:r>
            <a:r>
              <a:rPr lang="en-US" dirty="0"/>
              <a:t>Creates a new text node with the specified text.</a:t>
            </a:r>
          </a:p>
          <a:p>
            <a:pPr lvl="1" algn="just"/>
            <a:r>
              <a:rPr lang="en-US" b="1" dirty="0" err="1">
                <a:solidFill>
                  <a:srgbClr val="FFFF00"/>
                </a:solidFill>
              </a:rPr>
              <a:t>parentNode.appendChild</a:t>
            </a:r>
            <a:r>
              <a:rPr lang="en-US" b="1" dirty="0">
                <a:solidFill>
                  <a:srgbClr val="FFFF00"/>
                </a:solidFill>
              </a:rPr>
              <a:t>(node): </a:t>
            </a:r>
            <a:r>
              <a:rPr lang="en-US" dirty="0"/>
              <a:t>Adds a new child node to the end of the list of children of a specified parent node.</a:t>
            </a:r>
          </a:p>
        </p:txBody>
      </p:sp>
    </p:spTree>
    <p:extLst>
      <p:ext uri="{BB962C8B-B14F-4D97-AF65-F5344CB8AC3E}">
        <p14:creationId xmlns:p14="http://schemas.microsoft.com/office/powerpoint/2010/main" val="2959983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 calcmode="lin" valueType="num">
                                      <p:cBhvr additive="base">
                                        <p:cTn id="2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anim calcmode="lin" valueType="num">
                                      <p:cBhvr additive="base">
                                        <p:cTn id="3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anim calcmode="lin" valueType="num">
                                      <p:cBhvr additive="base">
                                        <p:cTn id="3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anim calcmode="lin" valueType="num">
                                      <p:cBhvr additive="base">
                                        <p:cTn id="4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Node Creation and Manipulation</a:t>
            </a:r>
          </a:p>
        </p:txBody>
      </p:sp>
      <p:sp>
        <p:nvSpPr>
          <p:cNvPr id="4" name="Footer Placeholder 3"/>
          <p:cNvSpPr>
            <a:spLocks noGrp="1"/>
          </p:cNvSpPr>
          <p:nvPr>
            <p:ph type="ftr" sz="quarter" idx="11"/>
          </p:nvPr>
        </p:nvSpPr>
        <p:spPr/>
        <p:txBody>
          <a:bodyPr/>
          <a:lstStyle/>
          <a:p>
            <a:r>
              <a:rPr lang="en-IN" dirty="0" err="1"/>
              <a:t>Dr.</a:t>
            </a:r>
            <a:r>
              <a:rPr lang="en-IN" dirty="0"/>
              <a:t> </a:t>
            </a:r>
            <a:r>
              <a:rPr lang="en-IN" dirty="0" err="1"/>
              <a:t>Navneet</a:t>
            </a:r>
            <a:r>
              <a:rPr lang="en-IN" dirty="0"/>
              <a:t> </a:t>
            </a:r>
            <a:r>
              <a:rPr lang="en-IN" dirty="0" err="1"/>
              <a:t>Kaur</a:t>
            </a:r>
            <a:r>
              <a:rPr lang="en-IN" dirty="0"/>
              <a:t>,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8</a:t>
            </a:fld>
            <a:endParaRPr lang="en-IN"/>
          </a:p>
        </p:txBody>
      </p:sp>
      <p:sp>
        <p:nvSpPr>
          <p:cNvPr id="3" name="Content Placeholder 2"/>
          <p:cNvSpPr>
            <a:spLocks noGrp="1"/>
          </p:cNvSpPr>
          <p:nvPr>
            <p:ph idx="1"/>
          </p:nvPr>
        </p:nvSpPr>
        <p:spPr/>
        <p:txBody>
          <a:bodyPr>
            <a:normAutofit/>
          </a:bodyPr>
          <a:lstStyle/>
          <a:p>
            <a:pPr lvl="1"/>
            <a:r>
              <a:rPr lang="en-US" b="1" dirty="0" err="1">
                <a:solidFill>
                  <a:srgbClr val="FFFF00"/>
                </a:solidFill>
              </a:rPr>
              <a:t>parentNode.removeChild</a:t>
            </a:r>
            <a:r>
              <a:rPr lang="en-US" b="1" dirty="0">
                <a:solidFill>
                  <a:srgbClr val="FFFF00"/>
                </a:solidFill>
              </a:rPr>
              <a:t>(node):  </a:t>
            </a:r>
            <a:r>
              <a:rPr lang="en-US" dirty="0"/>
              <a:t>Removes a child node from the DOM.</a:t>
            </a:r>
          </a:p>
        </p:txBody>
      </p:sp>
    </p:spTree>
    <p:extLst>
      <p:ext uri="{BB962C8B-B14F-4D97-AF65-F5344CB8AC3E}">
        <p14:creationId xmlns:p14="http://schemas.microsoft.com/office/powerpoint/2010/main" val="914994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0250A-657B-3E1E-FB56-3C806983F937}"/>
              </a:ext>
            </a:extLst>
          </p:cNvPr>
          <p:cNvSpPr>
            <a:spLocks noGrp="1"/>
          </p:cNvSpPr>
          <p:nvPr>
            <p:ph type="title"/>
          </p:nvPr>
        </p:nvSpPr>
        <p:spPr/>
        <p:txBody>
          <a:bodyPr>
            <a:normAutofit fontScale="90000"/>
          </a:bodyPr>
          <a:lstStyle/>
          <a:p>
            <a:r>
              <a:rPr lang="en-US" dirty="0"/>
              <a:t>Add paragraph first, for that create an element for adding paragraph</a:t>
            </a:r>
            <a:endParaRPr lang="en-IN" dirty="0"/>
          </a:p>
        </p:txBody>
      </p:sp>
      <p:pic>
        <p:nvPicPr>
          <p:cNvPr id="7" name="Content Placeholder 6">
            <a:extLst>
              <a:ext uri="{FF2B5EF4-FFF2-40B4-BE49-F238E27FC236}">
                <a16:creationId xmlns:a16="http://schemas.microsoft.com/office/drawing/2014/main" id="{CD875F48-8007-CC74-6EAF-92621076F509}"/>
              </a:ext>
            </a:extLst>
          </p:cNvPr>
          <p:cNvPicPr>
            <a:picLocks noGrp="1" noChangeAspect="1"/>
          </p:cNvPicPr>
          <p:nvPr>
            <p:ph idx="1"/>
          </p:nvPr>
        </p:nvPicPr>
        <p:blipFill>
          <a:blip r:embed="rId2"/>
          <a:stretch>
            <a:fillRect/>
          </a:stretch>
        </p:blipFill>
        <p:spPr>
          <a:xfrm>
            <a:off x="1020772" y="3083910"/>
            <a:ext cx="7102455" cy="2911092"/>
          </a:xfrm>
        </p:spPr>
      </p:pic>
      <p:sp>
        <p:nvSpPr>
          <p:cNvPr id="4" name="Footer Placeholder 3">
            <a:extLst>
              <a:ext uri="{FF2B5EF4-FFF2-40B4-BE49-F238E27FC236}">
                <a16:creationId xmlns:a16="http://schemas.microsoft.com/office/drawing/2014/main" id="{5A2F902F-44BD-A9FB-731C-0BF3F8196DAF}"/>
              </a:ext>
            </a:extLst>
          </p:cNvPr>
          <p:cNvSpPr>
            <a:spLocks noGrp="1"/>
          </p:cNvSpPr>
          <p:nvPr>
            <p:ph type="ftr" sz="quarter" idx="11"/>
          </p:nvPr>
        </p:nvSpPr>
        <p:spPr/>
        <p:txBody>
          <a:bodyPr/>
          <a:lstStyle/>
          <a:p>
            <a:r>
              <a:rPr lang="en-IN"/>
              <a:t>Dr. Navneet Kaur, Lovely Professional University</a:t>
            </a:r>
          </a:p>
        </p:txBody>
      </p:sp>
      <p:sp>
        <p:nvSpPr>
          <p:cNvPr id="5" name="Slide Number Placeholder 4">
            <a:extLst>
              <a:ext uri="{FF2B5EF4-FFF2-40B4-BE49-F238E27FC236}">
                <a16:creationId xmlns:a16="http://schemas.microsoft.com/office/drawing/2014/main" id="{D687135B-265B-7A6D-817E-27694676B243}"/>
              </a:ext>
            </a:extLst>
          </p:cNvPr>
          <p:cNvSpPr>
            <a:spLocks noGrp="1"/>
          </p:cNvSpPr>
          <p:nvPr>
            <p:ph type="sldNum" sz="quarter" idx="12"/>
          </p:nvPr>
        </p:nvSpPr>
        <p:spPr/>
        <p:txBody>
          <a:bodyPr/>
          <a:lstStyle/>
          <a:p>
            <a:fld id="{2066A04F-D713-4288-A8B9-BA887330B926}" type="slidenum">
              <a:rPr lang="en-IN" smtClean="0"/>
              <a:t>9</a:t>
            </a:fld>
            <a:endParaRPr lang="en-IN"/>
          </a:p>
        </p:txBody>
      </p:sp>
    </p:spTree>
    <p:extLst>
      <p:ext uri="{BB962C8B-B14F-4D97-AF65-F5344CB8AC3E}">
        <p14:creationId xmlns:p14="http://schemas.microsoft.com/office/powerpoint/2010/main" val="1940273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AA959-3DE6-1B08-B110-0377AC5B585F}"/>
              </a:ext>
            </a:extLst>
          </p:cNvPr>
          <p:cNvSpPr>
            <a:spLocks noGrp="1"/>
          </p:cNvSpPr>
          <p:nvPr>
            <p:ph type="title"/>
          </p:nvPr>
        </p:nvSpPr>
        <p:spPr/>
        <p:txBody>
          <a:bodyPr>
            <a:normAutofit fontScale="90000"/>
          </a:bodyPr>
          <a:lstStyle/>
          <a:p>
            <a:r>
              <a:rPr lang="en-US" dirty="0"/>
              <a:t>To modify the paragraph/add text inside paragraph</a:t>
            </a:r>
            <a:endParaRPr lang="en-IN" dirty="0"/>
          </a:p>
        </p:txBody>
      </p:sp>
      <p:pic>
        <p:nvPicPr>
          <p:cNvPr id="7" name="Content Placeholder 6">
            <a:extLst>
              <a:ext uri="{FF2B5EF4-FFF2-40B4-BE49-F238E27FC236}">
                <a16:creationId xmlns:a16="http://schemas.microsoft.com/office/drawing/2014/main" id="{1D1859B2-5AB1-C0E3-77E9-9DE8AD373E9E}"/>
              </a:ext>
            </a:extLst>
          </p:cNvPr>
          <p:cNvPicPr>
            <a:picLocks noGrp="1" noChangeAspect="1"/>
          </p:cNvPicPr>
          <p:nvPr>
            <p:ph idx="1"/>
          </p:nvPr>
        </p:nvPicPr>
        <p:blipFill>
          <a:blip r:embed="rId2"/>
          <a:stretch>
            <a:fillRect/>
          </a:stretch>
        </p:blipFill>
        <p:spPr>
          <a:xfrm>
            <a:off x="1831576" y="2770188"/>
            <a:ext cx="5480847" cy="3538537"/>
          </a:xfrm>
        </p:spPr>
      </p:pic>
      <p:sp>
        <p:nvSpPr>
          <p:cNvPr id="4" name="Footer Placeholder 3">
            <a:extLst>
              <a:ext uri="{FF2B5EF4-FFF2-40B4-BE49-F238E27FC236}">
                <a16:creationId xmlns:a16="http://schemas.microsoft.com/office/drawing/2014/main" id="{32A7087D-9085-D5C6-7ACF-6286104BBEEF}"/>
              </a:ext>
            </a:extLst>
          </p:cNvPr>
          <p:cNvSpPr>
            <a:spLocks noGrp="1"/>
          </p:cNvSpPr>
          <p:nvPr>
            <p:ph type="ftr" sz="quarter" idx="11"/>
          </p:nvPr>
        </p:nvSpPr>
        <p:spPr/>
        <p:txBody>
          <a:bodyPr/>
          <a:lstStyle/>
          <a:p>
            <a:r>
              <a:rPr lang="en-IN"/>
              <a:t>Dr. Navneet Kaur, Lovely Professional University</a:t>
            </a:r>
          </a:p>
        </p:txBody>
      </p:sp>
      <p:sp>
        <p:nvSpPr>
          <p:cNvPr id="5" name="Slide Number Placeholder 4">
            <a:extLst>
              <a:ext uri="{FF2B5EF4-FFF2-40B4-BE49-F238E27FC236}">
                <a16:creationId xmlns:a16="http://schemas.microsoft.com/office/drawing/2014/main" id="{6C985C11-BCDA-14F4-C98E-223F7FB3B5D4}"/>
              </a:ext>
            </a:extLst>
          </p:cNvPr>
          <p:cNvSpPr>
            <a:spLocks noGrp="1"/>
          </p:cNvSpPr>
          <p:nvPr>
            <p:ph type="sldNum" sz="quarter" idx="12"/>
          </p:nvPr>
        </p:nvSpPr>
        <p:spPr/>
        <p:txBody>
          <a:bodyPr/>
          <a:lstStyle/>
          <a:p>
            <a:fld id="{2066A04F-D713-4288-A8B9-BA887330B926}" type="slidenum">
              <a:rPr lang="en-IN" smtClean="0"/>
              <a:t>10</a:t>
            </a:fld>
            <a:endParaRPr lang="en-IN"/>
          </a:p>
        </p:txBody>
      </p:sp>
    </p:spTree>
    <p:extLst>
      <p:ext uri="{BB962C8B-B14F-4D97-AF65-F5344CB8AC3E}">
        <p14:creationId xmlns:p14="http://schemas.microsoft.com/office/powerpoint/2010/main" val="1348940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70194-537C-48D0-C4F5-7A819CAA1304}"/>
              </a:ext>
            </a:extLst>
          </p:cNvPr>
          <p:cNvSpPr>
            <a:spLocks noGrp="1"/>
          </p:cNvSpPr>
          <p:nvPr>
            <p:ph type="title"/>
          </p:nvPr>
        </p:nvSpPr>
        <p:spPr/>
        <p:txBody>
          <a:bodyPr>
            <a:normAutofit fontScale="90000"/>
          </a:bodyPr>
          <a:lstStyle/>
          <a:p>
            <a:r>
              <a:rPr lang="en-US" dirty="0"/>
              <a:t>To make this paragraph visible on the webpage, use </a:t>
            </a:r>
            <a:r>
              <a:rPr lang="en-US" dirty="0" err="1"/>
              <a:t>appendchild</a:t>
            </a:r>
            <a:endParaRPr lang="en-IN" dirty="0"/>
          </a:p>
        </p:txBody>
      </p:sp>
      <p:pic>
        <p:nvPicPr>
          <p:cNvPr id="7" name="Content Placeholder 6">
            <a:extLst>
              <a:ext uri="{FF2B5EF4-FFF2-40B4-BE49-F238E27FC236}">
                <a16:creationId xmlns:a16="http://schemas.microsoft.com/office/drawing/2014/main" id="{4F9B23DC-AC4E-B3A5-F594-96227738D5FF}"/>
              </a:ext>
            </a:extLst>
          </p:cNvPr>
          <p:cNvPicPr>
            <a:picLocks noGrp="1" noChangeAspect="1"/>
          </p:cNvPicPr>
          <p:nvPr>
            <p:ph idx="1"/>
          </p:nvPr>
        </p:nvPicPr>
        <p:blipFill>
          <a:blip r:embed="rId2"/>
          <a:stretch>
            <a:fillRect/>
          </a:stretch>
        </p:blipFill>
        <p:spPr>
          <a:xfrm>
            <a:off x="914400" y="2899246"/>
            <a:ext cx="7315200" cy="3280420"/>
          </a:xfrm>
        </p:spPr>
      </p:pic>
      <p:sp>
        <p:nvSpPr>
          <p:cNvPr id="4" name="Footer Placeholder 3">
            <a:extLst>
              <a:ext uri="{FF2B5EF4-FFF2-40B4-BE49-F238E27FC236}">
                <a16:creationId xmlns:a16="http://schemas.microsoft.com/office/drawing/2014/main" id="{44B489CB-339E-5111-B186-EF38213F4C6D}"/>
              </a:ext>
            </a:extLst>
          </p:cNvPr>
          <p:cNvSpPr>
            <a:spLocks noGrp="1"/>
          </p:cNvSpPr>
          <p:nvPr>
            <p:ph type="ftr" sz="quarter" idx="11"/>
          </p:nvPr>
        </p:nvSpPr>
        <p:spPr/>
        <p:txBody>
          <a:bodyPr/>
          <a:lstStyle/>
          <a:p>
            <a:r>
              <a:rPr lang="en-IN"/>
              <a:t>Dr. Navneet Kaur, Lovely Professional University</a:t>
            </a:r>
          </a:p>
        </p:txBody>
      </p:sp>
      <p:sp>
        <p:nvSpPr>
          <p:cNvPr id="5" name="Slide Number Placeholder 4">
            <a:extLst>
              <a:ext uri="{FF2B5EF4-FFF2-40B4-BE49-F238E27FC236}">
                <a16:creationId xmlns:a16="http://schemas.microsoft.com/office/drawing/2014/main" id="{1EE67EB9-3479-60EE-F1D4-991597988664}"/>
              </a:ext>
            </a:extLst>
          </p:cNvPr>
          <p:cNvSpPr>
            <a:spLocks noGrp="1"/>
          </p:cNvSpPr>
          <p:nvPr>
            <p:ph type="sldNum" sz="quarter" idx="12"/>
          </p:nvPr>
        </p:nvSpPr>
        <p:spPr/>
        <p:txBody>
          <a:bodyPr/>
          <a:lstStyle/>
          <a:p>
            <a:fld id="{2066A04F-D713-4288-A8B9-BA887330B926}" type="slidenum">
              <a:rPr lang="en-IN" smtClean="0"/>
              <a:t>11</a:t>
            </a:fld>
            <a:endParaRPr lang="en-IN"/>
          </a:p>
        </p:txBody>
      </p:sp>
    </p:spTree>
    <p:extLst>
      <p:ext uri="{BB962C8B-B14F-4D97-AF65-F5344CB8AC3E}">
        <p14:creationId xmlns:p14="http://schemas.microsoft.com/office/powerpoint/2010/main" val="198996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40814-571A-B8CB-3D75-23C02D6BE998}"/>
              </a:ext>
            </a:extLst>
          </p:cNvPr>
          <p:cNvSpPr>
            <a:spLocks noGrp="1"/>
          </p:cNvSpPr>
          <p:nvPr>
            <p:ph type="title"/>
          </p:nvPr>
        </p:nvSpPr>
        <p:spPr/>
        <p:txBody>
          <a:bodyPr>
            <a:normAutofit fontScale="90000"/>
          </a:bodyPr>
          <a:lstStyle/>
          <a:p>
            <a:r>
              <a:rPr lang="en-US" dirty="0"/>
              <a:t>Let we want to create a text node</a:t>
            </a:r>
            <a:endParaRPr lang="en-IN" dirty="0"/>
          </a:p>
        </p:txBody>
      </p:sp>
      <p:pic>
        <p:nvPicPr>
          <p:cNvPr id="7" name="Content Placeholder 6">
            <a:extLst>
              <a:ext uri="{FF2B5EF4-FFF2-40B4-BE49-F238E27FC236}">
                <a16:creationId xmlns:a16="http://schemas.microsoft.com/office/drawing/2014/main" id="{D00B03A9-D0FD-7914-D473-7E623977D895}"/>
              </a:ext>
            </a:extLst>
          </p:cNvPr>
          <p:cNvPicPr>
            <a:picLocks noGrp="1" noChangeAspect="1"/>
          </p:cNvPicPr>
          <p:nvPr>
            <p:ph idx="1"/>
          </p:nvPr>
        </p:nvPicPr>
        <p:blipFill>
          <a:blip r:embed="rId2"/>
          <a:stretch>
            <a:fillRect/>
          </a:stretch>
        </p:blipFill>
        <p:spPr>
          <a:xfrm>
            <a:off x="914400" y="3001480"/>
            <a:ext cx="7315200" cy="3075952"/>
          </a:xfrm>
        </p:spPr>
      </p:pic>
      <p:sp>
        <p:nvSpPr>
          <p:cNvPr id="4" name="Footer Placeholder 3">
            <a:extLst>
              <a:ext uri="{FF2B5EF4-FFF2-40B4-BE49-F238E27FC236}">
                <a16:creationId xmlns:a16="http://schemas.microsoft.com/office/drawing/2014/main" id="{C7A7CE93-FD4C-A95F-A54F-D6136DD4462A}"/>
              </a:ext>
            </a:extLst>
          </p:cNvPr>
          <p:cNvSpPr>
            <a:spLocks noGrp="1"/>
          </p:cNvSpPr>
          <p:nvPr>
            <p:ph type="ftr" sz="quarter" idx="11"/>
          </p:nvPr>
        </p:nvSpPr>
        <p:spPr/>
        <p:txBody>
          <a:bodyPr/>
          <a:lstStyle/>
          <a:p>
            <a:r>
              <a:rPr lang="en-IN"/>
              <a:t>Dr. Navneet Kaur, Lovely Professional University</a:t>
            </a:r>
          </a:p>
        </p:txBody>
      </p:sp>
      <p:sp>
        <p:nvSpPr>
          <p:cNvPr id="5" name="Slide Number Placeholder 4">
            <a:extLst>
              <a:ext uri="{FF2B5EF4-FFF2-40B4-BE49-F238E27FC236}">
                <a16:creationId xmlns:a16="http://schemas.microsoft.com/office/drawing/2014/main" id="{F4A734BC-57C2-62EB-ADF8-321332742628}"/>
              </a:ext>
            </a:extLst>
          </p:cNvPr>
          <p:cNvSpPr>
            <a:spLocks noGrp="1"/>
          </p:cNvSpPr>
          <p:nvPr>
            <p:ph type="sldNum" sz="quarter" idx="12"/>
          </p:nvPr>
        </p:nvSpPr>
        <p:spPr/>
        <p:txBody>
          <a:bodyPr/>
          <a:lstStyle/>
          <a:p>
            <a:fld id="{2066A04F-D713-4288-A8B9-BA887330B926}" type="slidenum">
              <a:rPr lang="en-IN" smtClean="0"/>
              <a:t>12</a:t>
            </a:fld>
            <a:endParaRPr lang="en-IN"/>
          </a:p>
        </p:txBody>
      </p:sp>
    </p:spTree>
    <p:extLst>
      <p:ext uri="{BB962C8B-B14F-4D97-AF65-F5344CB8AC3E}">
        <p14:creationId xmlns:p14="http://schemas.microsoft.com/office/powerpoint/2010/main" val="1439836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92166-177C-22DC-DCC6-40B7D119682B}"/>
              </a:ext>
            </a:extLst>
          </p:cNvPr>
          <p:cNvSpPr>
            <a:spLocks noGrp="1"/>
          </p:cNvSpPr>
          <p:nvPr>
            <p:ph type="title"/>
          </p:nvPr>
        </p:nvSpPr>
        <p:spPr/>
        <p:txBody>
          <a:bodyPr>
            <a:normAutofit fontScale="90000"/>
          </a:bodyPr>
          <a:lstStyle/>
          <a:p>
            <a:r>
              <a:rPr lang="en-US" dirty="0"/>
              <a:t>Now append this text node in body element</a:t>
            </a:r>
            <a:endParaRPr lang="en-IN" dirty="0"/>
          </a:p>
        </p:txBody>
      </p:sp>
      <p:pic>
        <p:nvPicPr>
          <p:cNvPr id="7" name="Content Placeholder 6">
            <a:extLst>
              <a:ext uri="{FF2B5EF4-FFF2-40B4-BE49-F238E27FC236}">
                <a16:creationId xmlns:a16="http://schemas.microsoft.com/office/drawing/2014/main" id="{4C0E5654-E48C-24D0-AB29-3EE3E8335E23}"/>
              </a:ext>
            </a:extLst>
          </p:cNvPr>
          <p:cNvPicPr>
            <a:picLocks noGrp="1" noChangeAspect="1"/>
          </p:cNvPicPr>
          <p:nvPr>
            <p:ph idx="1"/>
          </p:nvPr>
        </p:nvPicPr>
        <p:blipFill>
          <a:blip r:embed="rId2"/>
          <a:stretch>
            <a:fillRect/>
          </a:stretch>
        </p:blipFill>
        <p:spPr>
          <a:xfrm>
            <a:off x="1317978" y="3114393"/>
            <a:ext cx="6508044" cy="2850127"/>
          </a:xfrm>
        </p:spPr>
      </p:pic>
      <p:sp>
        <p:nvSpPr>
          <p:cNvPr id="4" name="Footer Placeholder 3">
            <a:extLst>
              <a:ext uri="{FF2B5EF4-FFF2-40B4-BE49-F238E27FC236}">
                <a16:creationId xmlns:a16="http://schemas.microsoft.com/office/drawing/2014/main" id="{27D92BF0-8950-ACBC-EDEA-8BDDB5473B40}"/>
              </a:ext>
            </a:extLst>
          </p:cNvPr>
          <p:cNvSpPr>
            <a:spLocks noGrp="1"/>
          </p:cNvSpPr>
          <p:nvPr>
            <p:ph type="ftr" sz="quarter" idx="11"/>
          </p:nvPr>
        </p:nvSpPr>
        <p:spPr/>
        <p:txBody>
          <a:bodyPr/>
          <a:lstStyle/>
          <a:p>
            <a:r>
              <a:rPr lang="en-IN"/>
              <a:t>Dr. Navneet Kaur, Lovely Professional University</a:t>
            </a:r>
          </a:p>
        </p:txBody>
      </p:sp>
      <p:sp>
        <p:nvSpPr>
          <p:cNvPr id="5" name="Slide Number Placeholder 4">
            <a:extLst>
              <a:ext uri="{FF2B5EF4-FFF2-40B4-BE49-F238E27FC236}">
                <a16:creationId xmlns:a16="http://schemas.microsoft.com/office/drawing/2014/main" id="{B2FB61B6-5FE1-4A40-318A-4ED30406F924}"/>
              </a:ext>
            </a:extLst>
          </p:cNvPr>
          <p:cNvSpPr>
            <a:spLocks noGrp="1"/>
          </p:cNvSpPr>
          <p:nvPr>
            <p:ph type="sldNum" sz="quarter" idx="12"/>
          </p:nvPr>
        </p:nvSpPr>
        <p:spPr/>
        <p:txBody>
          <a:bodyPr/>
          <a:lstStyle/>
          <a:p>
            <a:fld id="{2066A04F-D713-4288-A8B9-BA887330B926}" type="slidenum">
              <a:rPr lang="en-IN" smtClean="0"/>
              <a:t>13</a:t>
            </a:fld>
            <a:endParaRPr lang="en-IN"/>
          </a:p>
        </p:txBody>
      </p:sp>
    </p:spTree>
    <p:extLst>
      <p:ext uri="{BB962C8B-B14F-4D97-AF65-F5344CB8AC3E}">
        <p14:creationId xmlns:p14="http://schemas.microsoft.com/office/powerpoint/2010/main" val="31731658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41322-3AED-3E32-E206-619DF2792085}"/>
              </a:ext>
            </a:extLst>
          </p:cNvPr>
          <p:cNvSpPr>
            <a:spLocks noGrp="1"/>
          </p:cNvSpPr>
          <p:nvPr>
            <p:ph type="title"/>
          </p:nvPr>
        </p:nvSpPr>
        <p:spPr/>
        <p:txBody>
          <a:bodyPr>
            <a:normAutofit fontScale="90000"/>
          </a:bodyPr>
          <a:lstStyle/>
          <a:p>
            <a:r>
              <a:rPr lang="en-US" dirty="0"/>
              <a:t>Apply background color to the div.</a:t>
            </a:r>
            <a:br>
              <a:rPr lang="en-US" dirty="0"/>
            </a:br>
            <a:r>
              <a:rPr lang="en-US" dirty="0"/>
              <a:t>and for that append the div in body segment</a:t>
            </a:r>
            <a:endParaRPr lang="en-IN" dirty="0"/>
          </a:p>
        </p:txBody>
      </p:sp>
      <p:pic>
        <p:nvPicPr>
          <p:cNvPr id="7" name="Content Placeholder 6">
            <a:extLst>
              <a:ext uri="{FF2B5EF4-FFF2-40B4-BE49-F238E27FC236}">
                <a16:creationId xmlns:a16="http://schemas.microsoft.com/office/drawing/2014/main" id="{33F21A27-4ADC-69B3-8CFE-A1515D161A82}"/>
              </a:ext>
            </a:extLst>
          </p:cNvPr>
          <p:cNvPicPr>
            <a:picLocks noGrp="1" noChangeAspect="1"/>
          </p:cNvPicPr>
          <p:nvPr>
            <p:ph idx="1"/>
          </p:nvPr>
        </p:nvPicPr>
        <p:blipFill>
          <a:blip r:embed="rId2"/>
          <a:stretch>
            <a:fillRect/>
          </a:stretch>
        </p:blipFill>
        <p:spPr>
          <a:xfrm>
            <a:off x="1230340" y="2992462"/>
            <a:ext cx="6683319" cy="3093988"/>
          </a:xfrm>
        </p:spPr>
      </p:pic>
      <p:sp>
        <p:nvSpPr>
          <p:cNvPr id="4" name="Footer Placeholder 3">
            <a:extLst>
              <a:ext uri="{FF2B5EF4-FFF2-40B4-BE49-F238E27FC236}">
                <a16:creationId xmlns:a16="http://schemas.microsoft.com/office/drawing/2014/main" id="{CA9AA61D-0AFA-4D27-F702-161591A069F8}"/>
              </a:ext>
            </a:extLst>
          </p:cNvPr>
          <p:cNvSpPr>
            <a:spLocks noGrp="1"/>
          </p:cNvSpPr>
          <p:nvPr>
            <p:ph type="ftr" sz="quarter" idx="11"/>
          </p:nvPr>
        </p:nvSpPr>
        <p:spPr/>
        <p:txBody>
          <a:bodyPr/>
          <a:lstStyle/>
          <a:p>
            <a:r>
              <a:rPr lang="en-IN"/>
              <a:t>Dr. Navneet Kaur, Lovely Professional University</a:t>
            </a:r>
          </a:p>
        </p:txBody>
      </p:sp>
      <p:sp>
        <p:nvSpPr>
          <p:cNvPr id="5" name="Slide Number Placeholder 4">
            <a:extLst>
              <a:ext uri="{FF2B5EF4-FFF2-40B4-BE49-F238E27FC236}">
                <a16:creationId xmlns:a16="http://schemas.microsoft.com/office/drawing/2014/main" id="{9721427B-7DAF-A352-EEEB-671B3ECF19CD}"/>
              </a:ext>
            </a:extLst>
          </p:cNvPr>
          <p:cNvSpPr>
            <a:spLocks noGrp="1"/>
          </p:cNvSpPr>
          <p:nvPr>
            <p:ph type="sldNum" sz="quarter" idx="12"/>
          </p:nvPr>
        </p:nvSpPr>
        <p:spPr/>
        <p:txBody>
          <a:bodyPr/>
          <a:lstStyle/>
          <a:p>
            <a:fld id="{2066A04F-D713-4288-A8B9-BA887330B926}" type="slidenum">
              <a:rPr lang="en-IN" smtClean="0"/>
              <a:t>14</a:t>
            </a:fld>
            <a:endParaRPr lang="en-IN"/>
          </a:p>
        </p:txBody>
      </p:sp>
    </p:spTree>
    <p:extLst>
      <p:ext uri="{BB962C8B-B14F-4D97-AF65-F5344CB8AC3E}">
        <p14:creationId xmlns:p14="http://schemas.microsoft.com/office/powerpoint/2010/main" val="19545107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DD37D-6370-C2BC-4EAA-C531FCD595F5}"/>
              </a:ext>
            </a:extLst>
          </p:cNvPr>
          <p:cNvSpPr>
            <a:spLocks noGrp="1"/>
          </p:cNvSpPr>
          <p:nvPr>
            <p:ph type="title"/>
          </p:nvPr>
        </p:nvSpPr>
        <p:spPr/>
        <p:txBody>
          <a:bodyPr>
            <a:normAutofit fontScale="90000"/>
          </a:bodyPr>
          <a:lstStyle/>
          <a:p>
            <a:r>
              <a:rPr lang="en-US" dirty="0"/>
              <a:t>Adding background color using div</a:t>
            </a:r>
            <a:endParaRPr lang="en-IN" dirty="0"/>
          </a:p>
        </p:txBody>
      </p:sp>
      <p:pic>
        <p:nvPicPr>
          <p:cNvPr id="7" name="Content Placeholder 6">
            <a:extLst>
              <a:ext uri="{FF2B5EF4-FFF2-40B4-BE49-F238E27FC236}">
                <a16:creationId xmlns:a16="http://schemas.microsoft.com/office/drawing/2014/main" id="{1D1EE85D-2BB2-D0BE-E6F8-EA6872F191C8}"/>
              </a:ext>
            </a:extLst>
          </p:cNvPr>
          <p:cNvPicPr>
            <a:picLocks noGrp="1" noChangeAspect="1"/>
          </p:cNvPicPr>
          <p:nvPr>
            <p:ph idx="1"/>
          </p:nvPr>
        </p:nvPicPr>
        <p:blipFill>
          <a:blip r:embed="rId2"/>
          <a:stretch>
            <a:fillRect/>
          </a:stretch>
        </p:blipFill>
        <p:spPr>
          <a:xfrm>
            <a:off x="1706631" y="2874342"/>
            <a:ext cx="5730737" cy="3330229"/>
          </a:xfrm>
        </p:spPr>
      </p:pic>
      <p:sp>
        <p:nvSpPr>
          <p:cNvPr id="4" name="Footer Placeholder 3">
            <a:extLst>
              <a:ext uri="{FF2B5EF4-FFF2-40B4-BE49-F238E27FC236}">
                <a16:creationId xmlns:a16="http://schemas.microsoft.com/office/drawing/2014/main" id="{FB9762F2-6E72-4FFF-BD01-A64BF7101A41}"/>
              </a:ext>
            </a:extLst>
          </p:cNvPr>
          <p:cNvSpPr>
            <a:spLocks noGrp="1"/>
          </p:cNvSpPr>
          <p:nvPr>
            <p:ph type="ftr" sz="quarter" idx="11"/>
          </p:nvPr>
        </p:nvSpPr>
        <p:spPr/>
        <p:txBody>
          <a:bodyPr/>
          <a:lstStyle/>
          <a:p>
            <a:r>
              <a:rPr lang="en-IN"/>
              <a:t>Dr. Navneet Kaur, Lovely Professional University</a:t>
            </a:r>
          </a:p>
        </p:txBody>
      </p:sp>
      <p:sp>
        <p:nvSpPr>
          <p:cNvPr id="5" name="Slide Number Placeholder 4">
            <a:extLst>
              <a:ext uri="{FF2B5EF4-FFF2-40B4-BE49-F238E27FC236}">
                <a16:creationId xmlns:a16="http://schemas.microsoft.com/office/drawing/2014/main" id="{65C92792-8618-0BCA-A940-D57465E1DDB6}"/>
              </a:ext>
            </a:extLst>
          </p:cNvPr>
          <p:cNvSpPr>
            <a:spLocks noGrp="1"/>
          </p:cNvSpPr>
          <p:nvPr>
            <p:ph type="sldNum" sz="quarter" idx="12"/>
          </p:nvPr>
        </p:nvSpPr>
        <p:spPr/>
        <p:txBody>
          <a:bodyPr/>
          <a:lstStyle/>
          <a:p>
            <a:fld id="{2066A04F-D713-4288-A8B9-BA887330B926}" type="slidenum">
              <a:rPr lang="en-IN" smtClean="0"/>
              <a:t>15</a:t>
            </a:fld>
            <a:endParaRPr lang="en-IN"/>
          </a:p>
        </p:txBody>
      </p:sp>
    </p:spTree>
    <p:extLst>
      <p:ext uri="{BB962C8B-B14F-4D97-AF65-F5344CB8AC3E}">
        <p14:creationId xmlns:p14="http://schemas.microsoft.com/office/powerpoint/2010/main" val="36262921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29817-F23F-7597-4A51-CD573840BB7D}"/>
              </a:ext>
            </a:extLst>
          </p:cNvPr>
          <p:cNvSpPr>
            <a:spLocks noGrp="1"/>
          </p:cNvSpPr>
          <p:nvPr>
            <p:ph type="title"/>
          </p:nvPr>
        </p:nvSpPr>
        <p:spPr/>
        <p:txBody>
          <a:bodyPr>
            <a:normAutofit/>
          </a:bodyPr>
          <a:lstStyle/>
          <a:p>
            <a:r>
              <a:rPr lang="en-US" sz="2000" dirty="0"/>
              <a:t>Now div is available </a:t>
            </a:r>
            <a:r>
              <a:rPr lang="en-US" sz="2000" dirty="0" err="1"/>
              <a:t>onwebpage</a:t>
            </a:r>
            <a:r>
              <a:rPr lang="en-US" sz="2000" dirty="0"/>
              <a:t> but paragraph is not yet added to the div, so write </a:t>
            </a:r>
            <a:r>
              <a:rPr lang="en-US" sz="2000" dirty="0" err="1"/>
              <a:t>div.appendchild</a:t>
            </a:r>
            <a:r>
              <a:rPr lang="en-US" sz="2000" dirty="0"/>
              <a:t>(para) </a:t>
            </a:r>
            <a:r>
              <a:rPr lang="en-US" sz="2000" dirty="0" err="1"/>
              <a:t>andhere</a:t>
            </a:r>
            <a:r>
              <a:rPr lang="en-US" sz="2000" dirty="0"/>
              <a:t> you can see paragraph is the parameter</a:t>
            </a:r>
            <a:endParaRPr lang="en-IN" sz="2000" dirty="0"/>
          </a:p>
        </p:txBody>
      </p:sp>
      <p:pic>
        <p:nvPicPr>
          <p:cNvPr id="7" name="Content Placeholder 6">
            <a:extLst>
              <a:ext uri="{FF2B5EF4-FFF2-40B4-BE49-F238E27FC236}">
                <a16:creationId xmlns:a16="http://schemas.microsoft.com/office/drawing/2014/main" id="{ADC8A3FD-4B53-8FC6-3967-22C33AE4E5C3}"/>
              </a:ext>
            </a:extLst>
          </p:cNvPr>
          <p:cNvPicPr>
            <a:picLocks noGrp="1" noChangeAspect="1"/>
          </p:cNvPicPr>
          <p:nvPr>
            <p:ph idx="1"/>
          </p:nvPr>
        </p:nvPicPr>
        <p:blipFill>
          <a:blip r:embed="rId2"/>
          <a:stretch>
            <a:fillRect/>
          </a:stretch>
        </p:blipFill>
        <p:spPr>
          <a:xfrm>
            <a:off x="1683769" y="3034376"/>
            <a:ext cx="5776461" cy="3010161"/>
          </a:xfrm>
        </p:spPr>
      </p:pic>
      <p:sp>
        <p:nvSpPr>
          <p:cNvPr id="4" name="Footer Placeholder 3">
            <a:extLst>
              <a:ext uri="{FF2B5EF4-FFF2-40B4-BE49-F238E27FC236}">
                <a16:creationId xmlns:a16="http://schemas.microsoft.com/office/drawing/2014/main" id="{1CB4D43B-E808-B3C9-A47F-BC7A944DBE6F}"/>
              </a:ext>
            </a:extLst>
          </p:cNvPr>
          <p:cNvSpPr>
            <a:spLocks noGrp="1"/>
          </p:cNvSpPr>
          <p:nvPr>
            <p:ph type="ftr" sz="quarter" idx="11"/>
          </p:nvPr>
        </p:nvSpPr>
        <p:spPr/>
        <p:txBody>
          <a:bodyPr/>
          <a:lstStyle/>
          <a:p>
            <a:r>
              <a:rPr lang="en-IN"/>
              <a:t>Dr. Navneet Kaur, Lovely Professional University</a:t>
            </a:r>
          </a:p>
        </p:txBody>
      </p:sp>
      <p:sp>
        <p:nvSpPr>
          <p:cNvPr id="5" name="Slide Number Placeholder 4">
            <a:extLst>
              <a:ext uri="{FF2B5EF4-FFF2-40B4-BE49-F238E27FC236}">
                <a16:creationId xmlns:a16="http://schemas.microsoft.com/office/drawing/2014/main" id="{0C587ECB-511B-4144-C7CA-3A0100B65EC4}"/>
              </a:ext>
            </a:extLst>
          </p:cNvPr>
          <p:cNvSpPr>
            <a:spLocks noGrp="1"/>
          </p:cNvSpPr>
          <p:nvPr>
            <p:ph type="sldNum" sz="quarter" idx="12"/>
          </p:nvPr>
        </p:nvSpPr>
        <p:spPr/>
        <p:txBody>
          <a:bodyPr/>
          <a:lstStyle/>
          <a:p>
            <a:fld id="{2066A04F-D713-4288-A8B9-BA887330B926}" type="slidenum">
              <a:rPr lang="en-IN" smtClean="0"/>
              <a:t>16</a:t>
            </a:fld>
            <a:endParaRPr lang="en-IN"/>
          </a:p>
        </p:txBody>
      </p:sp>
    </p:spTree>
    <p:extLst>
      <p:ext uri="{BB962C8B-B14F-4D97-AF65-F5344CB8AC3E}">
        <p14:creationId xmlns:p14="http://schemas.microsoft.com/office/powerpoint/2010/main" val="41080019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BB503-EC70-66B3-2366-48113C656222}"/>
              </a:ext>
            </a:extLst>
          </p:cNvPr>
          <p:cNvSpPr>
            <a:spLocks noGrp="1"/>
          </p:cNvSpPr>
          <p:nvPr>
            <p:ph type="title"/>
          </p:nvPr>
        </p:nvSpPr>
        <p:spPr/>
        <p:txBody>
          <a:bodyPr>
            <a:normAutofit fontScale="90000"/>
          </a:bodyPr>
          <a:lstStyle/>
          <a:p>
            <a:r>
              <a:rPr lang="en-US" dirty="0"/>
              <a:t>Suppose you want to remove div</a:t>
            </a:r>
            <a:endParaRPr lang="en-IN" dirty="0"/>
          </a:p>
        </p:txBody>
      </p:sp>
      <p:pic>
        <p:nvPicPr>
          <p:cNvPr id="7" name="Content Placeholder 6">
            <a:extLst>
              <a:ext uri="{FF2B5EF4-FFF2-40B4-BE49-F238E27FC236}">
                <a16:creationId xmlns:a16="http://schemas.microsoft.com/office/drawing/2014/main" id="{E7D43B0A-3873-CB94-FFF7-F3DA4621EA0A}"/>
              </a:ext>
            </a:extLst>
          </p:cNvPr>
          <p:cNvPicPr>
            <a:picLocks noGrp="1" noChangeAspect="1"/>
          </p:cNvPicPr>
          <p:nvPr>
            <p:ph idx="1"/>
          </p:nvPr>
        </p:nvPicPr>
        <p:blipFill>
          <a:blip r:embed="rId2"/>
          <a:stretch>
            <a:fillRect/>
          </a:stretch>
        </p:blipFill>
        <p:spPr>
          <a:xfrm>
            <a:off x="1687580" y="2969600"/>
            <a:ext cx="5768840" cy="3139712"/>
          </a:xfrm>
        </p:spPr>
      </p:pic>
      <p:sp>
        <p:nvSpPr>
          <p:cNvPr id="4" name="Footer Placeholder 3">
            <a:extLst>
              <a:ext uri="{FF2B5EF4-FFF2-40B4-BE49-F238E27FC236}">
                <a16:creationId xmlns:a16="http://schemas.microsoft.com/office/drawing/2014/main" id="{DAE4DE4A-B340-3CDC-67E3-FC8166504761}"/>
              </a:ext>
            </a:extLst>
          </p:cNvPr>
          <p:cNvSpPr>
            <a:spLocks noGrp="1"/>
          </p:cNvSpPr>
          <p:nvPr>
            <p:ph type="ftr" sz="quarter" idx="11"/>
          </p:nvPr>
        </p:nvSpPr>
        <p:spPr/>
        <p:txBody>
          <a:bodyPr/>
          <a:lstStyle/>
          <a:p>
            <a:r>
              <a:rPr lang="en-IN"/>
              <a:t>Dr. Navneet Kaur, Lovely Professional University</a:t>
            </a:r>
          </a:p>
        </p:txBody>
      </p:sp>
      <p:sp>
        <p:nvSpPr>
          <p:cNvPr id="5" name="Slide Number Placeholder 4">
            <a:extLst>
              <a:ext uri="{FF2B5EF4-FFF2-40B4-BE49-F238E27FC236}">
                <a16:creationId xmlns:a16="http://schemas.microsoft.com/office/drawing/2014/main" id="{004DA26F-FFE9-C2BA-9F55-F13F1BAFB1D4}"/>
              </a:ext>
            </a:extLst>
          </p:cNvPr>
          <p:cNvSpPr>
            <a:spLocks noGrp="1"/>
          </p:cNvSpPr>
          <p:nvPr>
            <p:ph type="sldNum" sz="quarter" idx="12"/>
          </p:nvPr>
        </p:nvSpPr>
        <p:spPr/>
        <p:txBody>
          <a:bodyPr/>
          <a:lstStyle/>
          <a:p>
            <a:fld id="{2066A04F-D713-4288-A8B9-BA887330B926}" type="slidenum">
              <a:rPr lang="en-IN" smtClean="0"/>
              <a:t>17</a:t>
            </a:fld>
            <a:endParaRPr lang="en-IN"/>
          </a:p>
        </p:txBody>
      </p:sp>
    </p:spTree>
    <p:extLst>
      <p:ext uri="{BB962C8B-B14F-4D97-AF65-F5344CB8AC3E}">
        <p14:creationId xmlns:p14="http://schemas.microsoft.com/office/powerpoint/2010/main" val="36713999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Accessing elements</a:t>
            </a:r>
          </a:p>
        </p:txBody>
      </p:sp>
      <p:sp>
        <p:nvSpPr>
          <p:cNvPr id="4" name="Footer Placeholder 3"/>
          <p:cNvSpPr>
            <a:spLocks noGrp="1"/>
          </p:cNvSpPr>
          <p:nvPr>
            <p:ph type="ftr" sz="quarter" idx="11"/>
          </p:nvPr>
        </p:nvSpPr>
        <p:spPr/>
        <p:txBody>
          <a:bodyPr/>
          <a:lstStyle/>
          <a:p>
            <a:r>
              <a:rPr lang="en-IN" dirty="0" err="1"/>
              <a:t>Dr.</a:t>
            </a:r>
            <a:r>
              <a:rPr lang="en-IN" dirty="0"/>
              <a:t> </a:t>
            </a:r>
            <a:r>
              <a:rPr lang="en-IN" dirty="0" err="1"/>
              <a:t>Navneet</a:t>
            </a:r>
            <a:r>
              <a:rPr lang="en-IN" dirty="0"/>
              <a:t> </a:t>
            </a:r>
            <a:r>
              <a:rPr lang="en-IN" dirty="0" err="1"/>
              <a:t>Kaur</a:t>
            </a:r>
            <a:r>
              <a:rPr lang="en-IN" dirty="0"/>
              <a:t>,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18</a:t>
            </a:fld>
            <a:endParaRPr lang="en-IN"/>
          </a:p>
        </p:txBody>
      </p:sp>
      <p:sp>
        <p:nvSpPr>
          <p:cNvPr id="3" name="Content Placeholder 2"/>
          <p:cNvSpPr>
            <a:spLocks noGrp="1"/>
          </p:cNvSpPr>
          <p:nvPr>
            <p:ph idx="1"/>
          </p:nvPr>
        </p:nvSpPr>
        <p:spPr/>
        <p:txBody>
          <a:bodyPr>
            <a:normAutofit/>
          </a:bodyPr>
          <a:lstStyle/>
          <a:p>
            <a:pPr algn="just"/>
            <a:r>
              <a:rPr lang="en-US" dirty="0"/>
              <a:t>Accessing elements refers to the process of targeting and retrieving specific HTML elements within a web document using various methods provided by the DOM.</a:t>
            </a:r>
          </a:p>
          <a:p>
            <a:pPr lvl="1" algn="just"/>
            <a:r>
              <a:rPr lang="en-US" b="1" dirty="0" err="1">
                <a:solidFill>
                  <a:srgbClr val="FFFF00"/>
                </a:solidFill>
              </a:rPr>
              <a:t>document.getElementById</a:t>
            </a:r>
            <a:r>
              <a:rPr lang="en-US" b="1" dirty="0">
                <a:solidFill>
                  <a:srgbClr val="FFFF00"/>
                </a:solidFill>
              </a:rPr>
              <a:t>(id): </a:t>
            </a:r>
            <a:r>
              <a:rPr lang="en-US" dirty="0"/>
              <a:t>Returns the element that has the ID attribute with the specified value.</a:t>
            </a:r>
          </a:p>
          <a:p>
            <a:pPr lvl="1" algn="just"/>
            <a:r>
              <a:rPr lang="en-US" b="1" dirty="0" err="1">
                <a:solidFill>
                  <a:srgbClr val="FFFF00"/>
                </a:solidFill>
              </a:rPr>
              <a:t>document.getElementsByClassName</a:t>
            </a:r>
            <a:r>
              <a:rPr lang="en-US" b="1" dirty="0">
                <a:solidFill>
                  <a:srgbClr val="FFFF00"/>
                </a:solidFill>
              </a:rPr>
              <a:t>(</a:t>
            </a:r>
            <a:r>
              <a:rPr lang="en-US" b="1" dirty="0" err="1">
                <a:solidFill>
                  <a:srgbClr val="FFFF00"/>
                </a:solidFill>
              </a:rPr>
              <a:t>className</a:t>
            </a:r>
            <a:r>
              <a:rPr lang="en-US" b="1" dirty="0">
                <a:solidFill>
                  <a:srgbClr val="FFFF00"/>
                </a:solidFill>
              </a:rPr>
              <a:t>): </a:t>
            </a:r>
            <a:r>
              <a:rPr lang="en-US" dirty="0"/>
              <a:t>Returns a collection of all elements in the document with the specified class name.</a:t>
            </a:r>
          </a:p>
          <a:p>
            <a:pPr lvl="1" algn="just"/>
            <a:r>
              <a:rPr lang="en-US" b="1" dirty="0" err="1">
                <a:solidFill>
                  <a:srgbClr val="FFFF00"/>
                </a:solidFill>
              </a:rPr>
              <a:t>document.getElementsByTagName</a:t>
            </a:r>
            <a:r>
              <a:rPr lang="en-US" b="1" dirty="0">
                <a:solidFill>
                  <a:srgbClr val="FFFF00"/>
                </a:solidFill>
              </a:rPr>
              <a:t>(</a:t>
            </a:r>
            <a:r>
              <a:rPr lang="en-US" b="1" dirty="0" err="1">
                <a:solidFill>
                  <a:srgbClr val="FFFF00"/>
                </a:solidFill>
              </a:rPr>
              <a:t>tagName</a:t>
            </a:r>
            <a:r>
              <a:rPr lang="en-US" b="1" dirty="0">
                <a:solidFill>
                  <a:srgbClr val="FFFF00"/>
                </a:solidFill>
              </a:rPr>
              <a:t>): </a:t>
            </a:r>
            <a:r>
              <a:rPr lang="en-US" dirty="0"/>
              <a:t>Returns a live </a:t>
            </a:r>
            <a:r>
              <a:rPr lang="en-US" dirty="0" err="1"/>
              <a:t>HTMLCollection</a:t>
            </a:r>
            <a:r>
              <a:rPr lang="en-US" dirty="0"/>
              <a:t> of elements with the given tag name.</a:t>
            </a:r>
          </a:p>
        </p:txBody>
      </p:sp>
    </p:spTree>
    <p:extLst>
      <p:ext uri="{BB962C8B-B14F-4D97-AF65-F5344CB8AC3E}">
        <p14:creationId xmlns:p14="http://schemas.microsoft.com/office/powerpoint/2010/main" val="2307463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 calcmode="lin" valueType="num">
                                      <p:cBhvr additive="base">
                                        <p:cTn id="2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anim calcmode="lin" valueType="num">
                                      <p:cBhvr additive="base">
                                        <p:cTn id="3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anim calcmode="lin" valueType="num">
                                      <p:cBhvr additive="base">
                                        <p:cTn id="3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anim calcmode="lin" valueType="num">
                                      <p:cBhvr additive="base">
                                        <p:cTn id="4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Accessing elements</a:t>
            </a:r>
          </a:p>
        </p:txBody>
      </p:sp>
      <p:sp>
        <p:nvSpPr>
          <p:cNvPr id="4" name="Footer Placeholder 3"/>
          <p:cNvSpPr>
            <a:spLocks noGrp="1"/>
          </p:cNvSpPr>
          <p:nvPr>
            <p:ph type="ftr" sz="quarter" idx="11"/>
          </p:nvPr>
        </p:nvSpPr>
        <p:spPr/>
        <p:txBody>
          <a:bodyPr/>
          <a:lstStyle/>
          <a:p>
            <a:r>
              <a:rPr lang="en-IN" dirty="0" err="1"/>
              <a:t>Dr.</a:t>
            </a:r>
            <a:r>
              <a:rPr lang="en-IN" dirty="0"/>
              <a:t> </a:t>
            </a:r>
            <a:r>
              <a:rPr lang="en-IN" dirty="0" err="1"/>
              <a:t>Navneet</a:t>
            </a:r>
            <a:r>
              <a:rPr lang="en-IN" dirty="0"/>
              <a:t> </a:t>
            </a:r>
            <a:r>
              <a:rPr lang="en-IN" dirty="0" err="1"/>
              <a:t>Kaur</a:t>
            </a:r>
            <a:r>
              <a:rPr lang="en-IN" dirty="0"/>
              <a:t>,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19</a:t>
            </a:fld>
            <a:endParaRPr lang="en-IN"/>
          </a:p>
        </p:txBody>
      </p:sp>
      <p:sp>
        <p:nvSpPr>
          <p:cNvPr id="3" name="Content Placeholder 2"/>
          <p:cNvSpPr>
            <a:spLocks noGrp="1"/>
          </p:cNvSpPr>
          <p:nvPr>
            <p:ph idx="1"/>
          </p:nvPr>
        </p:nvSpPr>
        <p:spPr/>
        <p:txBody>
          <a:bodyPr>
            <a:normAutofit/>
          </a:bodyPr>
          <a:lstStyle/>
          <a:p>
            <a:pPr lvl="1" algn="just"/>
            <a:r>
              <a:rPr lang="en-US" b="1" dirty="0" err="1">
                <a:solidFill>
                  <a:srgbClr val="FFFF00"/>
                </a:solidFill>
              </a:rPr>
              <a:t>document.querySelector</a:t>
            </a:r>
            <a:r>
              <a:rPr lang="en-US" b="1" dirty="0">
                <a:solidFill>
                  <a:srgbClr val="FFFF00"/>
                </a:solidFill>
              </a:rPr>
              <a:t>(selector): </a:t>
            </a:r>
            <a:r>
              <a:rPr lang="en-US" dirty="0"/>
              <a:t>Returns the first element that matches a specified CSS selector.</a:t>
            </a:r>
          </a:p>
          <a:p>
            <a:pPr lvl="1" algn="just"/>
            <a:r>
              <a:rPr lang="en-US" b="1" dirty="0" err="1">
                <a:solidFill>
                  <a:srgbClr val="FFFF00"/>
                </a:solidFill>
              </a:rPr>
              <a:t>document.querySelectorAll</a:t>
            </a:r>
            <a:r>
              <a:rPr lang="en-US" b="1" dirty="0">
                <a:solidFill>
                  <a:srgbClr val="FFFF00"/>
                </a:solidFill>
              </a:rPr>
              <a:t>(selector): </a:t>
            </a:r>
            <a:r>
              <a:rPr lang="en-US" dirty="0"/>
              <a:t>Returns a static </a:t>
            </a:r>
            <a:r>
              <a:rPr lang="en-US" dirty="0" err="1"/>
              <a:t>NodeList</a:t>
            </a:r>
            <a:r>
              <a:rPr lang="en-US" dirty="0"/>
              <a:t> representing a list of elements that match the specified group of selectors.</a:t>
            </a:r>
          </a:p>
        </p:txBody>
      </p:sp>
    </p:spTree>
    <p:extLst>
      <p:ext uri="{BB962C8B-B14F-4D97-AF65-F5344CB8AC3E}">
        <p14:creationId xmlns:p14="http://schemas.microsoft.com/office/powerpoint/2010/main" val="28633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3E0BD-74A1-2A1C-4433-10568381450C}"/>
              </a:ext>
            </a:extLst>
          </p:cNvPr>
          <p:cNvSpPr>
            <a:spLocks noGrp="1"/>
          </p:cNvSpPr>
          <p:nvPr>
            <p:ph type="title"/>
          </p:nvPr>
        </p:nvSpPr>
        <p:spPr/>
        <p:txBody>
          <a:bodyPr>
            <a:normAutofit fontScale="90000"/>
          </a:bodyPr>
          <a:lstStyle/>
          <a:p>
            <a:r>
              <a:rPr lang="en-US" dirty="0"/>
              <a:t>To change the content of first paragraph using </a:t>
            </a:r>
            <a:r>
              <a:rPr lang="en-US" dirty="0" err="1"/>
              <a:t>javascript</a:t>
            </a:r>
            <a:endParaRPr lang="en-IN" dirty="0"/>
          </a:p>
        </p:txBody>
      </p:sp>
      <p:pic>
        <p:nvPicPr>
          <p:cNvPr id="7" name="Content Placeholder 6">
            <a:extLst>
              <a:ext uri="{FF2B5EF4-FFF2-40B4-BE49-F238E27FC236}">
                <a16:creationId xmlns:a16="http://schemas.microsoft.com/office/drawing/2014/main" id="{274ACC44-9A66-E887-9B18-0078839D6222}"/>
              </a:ext>
            </a:extLst>
          </p:cNvPr>
          <p:cNvPicPr>
            <a:picLocks noGrp="1" noChangeAspect="1"/>
          </p:cNvPicPr>
          <p:nvPr>
            <p:ph idx="1"/>
          </p:nvPr>
        </p:nvPicPr>
        <p:blipFill>
          <a:blip r:embed="rId2"/>
          <a:stretch>
            <a:fillRect/>
          </a:stretch>
        </p:blipFill>
        <p:spPr>
          <a:xfrm>
            <a:off x="1180806" y="2813377"/>
            <a:ext cx="6782388" cy="3452159"/>
          </a:xfrm>
        </p:spPr>
      </p:pic>
      <p:sp>
        <p:nvSpPr>
          <p:cNvPr id="4" name="Footer Placeholder 3">
            <a:extLst>
              <a:ext uri="{FF2B5EF4-FFF2-40B4-BE49-F238E27FC236}">
                <a16:creationId xmlns:a16="http://schemas.microsoft.com/office/drawing/2014/main" id="{1B2F0F23-F5A9-E62C-276B-6EE2EFE7D8FC}"/>
              </a:ext>
            </a:extLst>
          </p:cNvPr>
          <p:cNvSpPr>
            <a:spLocks noGrp="1"/>
          </p:cNvSpPr>
          <p:nvPr>
            <p:ph type="ftr" sz="quarter" idx="11"/>
          </p:nvPr>
        </p:nvSpPr>
        <p:spPr/>
        <p:txBody>
          <a:bodyPr/>
          <a:lstStyle/>
          <a:p>
            <a:r>
              <a:rPr lang="en-IN"/>
              <a:t>Dr. Navneet Kaur, Lovely Professional University</a:t>
            </a:r>
          </a:p>
        </p:txBody>
      </p:sp>
      <p:sp>
        <p:nvSpPr>
          <p:cNvPr id="5" name="Slide Number Placeholder 4">
            <a:extLst>
              <a:ext uri="{FF2B5EF4-FFF2-40B4-BE49-F238E27FC236}">
                <a16:creationId xmlns:a16="http://schemas.microsoft.com/office/drawing/2014/main" id="{74DDEF41-707E-1403-E595-276963F1FBB5}"/>
              </a:ext>
            </a:extLst>
          </p:cNvPr>
          <p:cNvSpPr>
            <a:spLocks noGrp="1"/>
          </p:cNvSpPr>
          <p:nvPr>
            <p:ph type="sldNum" sz="quarter" idx="12"/>
          </p:nvPr>
        </p:nvSpPr>
        <p:spPr/>
        <p:txBody>
          <a:bodyPr/>
          <a:lstStyle/>
          <a:p>
            <a:fld id="{2066A04F-D713-4288-A8B9-BA887330B926}" type="slidenum">
              <a:rPr lang="en-IN" smtClean="0"/>
              <a:t>20</a:t>
            </a:fld>
            <a:endParaRPr lang="en-IN"/>
          </a:p>
        </p:txBody>
      </p:sp>
    </p:spTree>
    <p:extLst>
      <p:ext uri="{BB962C8B-B14F-4D97-AF65-F5344CB8AC3E}">
        <p14:creationId xmlns:p14="http://schemas.microsoft.com/office/powerpoint/2010/main" val="13326925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32AD4-28F3-97D9-5625-B792263AF3EB}"/>
              </a:ext>
            </a:extLst>
          </p:cNvPr>
          <p:cNvSpPr>
            <a:spLocks noGrp="1"/>
          </p:cNvSpPr>
          <p:nvPr>
            <p:ph type="title"/>
          </p:nvPr>
        </p:nvSpPr>
        <p:spPr/>
        <p:txBody>
          <a:bodyPr>
            <a:normAutofit fontScale="90000"/>
          </a:bodyPr>
          <a:lstStyle/>
          <a:p>
            <a:r>
              <a:rPr lang="en-US" dirty="0"/>
              <a:t>To change the content of first paragraphs</a:t>
            </a:r>
            <a:endParaRPr lang="en-IN" dirty="0"/>
          </a:p>
        </p:txBody>
      </p:sp>
      <p:pic>
        <p:nvPicPr>
          <p:cNvPr id="7" name="Content Placeholder 6">
            <a:extLst>
              <a:ext uri="{FF2B5EF4-FFF2-40B4-BE49-F238E27FC236}">
                <a16:creationId xmlns:a16="http://schemas.microsoft.com/office/drawing/2014/main" id="{3B7516C7-C346-F49A-7EB8-B4F93EEC8AFE}"/>
              </a:ext>
            </a:extLst>
          </p:cNvPr>
          <p:cNvPicPr>
            <a:picLocks noGrp="1" noChangeAspect="1"/>
          </p:cNvPicPr>
          <p:nvPr>
            <p:ph idx="1"/>
          </p:nvPr>
        </p:nvPicPr>
        <p:blipFill>
          <a:blip r:embed="rId2"/>
          <a:stretch>
            <a:fillRect/>
          </a:stretch>
        </p:blipFill>
        <p:spPr>
          <a:xfrm>
            <a:off x="1478012" y="2801946"/>
            <a:ext cx="6187976" cy="3475021"/>
          </a:xfrm>
        </p:spPr>
      </p:pic>
      <p:sp>
        <p:nvSpPr>
          <p:cNvPr id="4" name="Footer Placeholder 3">
            <a:extLst>
              <a:ext uri="{FF2B5EF4-FFF2-40B4-BE49-F238E27FC236}">
                <a16:creationId xmlns:a16="http://schemas.microsoft.com/office/drawing/2014/main" id="{B505A26F-B970-577B-DADE-9C90D2D8F642}"/>
              </a:ext>
            </a:extLst>
          </p:cNvPr>
          <p:cNvSpPr>
            <a:spLocks noGrp="1"/>
          </p:cNvSpPr>
          <p:nvPr>
            <p:ph type="ftr" sz="quarter" idx="11"/>
          </p:nvPr>
        </p:nvSpPr>
        <p:spPr/>
        <p:txBody>
          <a:bodyPr/>
          <a:lstStyle/>
          <a:p>
            <a:r>
              <a:rPr lang="en-IN"/>
              <a:t>Dr. Navneet Kaur, Lovely Professional University</a:t>
            </a:r>
          </a:p>
        </p:txBody>
      </p:sp>
      <p:sp>
        <p:nvSpPr>
          <p:cNvPr id="5" name="Slide Number Placeholder 4">
            <a:extLst>
              <a:ext uri="{FF2B5EF4-FFF2-40B4-BE49-F238E27FC236}">
                <a16:creationId xmlns:a16="http://schemas.microsoft.com/office/drawing/2014/main" id="{CBCF19E8-5C43-AF86-595E-36B78E659F1E}"/>
              </a:ext>
            </a:extLst>
          </p:cNvPr>
          <p:cNvSpPr>
            <a:spLocks noGrp="1"/>
          </p:cNvSpPr>
          <p:nvPr>
            <p:ph type="sldNum" sz="quarter" idx="12"/>
          </p:nvPr>
        </p:nvSpPr>
        <p:spPr/>
        <p:txBody>
          <a:bodyPr/>
          <a:lstStyle/>
          <a:p>
            <a:fld id="{2066A04F-D713-4288-A8B9-BA887330B926}" type="slidenum">
              <a:rPr lang="en-IN" smtClean="0"/>
              <a:t>21</a:t>
            </a:fld>
            <a:endParaRPr lang="en-IN"/>
          </a:p>
        </p:txBody>
      </p:sp>
    </p:spTree>
    <p:extLst>
      <p:ext uri="{BB962C8B-B14F-4D97-AF65-F5344CB8AC3E}">
        <p14:creationId xmlns:p14="http://schemas.microsoft.com/office/powerpoint/2010/main" val="20612544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8FDA0-9B9C-DAD4-E04D-3AD1CEA4EBDF}"/>
              </a:ext>
            </a:extLst>
          </p:cNvPr>
          <p:cNvSpPr>
            <a:spLocks noGrp="1"/>
          </p:cNvSpPr>
          <p:nvPr>
            <p:ph type="title"/>
          </p:nvPr>
        </p:nvSpPr>
        <p:spPr/>
        <p:txBody>
          <a:bodyPr>
            <a:normAutofit fontScale="90000"/>
          </a:bodyPr>
          <a:lstStyle/>
          <a:p>
            <a:r>
              <a:rPr lang="en-US" dirty="0"/>
              <a:t>We can also use the tag here using </a:t>
            </a:r>
            <a:r>
              <a:rPr lang="en-US" dirty="0" err="1"/>
              <a:t>tagname</a:t>
            </a:r>
            <a:r>
              <a:rPr lang="en-US" dirty="0"/>
              <a:t>. Here in this case tag to be accessed is &lt;p&gt;</a:t>
            </a:r>
            <a:endParaRPr lang="en-IN" dirty="0"/>
          </a:p>
        </p:txBody>
      </p:sp>
      <p:pic>
        <p:nvPicPr>
          <p:cNvPr id="7" name="Content Placeholder 6">
            <a:extLst>
              <a:ext uri="{FF2B5EF4-FFF2-40B4-BE49-F238E27FC236}">
                <a16:creationId xmlns:a16="http://schemas.microsoft.com/office/drawing/2014/main" id="{06D025EE-55FD-A3B1-08DA-FB5A0120904E}"/>
              </a:ext>
            </a:extLst>
          </p:cNvPr>
          <p:cNvPicPr>
            <a:picLocks noGrp="1" noChangeAspect="1"/>
          </p:cNvPicPr>
          <p:nvPr>
            <p:ph idx="1"/>
          </p:nvPr>
        </p:nvPicPr>
        <p:blipFill>
          <a:blip r:embed="rId2"/>
          <a:stretch>
            <a:fillRect/>
          </a:stretch>
        </p:blipFill>
        <p:spPr>
          <a:xfrm>
            <a:off x="1818973" y="2770188"/>
            <a:ext cx="5506053" cy="3538537"/>
          </a:xfrm>
        </p:spPr>
      </p:pic>
      <p:sp>
        <p:nvSpPr>
          <p:cNvPr id="4" name="Footer Placeholder 3">
            <a:extLst>
              <a:ext uri="{FF2B5EF4-FFF2-40B4-BE49-F238E27FC236}">
                <a16:creationId xmlns:a16="http://schemas.microsoft.com/office/drawing/2014/main" id="{B6EF345F-2CD4-A040-3F0A-FFE0883CAA2C}"/>
              </a:ext>
            </a:extLst>
          </p:cNvPr>
          <p:cNvSpPr>
            <a:spLocks noGrp="1"/>
          </p:cNvSpPr>
          <p:nvPr>
            <p:ph type="ftr" sz="quarter" idx="11"/>
          </p:nvPr>
        </p:nvSpPr>
        <p:spPr/>
        <p:txBody>
          <a:bodyPr/>
          <a:lstStyle/>
          <a:p>
            <a:r>
              <a:rPr lang="en-IN"/>
              <a:t>Dr. Navneet Kaur, Lovely Professional University</a:t>
            </a:r>
          </a:p>
        </p:txBody>
      </p:sp>
      <p:sp>
        <p:nvSpPr>
          <p:cNvPr id="5" name="Slide Number Placeholder 4">
            <a:extLst>
              <a:ext uri="{FF2B5EF4-FFF2-40B4-BE49-F238E27FC236}">
                <a16:creationId xmlns:a16="http://schemas.microsoft.com/office/drawing/2014/main" id="{8C5C6896-859D-D9DC-6919-1E6D074659E3}"/>
              </a:ext>
            </a:extLst>
          </p:cNvPr>
          <p:cNvSpPr>
            <a:spLocks noGrp="1"/>
          </p:cNvSpPr>
          <p:nvPr>
            <p:ph type="sldNum" sz="quarter" idx="12"/>
          </p:nvPr>
        </p:nvSpPr>
        <p:spPr/>
        <p:txBody>
          <a:bodyPr/>
          <a:lstStyle/>
          <a:p>
            <a:fld id="{2066A04F-D713-4288-A8B9-BA887330B926}" type="slidenum">
              <a:rPr lang="en-IN" smtClean="0"/>
              <a:t>22</a:t>
            </a:fld>
            <a:endParaRPr lang="en-IN"/>
          </a:p>
        </p:txBody>
      </p:sp>
    </p:spTree>
    <p:extLst>
      <p:ext uri="{BB962C8B-B14F-4D97-AF65-F5344CB8AC3E}">
        <p14:creationId xmlns:p14="http://schemas.microsoft.com/office/powerpoint/2010/main" val="32495895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04703-873A-8522-05F8-696F3D56D268}"/>
              </a:ext>
            </a:extLst>
          </p:cNvPr>
          <p:cNvSpPr>
            <a:spLocks noGrp="1"/>
          </p:cNvSpPr>
          <p:nvPr>
            <p:ph type="title"/>
          </p:nvPr>
        </p:nvSpPr>
        <p:spPr/>
        <p:txBody>
          <a:bodyPr>
            <a:normAutofit fontScale="90000"/>
          </a:bodyPr>
          <a:lstStyle/>
          <a:p>
            <a:r>
              <a:rPr lang="en-US" dirty="0" err="1"/>
              <a:t>Queryselector</a:t>
            </a:r>
            <a:r>
              <a:rPr lang="en-US" dirty="0"/>
              <a:t> Returns the first element that matches up with the tag</a:t>
            </a:r>
            <a:endParaRPr lang="en-IN" dirty="0"/>
          </a:p>
        </p:txBody>
      </p:sp>
      <p:pic>
        <p:nvPicPr>
          <p:cNvPr id="7" name="Content Placeholder 6">
            <a:extLst>
              <a:ext uri="{FF2B5EF4-FFF2-40B4-BE49-F238E27FC236}">
                <a16:creationId xmlns:a16="http://schemas.microsoft.com/office/drawing/2014/main" id="{1B41AC2C-3094-9DF1-0D58-E9076E75D4F7}"/>
              </a:ext>
            </a:extLst>
          </p:cNvPr>
          <p:cNvPicPr>
            <a:picLocks noGrp="1" noChangeAspect="1"/>
          </p:cNvPicPr>
          <p:nvPr>
            <p:ph idx="1"/>
          </p:nvPr>
        </p:nvPicPr>
        <p:blipFill>
          <a:blip r:embed="rId2"/>
          <a:stretch>
            <a:fillRect/>
          </a:stretch>
        </p:blipFill>
        <p:spPr>
          <a:xfrm>
            <a:off x="914400" y="2895511"/>
            <a:ext cx="7315200" cy="3287891"/>
          </a:xfrm>
        </p:spPr>
      </p:pic>
      <p:sp>
        <p:nvSpPr>
          <p:cNvPr id="4" name="Footer Placeholder 3">
            <a:extLst>
              <a:ext uri="{FF2B5EF4-FFF2-40B4-BE49-F238E27FC236}">
                <a16:creationId xmlns:a16="http://schemas.microsoft.com/office/drawing/2014/main" id="{08CA44F2-D909-6B6A-847B-9498A50D8BC1}"/>
              </a:ext>
            </a:extLst>
          </p:cNvPr>
          <p:cNvSpPr>
            <a:spLocks noGrp="1"/>
          </p:cNvSpPr>
          <p:nvPr>
            <p:ph type="ftr" sz="quarter" idx="11"/>
          </p:nvPr>
        </p:nvSpPr>
        <p:spPr/>
        <p:txBody>
          <a:bodyPr/>
          <a:lstStyle/>
          <a:p>
            <a:r>
              <a:rPr lang="en-IN"/>
              <a:t>Dr. Navneet Kaur, Lovely Professional University</a:t>
            </a:r>
          </a:p>
        </p:txBody>
      </p:sp>
      <p:sp>
        <p:nvSpPr>
          <p:cNvPr id="5" name="Slide Number Placeholder 4">
            <a:extLst>
              <a:ext uri="{FF2B5EF4-FFF2-40B4-BE49-F238E27FC236}">
                <a16:creationId xmlns:a16="http://schemas.microsoft.com/office/drawing/2014/main" id="{DA7853E3-B1E6-ABC9-75D9-D217F1621367}"/>
              </a:ext>
            </a:extLst>
          </p:cNvPr>
          <p:cNvSpPr>
            <a:spLocks noGrp="1"/>
          </p:cNvSpPr>
          <p:nvPr>
            <p:ph type="sldNum" sz="quarter" idx="12"/>
          </p:nvPr>
        </p:nvSpPr>
        <p:spPr/>
        <p:txBody>
          <a:bodyPr/>
          <a:lstStyle/>
          <a:p>
            <a:fld id="{2066A04F-D713-4288-A8B9-BA887330B926}" type="slidenum">
              <a:rPr lang="en-IN" smtClean="0"/>
              <a:t>23</a:t>
            </a:fld>
            <a:endParaRPr lang="en-IN"/>
          </a:p>
        </p:txBody>
      </p:sp>
    </p:spTree>
    <p:extLst>
      <p:ext uri="{BB962C8B-B14F-4D97-AF65-F5344CB8AC3E}">
        <p14:creationId xmlns:p14="http://schemas.microsoft.com/office/powerpoint/2010/main" val="23716453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8FABD-E00D-9799-1F2A-2D78A4FD77BC}"/>
              </a:ext>
            </a:extLst>
          </p:cNvPr>
          <p:cNvSpPr>
            <a:spLocks noGrp="1"/>
          </p:cNvSpPr>
          <p:nvPr>
            <p:ph type="title"/>
          </p:nvPr>
        </p:nvSpPr>
        <p:spPr/>
        <p:txBody>
          <a:bodyPr/>
          <a:lstStyle/>
          <a:p>
            <a:r>
              <a:rPr lang="en-US"/>
              <a:t>queryselectorAll</a:t>
            </a:r>
            <a:endParaRPr lang="en-IN"/>
          </a:p>
        </p:txBody>
      </p:sp>
      <p:pic>
        <p:nvPicPr>
          <p:cNvPr id="7" name="Content Placeholder 6">
            <a:extLst>
              <a:ext uri="{FF2B5EF4-FFF2-40B4-BE49-F238E27FC236}">
                <a16:creationId xmlns:a16="http://schemas.microsoft.com/office/drawing/2014/main" id="{21265754-E779-D872-7296-9436153F9204}"/>
              </a:ext>
            </a:extLst>
          </p:cNvPr>
          <p:cNvPicPr>
            <a:picLocks noGrp="1" noChangeAspect="1"/>
          </p:cNvPicPr>
          <p:nvPr>
            <p:ph idx="1"/>
          </p:nvPr>
        </p:nvPicPr>
        <p:blipFill>
          <a:blip r:embed="rId2"/>
          <a:stretch>
            <a:fillRect/>
          </a:stretch>
        </p:blipFill>
        <p:spPr>
          <a:xfrm>
            <a:off x="1737114" y="2813377"/>
            <a:ext cx="5669771" cy="3452159"/>
          </a:xfrm>
        </p:spPr>
      </p:pic>
      <p:sp>
        <p:nvSpPr>
          <p:cNvPr id="4" name="Footer Placeholder 3">
            <a:extLst>
              <a:ext uri="{FF2B5EF4-FFF2-40B4-BE49-F238E27FC236}">
                <a16:creationId xmlns:a16="http://schemas.microsoft.com/office/drawing/2014/main" id="{D5183843-A775-56D6-E0F8-2B5AA1BAC52A}"/>
              </a:ext>
            </a:extLst>
          </p:cNvPr>
          <p:cNvSpPr>
            <a:spLocks noGrp="1"/>
          </p:cNvSpPr>
          <p:nvPr>
            <p:ph type="ftr" sz="quarter" idx="11"/>
          </p:nvPr>
        </p:nvSpPr>
        <p:spPr/>
        <p:txBody>
          <a:bodyPr/>
          <a:lstStyle/>
          <a:p>
            <a:r>
              <a:rPr lang="en-IN"/>
              <a:t>Dr. Navneet Kaur, Lovely Professional University</a:t>
            </a:r>
          </a:p>
        </p:txBody>
      </p:sp>
      <p:sp>
        <p:nvSpPr>
          <p:cNvPr id="5" name="Slide Number Placeholder 4">
            <a:extLst>
              <a:ext uri="{FF2B5EF4-FFF2-40B4-BE49-F238E27FC236}">
                <a16:creationId xmlns:a16="http://schemas.microsoft.com/office/drawing/2014/main" id="{AC06E269-2990-7981-501C-C66B512D33AB}"/>
              </a:ext>
            </a:extLst>
          </p:cNvPr>
          <p:cNvSpPr>
            <a:spLocks noGrp="1"/>
          </p:cNvSpPr>
          <p:nvPr>
            <p:ph type="sldNum" sz="quarter" idx="12"/>
          </p:nvPr>
        </p:nvSpPr>
        <p:spPr/>
        <p:txBody>
          <a:bodyPr/>
          <a:lstStyle/>
          <a:p>
            <a:fld id="{2066A04F-D713-4288-A8B9-BA887330B926}" type="slidenum">
              <a:rPr lang="en-IN" smtClean="0"/>
              <a:t>24</a:t>
            </a:fld>
            <a:endParaRPr lang="en-IN"/>
          </a:p>
        </p:txBody>
      </p:sp>
    </p:spTree>
    <p:extLst>
      <p:ext uri="{BB962C8B-B14F-4D97-AF65-F5344CB8AC3E}">
        <p14:creationId xmlns:p14="http://schemas.microsoft.com/office/powerpoint/2010/main" val="4037250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References</a:t>
            </a:r>
          </a:p>
        </p:txBody>
      </p:sp>
      <p:sp>
        <p:nvSpPr>
          <p:cNvPr id="3" name="Content Placeholder 2"/>
          <p:cNvSpPr>
            <a:spLocks noGrp="1"/>
          </p:cNvSpPr>
          <p:nvPr>
            <p:ph idx="1"/>
          </p:nvPr>
        </p:nvSpPr>
        <p:spPr/>
        <p:txBody>
          <a:bodyPr>
            <a:normAutofit/>
          </a:bodyPr>
          <a:lstStyle/>
          <a:p>
            <a:pPr algn="just"/>
            <a:r>
              <a:rPr lang="en-US" dirty="0">
                <a:hlinkClick r:id="rId2"/>
              </a:rPr>
              <a:t>https://www.w3schools.com/js/js_htmldom.asp</a:t>
            </a:r>
            <a:endParaRPr lang="en-US" dirty="0"/>
          </a:p>
          <a:p>
            <a:pPr algn="just"/>
            <a:r>
              <a:rPr lang="en-US" dirty="0">
                <a:hlinkClick r:id="rId3"/>
              </a:rPr>
              <a:t>https://www.w3schools.com/js/js_htmldom_methods.asp</a:t>
            </a:r>
            <a:endParaRPr lang="en-US" dirty="0"/>
          </a:p>
          <a:p>
            <a:pPr algn="just"/>
            <a:r>
              <a:rPr lang="en-US" dirty="0">
                <a:hlinkClick r:id="rId4"/>
              </a:rPr>
              <a:t>https://www.w3schools.com/js/js_htmldom_document.asp</a:t>
            </a:r>
            <a:endParaRPr lang="en-US" dirty="0"/>
          </a:p>
          <a:p>
            <a:pPr algn="just"/>
            <a:r>
              <a:rPr lang="en-US" dirty="0">
                <a:hlinkClick r:id="rId5"/>
              </a:rPr>
              <a:t>https://www.w3schools.com/js/js_htmldom_elements.asp</a:t>
            </a:r>
            <a:endParaRPr lang="en-US" dirty="0"/>
          </a:p>
          <a:p>
            <a:pPr algn="just"/>
            <a:r>
              <a:rPr lang="en-US" dirty="0">
                <a:hlinkClick r:id="rId6"/>
              </a:rPr>
              <a:t>https://www.w3schools.com/js/js_htmldom_html.asp</a:t>
            </a:r>
            <a:endParaRPr lang="en-US" dirty="0"/>
          </a:p>
          <a:p>
            <a:pPr marL="45720" indent="0" algn="just">
              <a:buNone/>
            </a:pPr>
            <a:endParaRPr lang="en-US" dirty="0"/>
          </a:p>
        </p:txBody>
      </p:sp>
      <p:sp>
        <p:nvSpPr>
          <p:cNvPr id="4" name="Footer Placeholder 3"/>
          <p:cNvSpPr>
            <a:spLocks noGrp="1"/>
          </p:cNvSpPr>
          <p:nvPr>
            <p:ph type="ftr" sz="quarter" idx="11"/>
          </p:nvPr>
        </p:nvSpPr>
        <p:spPr/>
        <p:txBody>
          <a:bodyPr/>
          <a:lstStyle/>
          <a:p>
            <a:r>
              <a:rPr lang="en-IN" dirty="0" err="1"/>
              <a:t>Dr.</a:t>
            </a:r>
            <a:r>
              <a:rPr lang="en-IN" dirty="0"/>
              <a:t> </a:t>
            </a:r>
            <a:r>
              <a:rPr lang="en-IN" dirty="0" err="1"/>
              <a:t>Navneet</a:t>
            </a:r>
            <a:r>
              <a:rPr lang="en-IN" dirty="0"/>
              <a:t> </a:t>
            </a:r>
            <a:r>
              <a:rPr lang="en-IN" dirty="0" err="1"/>
              <a:t>Kaur</a:t>
            </a:r>
            <a:r>
              <a:rPr lang="en-IN" dirty="0"/>
              <a:t>,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25</a:t>
            </a:fld>
            <a:endParaRPr lang="en-IN"/>
          </a:p>
        </p:txBody>
      </p:sp>
    </p:spTree>
    <p:extLst>
      <p:ext uri="{BB962C8B-B14F-4D97-AF65-F5344CB8AC3E}">
        <p14:creationId xmlns:p14="http://schemas.microsoft.com/office/powerpoint/2010/main" val="3439417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Effect transition="in" filter="fade">
                                      <p:cBhvr>
                                        <p:cTn id="25" dur="1000"/>
                                        <p:tgtEl>
                                          <p:spTgt spid="3">
                                            <p:txEl>
                                              <p:pRg st="0" end="0"/>
                                            </p:txEl>
                                          </p:spTgt>
                                        </p:tgtEl>
                                      </p:cBhvr>
                                    </p:animEffect>
                                    <p:anim calcmode="lin" valueType="num">
                                      <p:cBhvr>
                                        <p:cTn id="26"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0" end="0"/>
                                            </p:txEl>
                                          </p:spTgt>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3">
                                            <p:txEl>
                                              <p:pRg st="1" end="1"/>
                                            </p:txEl>
                                          </p:spTgt>
                                        </p:tgtEl>
                                        <p:attrNameLst>
                                          <p:attrName>style.visibility</p:attrName>
                                        </p:attrNameLst>
                                      </p:cBhvr>
                                      <p:to>
                                        <p:strVal val="visible"/>
                                      </p:to>
                                    </p:set>
                                    <p:animEffect transition="in" filter="fade">
                                      <p:cBhvr>
                                        <p:cTn id="30" dur="1000"/>
                                        <p:tgtEl>
                                          <p:spTgt spid="3">
                                            <p:txEl>
                                              <p:pRg st="1" end="1"/>
                                            </p:txEl>
                                          </p:spTgt>
                                        </p:tgtEl>
                                      </p:cBhvr>
                                    </p:animEffect>
                                    <p:anim calcmode="lin" valueType="num">
                                      <p:cBhvr>
                                        <p:cTn id="3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32" dur="1000" fill="hold"/>
                                        <p:tgtEl>
                                          <p:spTgt spid="3">
                                            <p:txEl>
                                              <p:pRg st="1" end="1"/>
                                            </p:txEl>
                                          </p:spTgt>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animEffect transition="in" filter="fade">
                                      <p:cBhvr>
                                        <p:cTn id="35" dur="1000"/>
                                        <p:tgtEl>
                                          <p:spTgt spid="3">
                                            <p:txEl>
                                              <p:pRg st="2" end="2"/>
                                            </p:txEl>
                                          </p:spTgt>
                                        </p:tgtEl>
                                      </p:cBhvr>
                                    </p:animEffect>
                                    <p:anim calcmode="lin" valueType="num">
                                      <p:cBhvr>
                                        <p:cTn id="36"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2" end="2"/>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3">
                                            <p:txEl>
                                              <p:pRg st="3" end="3"/>
                                            </p:txEl>
                                          </p:spTgt>
                                        </p:tgtEl>
                                        <p:attrNameLst>
                                          <p:attrName>style.visibility</p:attrName>
                                        </p:attrNameLst>
                                      </p:cBhvr>
                                      <p:to>
                                        <p:strVal val="visible"/>
                                      </p:to>
                                    </p:set>
                                    <p:animEffect transition="in" filter="fade">
                                      <p:cBhvr>
                                        <p:cTn id="40" dur="1000"/>
                                        <p:tgtEl>
                                          <p:spTgt spid="3">
                                            <p:txEl>
                                              <p:pRg st="3" end="3"/>
                                            </p:txEl>
                                          </p:spTgt>
                                        </p:tgtEl>
                                      </p:cBhvr>
                                    </p:animEffect>
                                    <p:anim calcmode="lin" valueType="num">
                                      <p:cBhvr>
                                        <p:cTn id="41"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3" end="3"/>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3">
                                            <p:txEl>
                                              <p:pRg st="4" end="4"/>
                                            </p:txEl>
                                          </p:spTgt>
                                        </p:tgtEl>
                                        <p:attrNameLst>
                                          <p:attrName>style.visibility</p:attrName>
                                        </p:attrNameLst>
                                      </p:cBhvr>
                                      <p:to>
                                        <p:strVal val="visible"/>
                                      </p:to>
                                    </p:set>
                                    <p:animEffect transition="in" filter="fade">
                                      <p:cBhvr>
                                        <p:cTn id="45" dur="1000"/>
                                        <p:tgtEl>
                                          <p:spTgt spid="3">
                                            <p:txEl>
                                              <p:pRg st="4" end="4"/>
                                            </p:txEl>
                                          </p:spTgt>
                                        </p:tgtEl>
                                      </p:cBhvr>
                                    </p:animEffect>
                                    <p:anim calcmode="lin" valueType="num">
                                      <p:cBhvr>
                                        <p:cTn id="4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Program link</a:t>
            </a:r>
          </a:p>
        </p:txBody>
      </p:sp>
      <p:sp>
        <p:nvSpPr>
          <p:cNvPr id="3" name="Content Placeholder 2"/>
          <p:cNvSpPr>
            <a:spLocks noGrp="1"/>
          </p:cNvSpPr>
          <p:nvPr>
            <p:ph idx="1"/>
          </p:nvPr>
        </p:nvSpPr>
        <p:spPr/>
        <p:txBody>
          <a:bodyPr/>
          <a:lstStyle/>
          <a:p>
            <a:pPr algn="just"/>
            <a:r>
              <a:rPr lang="en-US" dirty="0">
                <a:hlinkClick r:id="rId2"/>
              </a:rPr>
              <a:t>https://onlinegdb.com/VQtxAJKTr</a:t>
            </a:r>
            <a:endParaRPr lang="en-US" dirty="0"/>
          </a:p>
          <a:p>
            <a:pPr algn="just"/>
            <a:r>
              <a:rPr lang="en-US" dirty="0">
                <a:hlinkClick r:id="rId3"/>
              </a:rPr>
              <a:t>https://onlinegdb.com/-HsZpxeS0_</a:t>
            </a:r>
            <a:endParaRPr lang="en-US" dirty="0"/>
          </a:p>
          <a:p>
            <a:pPr marL="45720" indent="0" algn="just">
              <a:buNone/>
            </a:pPr>
            <a:endParaRPr lang="en-US" dirty="0"/>
          </a:p>
        </p:txBody>
      </p:sp>
      <p:sp>
        <p:nvSpPr>
          <p:cNvPr id="4" name="Footer Placeholder 3"/>
          <p:cNvSpPr>
            <a:spLocks noGrp="1"/>
          </p:cNvSpPr>
          <p:nvPr>
            <p:ph type="ftr" sz="quarter" idx="11"/>
          </p:nvPr>
        </p:nvSpPr>
        <p:spPr/>
        <p:txBody>
          <a:bodyPr/>
          <a:lstStyle/>
          <a:p>
            <a:r>
              <a:rPr lang="en-IN" dirty="0" err="1"/>
              <a:t>Dr.</a:t>
            </a:r>
            <a:r>
              <a:rPr lang="en-IN" dirty="0"/>
              <a:t> </a:t>
            </a:r>
            <a:r>
              <a:rPr lang="en-IN" dirty="0" err="1"/>
              <a:t>Navneet</a:t>
            </a:r>
            <a:r>
              <a:rPr lang="en-IN" dirty="0"/>
              <a:t> </a:t>
            </a:r>
            <a:r>
              <a:rPr lang="en-IN" dirty="0" err="1"/>
              <a:t>Kaur</a:t>
            </a:r>
            <a:r>
              <a:rPr lang="en-IN" dirty="0"/>
              <a:t>,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26</a:t>
            </a:fld>
            <a:endParaRPr lang="en-IN"/>
          </a:p>
        </p:txBody>
      </p:sp>
    </p:spTree>
    <p:extLst>
      <p:ext uri="{BB962C8B-B14F-4D97-AF65-F5344CB8AC3E}">
        <p14:creationId xmlns:p14="http://schemas.microsoft.com/office/powerpoint/2010/main" val="1069466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Effect transition="in" filter="fade">
                                      <p:cBhvr>
                                        <p:cTn id="25" dur="1000"/>
                                        <p:tgtEl>
                                          <p:spTgt spid="3">
                                            <p:txEl>
                                              <p:pRg st="0" end="0"/>
                                            </p:txEl>
                                          </p:spTgt>
                                        </p:tgtEl>
                                      </p:cBhvr>
                                    </p:animEffect>
                                    <p:anim calcmode="lin" valueType="num">
                                      <p:cBhvr>
                                        <p:cTn id="26"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0" end="0"/>
                                            </p:txEl>
                                          </p:spTgt>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3">
                                            <p:txEl>
                                              <p:pRg st="1" end="1"/>
                                            </p:txEl>
                                          </p:spTgt>
                                        </p:tgtEl>
                                        <p:attrNameLst>
                                          <p:attrName>style.visibility</p:attrName>
                                        </p:attrNameLst>
                                      </p:cBhvr>
                                      <p:to>
                                        <p:strVal val="visible"/>
                                      </p:to>
                                    </p:set>
                                    <p:animEffect transition="in" filter="fade">
                                      <p:cBhvr>
                                        <p:cTn id="30" dur="1000"/>
                                        <p:tgtEl>
                                          <p:spTgt spid="3">
                                            <p:txEl>
                                              <p:pRg st="1" end="1"/>
                                            </p:txEl>
                                          </p:spTgt>
                                        </p:tgtEl>
                                      </p:cBhvr>
                                    </p:animEffect>
                                    <p:anim calcmode="lin" valueType="num">
                                      <p:cBhvr>
                                        <p:cTn id="3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3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584" y="2636912"/>
            <a:ext cx="7459216" cy="1154097"/>
          </a:xfrm>
        </p:spPr>
        <p:txBody>
          <a:bodyPr>
            <a:noAutofit/>
          </a:bodyPr>
          <a:lstStyle/>
          <a:p>
            <a:pPr algn="ctr"/>
            <a:r>
              <a:rPr lang="en-IN" sz="3600" b="1" dirty="0"/>
              <a:t>Thank you</a:t>
            </a:r>
            <a:endParaRPr lang="en-IN" sz="3600" dirty="0"/>
          </a:p>
        </p:txBody>
      </p:sp>
      <p:sp>
        <p:nvSpPr>
          <p:cNvPr id="4" name="Footer Placeholder 3"/>
          <p:cNvSpPr>
            <a:spLocks noGrp="1"/>
          </p:cNvSpPr>
          <p:nvPr>
            <p:ph type="ftr" sz="quarter" idx="11"/>
          </p:nvPr>
        </p:nvSpPr>
        <p:spPr/>
        <p:txBody>
          <a:bodyPr/>
          <a:lstStyle/>
          <a:p>
            <a:r>
              <a:rPr lang="en-IN"/>
              <a:t>Dr. Navneet Kaur,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27</a:t>
            </a:fld>
            <a:endParaRPr lang="en-IN"/>
          </a:p>
        </p:txBody>
      </p:sp>
    </p:spTree>
    <p:extLst>
      <p:ext uri="{BB962C8B-B14F-4D97-AF65-F5344CB8AC3E}">
        <p14:creationId xmlns:p14="http://schemas.microsoft.com/office/powerpoint/2010/main" val="339505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erspective">
  <a:themeElements>
    <a:clrScheme name="Perspective">
      <a:dk1>
        <a:sysClr val="windowText" lastClr="000000"/>
      </a:dk1>
      <a:lt1>
        <a:sysClr val="window" lastClr="FFFFFF"/>
      </a:lt1>
      <a:dk2>
        <a:srgbClr val="283138"/>
      </a:dk2>
      <a:lt2>
        <a:srgbClr val="FF8600"/>
      </a:lt2>
      <a:accent1>
        <a:srgbClr val="838D9B"/>
      </a:accent1>
      <a:accent2>
        <a:srgbClr val="D2610C"/>
      </a:accent2>
      <a:accent3>
        <a:srgbClr val="80716A"/>
      </a:accent3>
      <a:accent4>
        <a:srgbClr val="94147C"/>
      </a:accent4>
      <a:accent5>
        <a:srgbClr val="5D5AD2"/>
      </a:accent5>
      <a:accent6>
        <a:srgbClr val="6F6C7D"/>
      </a:accent6>
      <a:hlink>
        <a:srgbClr val="6187E3"/>
      </a:hlink>
      <a:folHlink>
        <a:srgbClr val="7B8EB8"/>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erspective">
      <a:fillStyleLst>
        <a:solidFill>
          <a:schemeClr val="phClr"/>
        </a:solidFill>
        <a:gradFill rotWithShape="1">
          <a:gsLst>
            <a:gs pos="0">
              <a:schemeClr val="phClr">
                <a:tint val="50000"/>
                <a:alpha val="100000"/>
                <a:satMod val="160000"/>
                <a:lumMod val="105000"/>
              </a:schemeClr>
            </a:gs>
            <a:gs pos="41000">
              <a:schemeClr val="phClr">
                <a:tint val="57000"/>
                <a:satMod val="180000"/>
                <a:lumMod val="99000"/>
              </a:schemeClr>
            </a:gs>
            <a:gs pos="100000">
              <a:schemeClr val="phClr">
                <a:tint val="80000"/>
                <a:satMod val="200000"/>
                <a:lumMod val="104000"/>
              </a:schemeClr>
            </a:gs>
          </a:gsLst>
          <a:lin ang="5400000" scaled="1"/>
        </a:gradFill>
        <a:gradFill rotWithShape="1">
          <a:gsLst>
            <a:gs pos="0">
              <a:schemeClr val="phClr">
                <a:tint val="96000"/>
                <a:satMod val="130000"/>
                <a:lumMod val="114000"/>
              </a:schemeClr>
            </a:gs>
            <a:gs pos="60000">
              <a:schemeClr val="phClr">
                <a:tint val="100000"/>
                <a:satMod val="106000"/>
                <a:lumMod val="110000"/>
              </a:schemeClr>
            </a:gs>
            <a:gs pos="100000">
              <a:schemeClr val="ph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50800" dist="38100" dir="5400000" rotWithShape="0">
              <a:srgbClr val="000000">
                <a:alpha val="28000"/>
              </a:srgbClr>
            </a:outerShdw>
          </a:effectLst>
        </a:effectStyle>
        <a:effectStyle>
          <a:effectLst>
            <a:outerShdw blurRad="47625" dist="38100" dir="5400000" sy="98000" rotWithShape="0">
              <a:srgbClr val="000000">
                <a:alpha val="48000"/>
              </a:srgbClr>
            </a:outerShdw>
          </a:effectLst>
          <a:scene3d>
            <a:camera prst="orthographicFront">
              <a:rot lat="0" lon="0" rev="0"/>
            </a:camera>
            <a:lightRig rig="twoPt" dir="br">
              <a:rot lat="0" lon="0" rev="8700000"/>
            </a:lightRig>
          </a:scene3d>
          <a:sp3d prstMaterial="matte">
            <a:bevelT w="25400" h="53975"/>
          </a:sp3d>
        </a:effectStyle>
        <a:effectStyle>
          <a:effectLst>
            <a:reflection blurRad="12700" stA="24000" endPos="28000" dist="50800" dir="5400000" sy="-100000" rotWithShape="0"/>
          </a:effectLst>
          <a:scene3d>
            <a:camera prst="orthographicFront">
              <a:rot lat="0" lon="0" rev="0"/>
            </a:camera>
            <a:lightRig rig="threePt" dir="t">
              <a:rot lat="0" lon="0" rev="4800000"/>
            </a:lightRig>
          </a:scene3d>
          <a:sp3d>
            <a:bevelT w="69850" h="31750"/>
          </a:sp3d>
        </a:effectStyle>
      </a:effectStyleLst>
      <a:bgFillStyleLst>
        <a:solidFill>
          <a:schemeClr val="phClr"/>
        </a:solidFill>
        <a:gradFill rotWithShape="1">
          <a:gsLst>
            <a:gs pos="0">
              <a:schemeClr val="phClr">
                <a:tint val="100000"/>
                <a:shade val="80000"/>
                <a:satMod val="100000"/>
                <a:lumMod val="100000"/>
              </a:schemeClr>
            </a:gs>
            <a:gs pos="65000">
              <a:schemeClr val="phClr">
                <a:tint val="100000"/>
                <a:shade val="95000"/>
                <a:satMod val="100000"/>
                <a:lumMod val="100000"/>
              </a:schemeClr>
            </a:gs>
            <a:gs pos="100000">
              <a:schemeClr val="phClr">
                <a:tint val="88000"/>
                <a:shade val="100000"/>
                <a:satMod val="400000"/>
                <a:lumMod val="100000"/>
              </a:schemeClr>
            </a:gs>
          </a:gsLst>
          <a:lin ang="5400000" scaled="0"/>
        </a:gradFill>
        <a:blipFill rotWithShape="1">
          <a:blip xmlns:r="http://schemas.openxmlformats.org/officeDocument/2006/relationships" r:embed="rId1">
            <a:duotone>
              <a:schemeClr val="phClr">
                <a:tint val="95000"/>
                <a:satMod val="90000"/>
              </a:schemeClr>
              <a:schemeClr val="phClr">
                <a:shade val="92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Perspective</Template>
  <TotalTime>4050</TotalTime>
  <Words>992</Words>
  <Application>Microsoft Office PowerPoint</Application>
  <PresentationFormat>On-screen Show (4:3)</PresentationFormat>
  <Paragraphs>120</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Wingdings</vt:lpstr>
      <vt:lpstr>Perspective</vt:lpstr>
      <vt:lpstr>CSE326  Internet Programming Laboratory  Lecture #13</vt:lpstr>
      <vt:lpstr>Outline</vt:lpstr>
      <vt:lpstr>Introduction to DOM</vt:lpstr>
      <vt:lpstr>DOM tree</vt:lpstr>
      <vt:lpstr>DOM tree</vt:lpstr>
      <vt:lpstr>DOM methods</vt:lpstr>
      <vt:lpstr>Node Creation and Manipulation</vt:lpstr>
      <vt:lpstr>Node Creation and Manipulation</vt:lpstr>
      <vt:lpstr>Add paragraph first, for that create an element for adding paragraph</vt:lpstr>
      <vt:lpstr>To modify the paragraph/add text inside paragraph</vt:lpstr>
      <vt:lpstr>To make this paragraph visible on the webpage, use appendchild</vt:lpstr>
      <vt:lpstr>Let we want to create a text node</vt:lpstr>
      <vt:lpstr>Now append this text node in body element</vt:lpstr>
      <vt:lpstr>Apply background color to the div. and for that append the div in body segment</vt:lpstr>
      <vt:lpstr>Adding background color using div</vt:lpstr>
      <vt:lpstr>Now div is available onwebpage but paragraph is not yet added to the div, so write div.appendchild(para) andhere you can see paragraph is the parameter</vt:lpstr>
      <vt:lpstr>Suppose you want to remove div</vt:lpstr>
      <vt:lpstr>Accessing elements</vt:lpstr>
      <vt:lpstr>Accessing elements</vt:lpstr>
      <vt:lpstr>To change the content of first paragraph using javascript</vt:lpstr>
      <vt:lpstr>To change the content of first paragraphs</vt:lpstr>
      <vt:lpstr>We can also use the tag here using tagname. Here in this case tag to be accessed is &lt;p&gt;</vt:lpstr>
      <vt:lpstr>Queryselector Returns the first element that matches up with the tag</vt:lpstr>
      <vt:lpstr>queryselectorAll</vt:lpstr>
      <vt:lpstr>References</vt:lpstr>
      <vt:lpstr>Program link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sachin kaushal</cp:lastModifiedBy>
  <cp:revision>1350</cp:revision>
  <dcterms:created xsi:type="dcterms:W3CDTF">2023-08-17T03:51:20Z</dcterms:created>
  <dcterms:modified xsi:type="dcterms:W3CDTF">2023-12-04T18:48:37Z</dcterms:modified>
</cp:coreProperties>
</file>