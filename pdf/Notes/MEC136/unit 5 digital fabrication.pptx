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72" r:id="rId5"/>
    <p:sldId id="273" r:id="rId6"/>
    <p:sldId id="271" r:id="rId7"/>
    <p:sldId id="270" r:id="rId8"/>
    <p:sldId id="269" r:id="rId9"/>
    <p:sldId id="268" r:id="rId10"/>
    <p:sldId id="259" r:id="rId11"/>
    <p:sldId id="266" r:id="rId12"/>
    <p:sldId id="265" r:id="rId13"/>
    <p:sldId id="264" r:id="rId14"/>
    <p:sldId id="263" r:id="rId15"/>
    <p:sldId id="262" r:id="rId16"/>
    <p:sldId id="261" r:id="rId17"/>
    <p:sldId id="260" r:id="rId18"/>
    <p:sldId id="2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026" autoAdjust="0"/>
  </p:normalViewPr>
  <p:slideViewPr>
    <p:cSldViewPr snapToGrid="0">
      <p:cViewPr varScale="1">
        <p:scale>
          <a:sx n="76" d="100"/>
          <a:sy n="76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503F6-A0FD-2366-C03C-AEDC754BF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CCE58-82DC-9F60-F188-00F86A79D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F39C2-A1EB-4EAC-FA82-96628E1A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04C8-1181-411E-8827-13B9E998499E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1CD3C-60BF-FC76-0939-0C62510F4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0BBC2-B224-D9B2-79D8-3775071F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94AE-0D36-42B5-AFC2-343589777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17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58B6F-B466-B10C-27DD-174567108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4175D-3D08-D6E9-0DFB-CDA641A66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6BC71-474D-7B19-8235-FCF3A15E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04C8-1181-411E-8827-13B9E998499E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1E10B-3B19-9649-4994-BC3D71A87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12EF6-9579-CCD4-98FE-BAEEB027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94AE-0D36-42B5-AFC2-343589777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741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F2D7-F1CD-52F7-3F6E-7B80CDA54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BFD6E-E8B4-A178-3AB5-310445D6E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C1FF7-9B98-C1F2-695E-58A1266AB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04C8-1181-411E-8827-13B9E998499E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2AA97-CEA9-A750-86B2-3E45B4C4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71788-370D-3043-B4E6-757DD5A3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94AE-0D36-42B5-AFC2-343589777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23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6CD1-32E7-ACB4-DD9F-A3FCCD9A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DB55-3A78-2CFC-C7F6-E3878E614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92F1A-7B44-6B06-C8AD-3624D88AB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DB587-FE6D-C862-66CA-0BECDCB9F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04C8-1181-411E-8827-13B9E998499E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3AEF5-3BD2-DBA4-7F94-3B1FDCAE8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F1117-0BE5-149A-35FB-5ADAEFE01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94AE-0D36-42B5-AFC2-343589777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15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F6EF-A01A-B118-0767-66F509EF3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E634B-1C40-B37D-4826-77E8470CC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0CA24-BCE8-E7B6-8F59-775DAF8B8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80D0F8-A466-B986-D2F6-631B747DE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F991DF-C259-1D59-AAAE-6DAB730AE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5C27D3-F3DE-EA7B-24CD-6B1FBD42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04C8-1181-411E-8827-13B9E998499E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4A638E-89AE-25B4-4E33-5F8BDE99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F5456-57E9-FFC6-58DF-F6274BF7F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94AE-0D36-42B5-AFC2-343589777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142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6BC32-2F2E-1EC6-AE95-0FF0D221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5FC293-9196-3733-8BDF-06006C222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04C8-1181-411E-8827-13B9E998499E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4368D-2CB0-489B-7C2F-6E3F5190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FE4C45-C4B7-716B-628A-6307BB54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94AE-0D36-42B5-AFC2-343589777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499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AAEDC-AE42-F956-29BF-59466914F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04C8-1181-411E-8827-13B9E998499E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2CD9F-4F23-C924-DFBB-3922810E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2A783-3280-A518-E03F-3E111B68D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94AE-0D36-42B5-AFC2-343589777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025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022F-9DD5-0FF5-0FD3-0A734643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EEE2C-13C9-13BD-1305-EC01B107F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17168-1B87-D94F-026E-DE60D7D4B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57F8B-EFFE-6233-2170-B8BE286C8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04C8-1181-411E-8827-13B9E998499E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923A3-56AA-B6BD-BD11-D9439BAD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60C8C-86BB-BFED-890A-A88957905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94AE-0D36-42B5-AFC2-343589777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791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B85E-78B6-29C1-73A2-912CFBD26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0BCE8A-D259-8C53-3E49-145BDE391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F6F87-0AD2-8C71-852B-BC94453C8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2C397-88D3-F19D-D3F4-C5EE55631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04C8-1181-411E-8827-13B9E998499E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D0AC4-7972-7632-E2C6-048428E0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58EF7-F94E-626C-92CB-B91F47E7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94AE-0D36-42B5-AFC2-343589777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92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7FD39-6303-96CD-EB3A-5639CEE5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F8F71-B6A2-9809-3E17-D270F48F8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549F0-896A-219F-4D69-7F6117A6A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04C8-1181-411E-8827-13B9E998499E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CED04-C9F2-BC08-2336-467C4979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26337-013A-404B-429F-B062D419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94AE-0D36-42B5-AFC2-343589777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161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AB7716-DDF0-D172-2B95-605229C597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91882-8449-3F06-F9F3-AB2520E44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2EB9-18DD-F44F-BBAD-6F125EB7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04C8-1181-411E-8827-13B9E998499E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538ED-06CB-DDC3-0D65-E972D12A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C8A86-16CE-D110-355C-522234FB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94AE-0D36-42B5-AFC2-343589777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767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970E1E-0442-21F0-4E9C-2895A89E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0CF3A-F14C-95D5-FB76-D59EF1EFA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CE35-C499-61D4-650F-F2C4BE87F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804C8-1181-411E-8827-13B9E998499E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90AC0-6678-B3AD-3A04-6C7664E93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1639B-F996-E758-43A3-C30672D75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594AE-0D36-42B5-AFC2-343589777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58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3C43A-E19E-BD8B-C6A2-D84891370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795"/>
            <a:ext cx="9144000" cy="2387600"/>
          </a:xfrm>
        </p:spPr>
        <p:txBody>
          <a:bodyPr/>
          <a:lstStyle/>
          <a:p>
            <a:r>
              <a:rPr lang="en-IN" dirty="0"/>
              <a:t>Unit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E184C-E5B1-C933-0B80-EE7A6ED56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36800"/>
            <a:ext cx="9144000" cy="1655762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F8891-A757-EA1C-5FC8-0523AC9B6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29" y="3058946"/>
            <a:ext cx="11560542" cy="197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34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0ACAB-A61C-D388-F19C-F6ECDD01D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B0C60-F91C-C7C3-F1A3-3B5C8BC05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A31FD-6685-22EC-651B-67D94B2BD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44" y="521110"/>
            <a:ext cx="11187310" cy="443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876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30E7-C2B4-7B76-6064-96080A962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5B2C4-FB15-C6A7-0D41-3ED714E10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504383-0DE5-7BE5-080F-C0B491A0A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36" y="1253331"/>
            <a:ext cx="105008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93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91797-23D5-3718-C8FF-E75F514B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1810B-B238-3D85-6E5E-BD281A179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C1F30-8ECB-5A85-7B30-D9C264B39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966" y="1099835"/>
            <a:ext cx="8465465" cy="507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78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91797-23D5-3718-C8FF-E75F514B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1810B-B238-3D85-6E5E-BD281A179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238C-6D82-40F6-94EA-ADBDE3E31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07" y="1146425"/>
            <a:ext cx="9297531" cy="479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713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F764-9A78-EB5A-DD8F-781A7CC9D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A8BCE-35D1-270F-5537-A246C40CC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594A0-45A0-2970-D55A-B65664CD9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50" y="365125"/>
            <a:ext cx="7196865" cy="62134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011B3D-AE85-1E69-ED28-6B154EDC4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733" y="3531686"/>
            <a:ext cx="5925617" cy="26086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15063F-EB52-F714-A436-84DABD498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733" y="6140379"/>
            <a:ext cx="4359018" cy="79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16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71595-F854-3528-FDDD-A34770DD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17A4F-3751-ACCD-97B2-7461F9B36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6542F-1EF2-F60B-EE59-B80B65FCB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98" y="882003"/>
            <a:ext cx="9377363" cy="456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5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0344-890F-8FBB-234B-9FD3C657B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4196-5984-D87F-D556-03E7BF68B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429A8-AD95-788A-0A02-29CE1DEAA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010" y="681037"/>
            <a:ext cx="8641632" cy="357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42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FE316-9F97-410E-A47D-8911D6BD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7848E-E209-01A8-AD76-6F2244096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65D7AA-9CF3-A82E-E89C-BCEC34C3B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867" y="837975"/>
            <a:ext cx="8886266" cy="388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26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BBF9-0198-A641-4CAA-003217EED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BD50D-AD35-7287-C2E9-C8317A583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0963A-BB74-083E-F003-772FD3461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4"/>
            <a:ext cx="8657492" cy="622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90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968CC-B34D-64EA-3F77-86E2F087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4FD39-9A0D-861C-9BE1-3C6A9F7CB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284759-C422-8883-4A3F-A8B683B29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917" y="681037"/>
            <a:ext cx="10261315" cy="47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96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3FA6-63D6-23BE-B103-4336FD236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FF991-D21A-9688-CF2B-C0E5686D7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2258A6-D8C5-ED1F-8753-03A859488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055" y="276277"/>
            <a:ext cx="6842640" cy="630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16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7E094-A253-1210-72EB-735C2D40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251A0-DBFC-183A-D25B-E2AD13397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860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117C-F5F9-56F6-9DB5-9A7CABC3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7A4B9-69E1-556C-BC03-80727AD6B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784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7BB96-8357-7520-FAC3-117ECDD2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D66C4-D031-6E41-F091-27F3479D1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166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3037-4898-304C-889A-17103457B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949E0-52EB-74FC-DA7B-2A8D2EEB9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104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09CF0-E430-09CE-FFB8-B926FDE73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CF034-3DE1-9977-67F2-A89151CA9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996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B1036-1285-D036-2762-EE4580131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BCB77-013F-2883-5A66-A005DACDE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059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</Words>
  <Application>Microsoft Office PowerPoint</Application>
  <PresentationFormat>Widescreen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Unit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5</dc:title>
  <dc:creator>Upinder Kumar</dc:creator>
  <cp:lastModifiedBy>Upinder Kumar</cp:lastModifiedBy>
  <cp:revision>4</cp:revision>
  <dcterms:created xsi:type="dcterms:W3CDTF">2023-11-28T05:12:26Z</dcterms:created>
  <dcterms:modified xsi:type="dcterms:W3CDTF">2023-11-28T05:26:47Z</dcterms:modified>
</cp:coreProperties>
</file>