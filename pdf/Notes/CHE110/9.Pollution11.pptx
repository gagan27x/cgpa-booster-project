
<file path=[Content_Types].xml><?xml version="1.0" encoding="utf-8"?>
<Types xmlns="http://schemas.openxmlformats.org/package/2006/content-types">
  <Override PartName="/ppt/slideMasters/slideMaster3.xml" ContentType="application/vnd.openxmlformats-officedocument.presentationml.slideMaster+xml"/>
  <Override PartName="/ppt/slides/slide29.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theme/theme4.xml" ContentType="application/vnd.openxmlformats-officedocument.theme+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Override PartName="/ppt/slideLayouts/slideLayout25.xml" ContentType="application/vnd.openxmlformats-officedocument.presentationml.slideLayout+xml"/>
  <Override PartName="/ppt/notesSlides/notesSlide17.xml" ContentType="application/vnd.openxmlformats-officedocument.presentationml.notesSlide+xml"/>
  <Default Extension="emf" ContentType="image/x-emf"/>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49" r:id="rId2"/>
    <p:sldMasterId id="2147483650" r:id="rId3"/>
  </p:sldMasterIdLst>
  <p:notesMasterIdLst>
    <p:notesMasterId r:id="rId36"/>
  </p:notesMasterIdLst>
  <p:sldIdLst>
    <p:sldId id="256" r:id="rId4"/>
    <p:sldId id="381" r:id="rId5"/>
    <p:sldId id="383" r:id="rId6"/>
    <p:sldId id="385" r:id="rId7"/>
    <p:sldId id="386" r:id="rId8"/>
    <p:sldId id="387" r:id="rId9"/>
    <p:sldId id="388" r:id="rId10"/>
    <p:sldId id="389" r:id="rId11"/>
    <p:sldId id="390" r:id="rId12"/>
    <p:sldId id="391" r:id="rId13"/>
    <p:sldId id="392" r:id="rId14"/>
    <p:sldId id="411" r:id="rId15"/>
    <p:sldId id="413" r:id="rId16"/>
    <p:sldId id="393" r:id="rId17"/>
    <p:sldId id="414" r:id="rId18"/>
    <p:sldId id="415" r:id="rId19"/>
    <p:sldId id="416" r:id="rId20"/>
    <p:sldId id="417" r:id="rId21"/>
    <p:sldId id="418" r:id="rId22"/>
    <p:sldId id="419" r:id="rId23"/>
    <p:sldId id="420" r:id="rId24"/>
    <p:sldId id="421" r:id="rId25"/>
    <p:sldId id="422" r:id="rId26"/>
    <p:sldId id="423" r:id="rId27"/>
    <p:sldId id="424" r:id="rId28"/>
    <p:sldId id="425" r:id="rId29"/>
    <p:sldId id="426" r:id="rId30"/>
    <p:sldId id="427" r:id="rId31"/>
    <p:sldId id="428" r:id="rId32"/>
    <p:sldId id="429" r:id="rId33"/>
    <p:sldId id="430" r:id="rId34"/>
    <p:sldId id="431" r:id="rId35"/>
  </p:sldIdLst>
  <p:sldSz cx="9144000" cy="6858000" type="screen4x3"/>
  <p:notesSz cx="6858000" cy="9144000"/>
  <p:defaultTextStyle>
    <a:defPPr>
      <a:defRPr lang="en-GB"/>
    </a:defPPr>
    <a:lvl1pPr algn="l" defTabSz="449263" rtl="0" eaLnBrk="0" fontAlgn="base" hangingPunct="0">
      <a:spcBef>
        <a:spcPct val="0"/>
      </a:spcBef>
      <a:spcAft>
        <a:spcPct val="0"/>
      </a:spcAft>
      <a:buClr>
        <a:srgbClr val="000000"/>
      </a:buClr>
      <a:buSzPct val="100000"/>
      <a:buFont typeface="Times New Roman" pitchFamily="16" charset="0"/>
      <a:defRPr kern="1200">
        <a:solidFill>
          <a:schemeClr val="bg1"/>
        </a:solidFill>
        <a:latin typeface="Arial" charset="0"/>
        <a:ea typeface="+mn-ea"/>
        <a:cs typeface="Arial" charset="0"/>
      </a:defRPr>
    </a:lvl1pPr>
    <a:lvl2pPr marL="742950" indent="-285750" algn="l" defTabSz="449263" rtl="0" eaLnBrk="0" fontAlgn="base" hangingPunct="0">
      <a:spcBef>
        <a:spcPct val="0"/>
      </a:spcBef>
      <a:spcAft>
        <a:spcPct val="0"/>
      </a:spcAft>
      <a:buClr>
        <a:srgbClr val="000000"/>
      </a:buClr>
      <a:buSzPct val="100000"/>
      <a:buFont typeface="Times New Roman" pitchFamily="16" charset="0"/>
      <a:defRPr kern="1200">
        <a:solidFill>
          <a:schemeClr val="bg1"/>
        </a:solidFill>
        <a:latin typeface="Arial" charset="0"/>
        <a:ea typeface="+mn-ea"/>
        <a:cs typeface="Arial" charset="0"/>
      </a:defRPr>
    </a:lvl2pPr>
    <a:lvl3pPr marL="1143000" indent="-228600" algn="l" defTabSz="449263" rtl="0" eaLnBrk="0" fontAlgn="base" hangingPunct="0">
      <a:spcBef>
        <a:spcPct val="0"/>
      </a:spcBef>
      <a:spcAft>
        <a:spcPct val="0"/>
      </a:spcAft>
      <a:buClr>
        <a:srgbClr val="000000"/>
      </a:buClr>
      <a:buSzPct val="100000"/>
      <a:buFont typeface="Times New Roman" pitchFamily="16" charset="0"/>
      <a:defRPr kern="1200">
        <a:solidFill>
          <a:schemeClr val="bg1"/>
        </a:solidFill>
        <a:latin typeface="Arial" charset="0"/>
        <a:ea typeface="+mn-ea"/>
        <a:cs typeface="Arial" charset="0"/>
      </a:defRPr>
    </a:lvl3pPr>
    <a:lvl4pPr marL="1600200" indent="-228600" algn="l" defTabSz="449263" rtl="0" eaLnBrk="0" fontAlgn="base" hangingPunct="0">
      <a:spcBef>
        <a:spcPct val="0"/>
      </a:spcBef>
      <a:spcAft>
        <a:spcPct val="0"/>
      </a:spcAft>
      <a:buClr>
        <a:srgbClr val="000000"/>
      </a:buClr>
      <a:buSzPct val="100000"/>
      <a:buFont typeface="Times New Roman" pitchFamily="16" charset="0"/>
      <a:defRPr kern="1200">
        <a:solidFill>
          <a:schemeClr val="bg1"/>
        </a:solidFill>
        <a:latin typeface="Arial" charset="0"/>
        <a:ea typeface="+mn-ea"/>
        <a:cs typeface="Arial" charset="0"/>
      </a:defRPr>
    </a:lvl4pPr>
    <a:lvl5pPr marL="2057400" indent="-228600" algn="l" defTabSz="449263" rtl="0" eaLnBrk="0" fontAlgn="base" hangingPunct="0">
      <a:spcBef>
        <a:spcPct val="0"/>
      </a:spcBef>
      <a:spcAft>
        <a:spcPct val="0"/>
      </a:spcAft>
      <a:buClr>
        <a:srgbClr val="000000"/>
      </a:buClr>
      <a:buSzPct val="100000"/>
      <a:buFont typeface="Times New Roman" pitchFamily="16" charset="0"/>
      <a:defRPr kern="1200">
        <a:solidFill>
          <a:schemeClr val="bg1"/>
        </a:solidFill>
        <a:latin typeface="Arial" charset="0"/>
        <a:ea typeface="+mn-ea"/>
        <a:cs typeface="Arial" charset="0"/>
      </a:defRPr>
    </a:lvl5pPr>
    <a:lvl6pPr marL="2286000" algn="l" defTabSz="914400" rtl="0" eaLnBrk="1" latinLnBrk="0" hangingPunct="1">
      <a:defRPr kern="1200">
        <a:solidFill>
          <a:schemeClr val="bg1"/>
        </a:solidFill>
        <a:latin typeface="Arial" charset="0"/>
        <a:ea typeface="+mn-ea"/>
        <a:cs typeface="Arial" charset="0"/>
      </a:defRPr>
    </a:lvl6pPr>
    <a:lvl7pPr marL="2743200" algn="l" defTabSz="914400" rtl="0" eaLnBrk="1" latinLnBrk="0" hangingPunct="1">
      <a:defRPr kern="1200">
        <a:solidFill>
          <a:schemeClr val="bg1"/>
        </a:solidFill>
        <a:latin typeface="Arial" charset="0"/>
        <a:ea typeface="+mn-ea"/>
        <a:cs typeface="Arial" charset="0"/>
      </a:defRPr>
    </a:lvl7pPr>
    <a:lvl8pPr marL="3200400" algn="l" defTabSz="914400" rtl="0" eaLnBrk="1" latinLnBrk="0" hangingPunct="1">
      <a:defRPr kern="1200">
        <a:solidFill>
          <a:schemeClr val="bg1"/>
        </a:solidFill>
        <a:latin typeface="Arial" charset="0"/>
        <a:ea typeface="+mn-ea"/>
        <a:cs typeface="Arial" charset="0"/>
      </a:defRPr>
    </a:lvl8pPr>
    <a:lvl9pPr marL="3657600" algn="l" defTabSz="914400" rtl="0" eaLnBrk="1" latinLnBrk="0" hangingPunct="1">
      <a:defRPr kern="1200">
        <a:solidFill>
          <a:schemeClr val="bg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showPr>
  <p:clrMru>
    <a:srgbClr val="0066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96"/>
      </p:cViewPr>
      <p:guideLst>
        <p:guide orient="horz" pos="2160"/>
        <p:guide pos="2880"/>
      </p:guideLst>
    </p:cSldViewPr>
  </p:slideViewPr>
  <p:outlineViewPr>
    <p:cViewPr varScale="1">
      <p:scale>
        <a:sx n="170" d="200"/>
        <a:sy n="170" d="200"/>
      </p:scale>
      <p:origin x="-780" y="-84"/>
    </p:cViewPr>
  </p:outlineViewPr>
  <p:notesTextViewPr>
    <p:cViewPr>
      <p:scale>
        <a:sx n="100" d="100"/>
        <a:sy n="100" d="100"/>
      </p:scale>
      <p:origin x="0" y="0"/>
    </p:cViewPr>
  </p:notesTextViewPr>
  <p:notesViewPr>
    <p:cSldViewPr>
      <p:cViewPr varScale="1">
        <p:scale>
          <a:sx n="59" d="100"/>
          <a:sy n="59" d="100"/>
        </p:scale>
        <p:origin x="-1752" y="-72"/>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7" name="AutoShape 1"/>
          <p:cNvSpPr>
            <a:spLocks noChangeArrowheads="1"/>
          </p:cNvSpPr>
          <p:nvPr/>
        </p:nvSpPr>
        <p:spPr bwMode="auto">
          <a:xfrm>
            <a:off x="0" y="0"/>
            <a:ext cx="6858000" cy="9144000"/>
          </a:xfrm>
          <a:prstGeom prst="roundRect">
            <a:avLst>
              <a:gd name="adj" fmla="val 23"/>
            </a:avLst>
          </a:prstGeom>
          <a:solidFill>
            <a:srgbClr val="FFFFFF"/>
          </a:solidFill>
          <a:ln w="9360" cap="sq">
            <a:noFill/>
            <a:miter lim="800000"/>
            <a:headEnd/>
            <a:tailEnd/>
          </a:ln>
          <a:effectLst/>
        </p:spPr>
        <p:txBody>
          <a:bodyPr wrap="none" anchor="ctr"/>
          <a:lstStyle/>
          <a:p>
            <a:endParaRPr lang="en-US"/>
          </a:p>
        </p:txBody>
      </p:sp>
      <p:sp>
        <p:nvSpPr>
          <p:cNvPr id="4098" name="AutoShape 2"/>
          <p:cNvSpPr>
            <a:spLocks noChangeArrowheads="1"/>
          </p:cNvSpPr>
          <p:nvPr/>
        </p:nvSpPr>
        <p:spPr bwMode="auto">
          <a:xfrm>
            <a:off x="0" y="0"/>
            <a:ext cx="6858000" cy="9144000"/>
          </a:xfrm>
          <a:prstGeom prst="roundRect">
            <a:avLst>
              <a:gd name="adj" fmla="val 23"/>
            </a:avLst>
          </a:prstGeom>
          <a:solidFill>
            <a:srgbClr val="FFFFFF"/>
          </a:solidFill>
          <a:ln w="9525" cap="flat">
            <a:noFill/>
            <a:round/>
            <a:headEnd/>
            <a:tailEnd/>
          </a:ln>
          <a:effectLst/>
        </p:spPr>
        <p:txBody>
          <a:bodyPr wrap="none" anchor="ctr"/>
          <a:lstStyle/>
          <a:p>
            <a:endParaRPr lang="en-US"/>
          </a:p>
        </p:txBody>
      </p:sp>
      <p:sp>
        <p:nvSpPr>
          <p:cNvPr id="4099" name="AutoShape 3"/>
          <p:cNvSpPr>
            <a:spLocks noChangeArrowheads="1"/>
          </p:cNvSpPr>
          <p:nvPr/>
        </p:nvSpPr>
        <p:spPr bwMode="auto">
          <a:xfrm>
            <a:off x="0" y="0"/>
            <a:ext cx="6858000" cy="9144000"/>
          </a:xfrm>
          <a:prstGeom prst="roundRect">
            <a:avLst>
              <a:gd name="adj" fmla="val 23"/>
            </a:avLst>
          </a:prstGeom>
          <a:solidFill>
            <a:srgbClr val="FFFFFF"/>
          </a:solidFill>
          <a:ln w="9525" cap="flat">
            <a:noFill/>
            <a:round/>
            <a:headEnd/>
            <a:tailEnd/>
          </a:ln>
          <a:effectLst/>
        </p:spPr>
        <p:txBody>
          <a:bodyPr wrap="none" anchor="ctr"/>
          <a:lstStyle/>
          <a:p>
            <a:endParaRPr lang="en-US"/>
          </a:p>
        </p:txBody>
      </p:sp>
      <p:sp>
        <p:nvSpPr>
          <p:cNvPr id="4100" name="AutoShape 4"/>
          <p:cNvSpPr>
            <a:spLocks noChangeArrowheads="1"/>
          </p:cNvSpPr>
          <p:nvPr/>
        </p:nvSpPr>
        <p:spPr bwMode="auto">
          <a:xfrm>
            <a:off x="0" y="0"/>
            <a:ext cx="6858000" cy="9144000"/>
          </a:xfrm>
          <a:prstGeom prst="roundRect">
            <a:avLst>
              <a:gd name="adj" fmla="val 23"/>
            </a:avLst>
          </a:prstGeom>
          <a:solidFill>
            <a:srgbClr val="FFFFFF"/>
          </a:solidFill>
          <a:ln w="9525" cap="flat">
            <a:noFill/>
            <a:round/>
            <a:headEnd/>
            <a:tailEnd/>
          </a:ln>
          <a:effectLst/>
        </p:spPr>
        <p:txBody>
          <a:bodyPr wrap="none" anchor="ctr"/>
          <a:lstStyle/>
          <a:p>
            <a:endParaRPr lang="en-US"/>
          </a:p>
        </p:txBody>
      </p:sp>
      <p:sp>
        <p:nvSpPr>
          <p:cNvPr id="4101" name="AutoShape 5"/>
          <p:cNvSpPr>
            <a:spLocks noChangeArrowheads="1"/>
          </p:cNvSpPr>
          <p:nvPr/>
        </p:nvSpPr>
        <p:spPr bwMode="auto">
          <a:xfrm>
            <a:off x="0" y="0"/>
            <a:ext cx="6858000" cy="9144000"/>
          </a:xfrm>
          <a:prstGeom prst="roundRect">
            <a:avLst>
              <a:gd name="adj" fmla="val 23"/>
            </a:avLst>
          </a:prstGeom>
          <a:solidFill>
            <a:srgbClr val="FFFFFF"/>
          </a:solidFill>
          <a:ln w="9525" cap="flat">
            <a:noFill/>
            <a:round/>
            <a:headEnd/>
            <a:tailEnd/>
          </a:ln>
          <a:effectLst/>
        </p:spPr>
        <p:txBody>
          <a:bodyPr wrap="none" anchor="ctr"/>
          <a:lstStyle/>
          <a:p>
            <a:endParaRPr lang="en-US"/>
          </a:p>
        </p:txBody>
      </p:sp>
      <p:sp>
        <p:nvSpPr>
          <p:cNvPr id="4102" name="AutoShape 6"/>
          <p:cNvSpPr>
            <a:spLocks noChangeArrowheads="1"/>
          </p:cNvSpPr>
          <p:nvPr/>
        </p:nvSpPr>
        <p:spPr bwMode="auto">
          <a:xfrm>
            <a:off x="0" y="0"/>
            <a:ext cx="6858000" cy="9144000"/>
          </a:xfrm>
          <a:prstGeom prst="roundRect">
            <a:avLst>
              <a:gd name="adj" fmla="val 23"/>
            </a:avLst>
          </a:prstGeom>
          <a:solidFill>
            <a:srgbClr val="FFFFFF"/>
          </a:solidFill>
          <a:ln w="9525" cap="flat">
            <a:noFill/>
            <a:round/>
            <a:headEnd/>
            <a:tailEnd/>
          </a:ln>
          <a:effectLst/>
        </p:spPr>
        <p:txBody>
          <a:bodyPr wrap="none" anchor="ctr"/>
          <a:lstStyle/>
          <a:p>
            <a:endParaRPr lang="en-US"/>
          </a:p>
        </p:txBody>
      </p:sp>
      <p:sp>
        <p:nvSpPr>
          <p:cNvPr id="4103" name="AutoShape 7"/>
          <p:cNvSpPr>
            <a:spLocks noChangeArrowheads="1"/>
          </p:cNvSpPr>
          <p:nvPr/>
        </p:nvSpPr>
        <p:spPr bwMode="auto">
          <a:xfrm>
            <a:off x="0" y="0"/>
            <a:ext cx="6858000" cy="9144000"/>
          </a:xfrm>
          <a:prstGeom prst="roundRect">
            <a:avLst>
              <a:gd name="adj" fmla="val 23"/>
            </a:avLst>
          </a:prstGeom>
          <a:solidFill>
            <a:srgbClr val="FFFFFF"/>
          </a:solidFill>
          <a:ln w="9525" cap="flat">
            <a:noFill/>
            <a:round/>
            <a:headEnd/>
            <a:tailEnd/>
          </a:ln>
          <a:effectLst/>
        </p:spPr>
        <p:txBody>
          <a:bodyPr wrap="none" anchor="ctr"/>
          <a:lstStyle/>
          <a:p>
            <a:endParaRPr lang="en-US"/>
          </a:p>
        </p:txBody>
      </p:sp>
      <p:sp>
        <p:nvSpPr>
          <p:cNvPr id="4104" name="Rectangle 8"/>
          <p:cNvSpPr>
            <a:spLocks noGrp="1" noRot="1" noChangeAspect="1" noChangeArrowheads="1"/>
          </p:cNvSpPr>
          <p:nvPr>
            <p:ph type="sldImg"/>
          </p:nvPr>
        </p:nvSpPr>
        <p:spPr bwMode="auto">
          <a:xfrm>
            <a:off x="-11798300" y="-11796713"/>
            <a:ext cx="11787187" cy="12480926"/>
          </a:xfrm>
          <a:prstGeom prst="rect">
            <a:avLst/>
          </a:prstGeom>
          <a:noFill/>
          <a:ln w="9525" cap="flat">
            <a:noFill/>
            <a:round/>
            <a:headEnd/>
            <a:tailEnd/>
          </a:ln>
          <a:effectLst/>
        </p:spPr>
      </p:sp>
      <p:sp>
        <p:nvSpPr>
          <p:cNvPr id="4105" name="Rectangle 9"/>
          <p:cNvSpPr>
            <a:spLocks noGrp="1" noChangeArrowheads="1"/>
          </p:cNvSpPr>
          <p:nvPr>
            <p:ph type="body"/>
          </p:nvPr>
        </p:nvSpPr>
        <p:spPr bwMode="auto">
          <a:xfrm>
            <a:off x="685800" y="4343400"/>
            <a:ext cx="5473700" cy="4102100"/>
          </a:xfrm>
          <a:prstGeom prst="rect">
            <a:avLst/>
          </a:prstGeom>
          <a:noFill/>
          <a:ln w="9525" cap="flat">
            <a:noFill/>
            <a:round/>
            <a:headEnd/>
            <a:tailEnd/>
          </a:ln>
          <a:effectLst/>
        </p:spPr>
        <p:txBody>
          <a:bodyPr vert="horz" wrap="square" lIns="0" tIns="0" rIns="0" bIns="0" numCol="1" anchor="t" anchorCtr="0" compatLnSpc="1">
            <a:prstTxWarp prst="textNoShape">
              <a:avLst/>
            </a:prstTxWarp>
          </a:bodyPr>
          <a:lstStyle/>
          <a:p>
            <a:pPr lvl="0"/>
            <a:endParaRPr lang="en-US" smtClean="0"/>
          </a:p>
        </p:txBody>
      </p:sp>
    </p:spTree>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4209" name="Rectangle 1"/>
          <p:cNvSpPr txBox="1">
            <a:spLocks noGrp="1" noRot="1" noChangeAspect="1"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p:spPr>
      </p:sp>
      <p:sp>
        <p:nvSpPr>
          <p:cNvPr id="94210" name="Rectangle 2"/>
          <p:cNvSpPr txBox="1">
            <a:spLocks noGrp="1" noChangeArrowheads="1"/>
          </p:cNvSpPr>
          <p:nvPr>
            <p:ph type="body" idx="1"/>
          </p:nvPr>
        </p:nvSpPr>
        <p:spPr bwMode="auto">
          <a:xfrm>
            <a:off x="685800" y="4343400"/>
            <a:ext cx="5486400" cy="4114800"/>
          </a:xfrm>
          <a:prstGeom prst="rect">
            <a:avLst/>
          </a:prstGeom>
          <a:noFill/>
          <a:ln cap="flat">
            <a:round/>
            <a:headEnd/>
            <a:tailEnd/>
          </a:ln>
        </p:spPr>
        <p:txBody>
          <a:bodyPr wrap="none" anchor="ct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8"/>
          <p:cNvSpPr>
            <a:spLocks noGrp="1" noChangeArrowheads="1"/>
          </p:cNvSpPr>
          <p:nvPr>
            <p:ph type="sldNum"/>
          </p:nvPr>
        </p:nvSpPr>
        <p:spPr>
          <a:xfrm>
            <a:off x="3884613" y="8685213"/>
            <a:ext cx="2971800" cy="457200"/>
          </a:xfrm>
          <a:prstGeom prst="rect">
            <a:avLst/>
          </a:prstGeom>
          <a:ln/>
        </p:spPr>
        <p:txBody>
          <a:bodyPr/>
          <a:lstStyle/>
          <a:p>
            <a:fld id="{5EF86932-B56A-47C8-81EE-AF50AA8E9152}" type="slidenum">
              <a:rPr lang="en-IN"/>
              <a:pPr/>
              <a:t>2</a:t>
            </a:fld>
            <a:endParaRPr lang="en-IN"/>
          </a:p>
        </p:txBody>
      </p:sp>
      <p:sp>
        <p:nvSpPr>
          <p:cNvPr id="76801" name="Rectangle 1"/>
          <p:cNvSpPr txBox="1">
            <a:spLocks noGrp="1" noRot="1" noChangeAspect="1" noChangeArrowheads="1"/>
          </p:cNvSpPr>
          <p:nvPr>
            <p:ph type="sldImg"/>
          </p:nvPr>
        </p:nvSpPr>
        <p:spPr bwMode="auto">
          <a:xfrm>
            <a:off x="1108075" y="812800"/>
            <a:ext cx="5341938" cy="4006850"/>
          </a:xfrm>
          <a:prstGeom prst="rect">
            <a:avLst/>
          </a:prstGeom>
          <a:solidFill>
            <a:srgbClr val="FFFFFF"/>
          </a:solidFill>
          <a:ln>
            <a:solidFill>
              <a:srgbClr val="000000"/>
            </a:solidFill>
            <a:miter lim="800000"/>
            <a:headEnd/>
            <a:tailEnd/>
          </a:ln>
        </p:spPr>
      </p:sp>
      <p:sp>
        <p:nvSpPr>
          <p:cNvPr id="76802" name="Rectangle 2"/>
          <p:cNvSpPr txBox="1">
            <a:spLocks noGrp="1" noChangeArrowheads="1"/>
          </p:cNvSpPr>
          <p:nvPr>
            <p:ph type="body" idx="1"/>
          </p:nvPr>
        </p:nvSpPr>
        <p:spPr bwMode="auto">
          <a:xfrm>
            <a:off x="755650" y="5078413"/>
            <a:ext cx="6046788" cy="4810125"/>
          </a:xfrm>
          <a:prstGeom prst="rect">
            <a:avLst/>
          </a:prstGeom>
          <a:noFill/>
          <a:ln cap="flat">
            <a:round/>
            <a:headEnd/>
            <a:tailEnd/>
          </a:ln>
        </p:spPr>
        <p:txBody>
          <a:bodyPr wrap="none" anchor="ct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8"/>
          <p:cNvSpPr>
            <a:spLocks noGrp="1" noChangeArrowheads="1"/>
          </p:cNvSpPr>
          <p:nvPr>
            <p:ph type="sldNum"/>
          </p:nvPr>
        </p:nvSpPr>
        <p:spPr>
          <a:xfrm>
            <a:off x="3884613" y="8685213"/>
            <a:ext cx="2971800" cy="457200"/>
          </a:xfrm>
          <a:prstGeom prst="rect">
            <a:avLst/>
          </a:prstGeom>
          <a:ln/>
        </p:spPr>
        <p:txBody>
          <a:bodyPr/>
          <a:lstStyle/>
          <a:p>
            <a:fld id="{6F047E57-4E1E-4644-A4E2-F8D7A51C7471}" type="slidenum">
              <a:rPr lang="en-IN"/>
              <a:pPr/>
              <a:t>3</a:t>
            </a:fld>
            <a:endParaRPr lang="en-IN"/>
          </a:p>
        </p:txBody>
      </p:sp>
      <p:sp>
        <p:nvSpPr>
          <p:cNvPr id="78849" name="Rectangle 1"/>
          <p:cNvSpPr txBox="1">
            <a:spLocks noGrp="1" noRot="1" noChangeAspect="1" noChangeArrowheads="1"/>
          </p:cNvSpPr>
          <p:nvPr>
            <p:ph type="sldImg"/>
          </p:nvPr>
        </p:nvSpPr>
        <p:spPr bwMode="auto">
          <a:xfrm>
            <a:off x="1108075" y="812800"/>
            <a:ext cx="5341938" cy="4006850"/>
          </a:xfrm>
          <a:prstGeom prst="rect">
            <a:avLst/>
          </a:prstGeom>
          <a:solidFill>
            <a:srgbClr val="FFFFFF"/>
          </a:solidFill>
          <a:ln>
            <a:solidFill>
              <a:srgbClr val="000000"/>
            </a:solidFill>
            <a:miter lim="800000"/>
            <a:headEnd/>
            <a:tailEnd/>
          </a:ln>
        </p:spPr>
      </p:sp>
      <p:sp>
        <p:nvSpPr>
          <p:cNvPr id="78850" name="Rectangle 2"/>
          <p:cNvSpPr txBox="1">
            <a:spLocks noGrp="1" noChangeArrowheads="1"/>
          </p:cNvSpPr>
          <p:nvPr>
            <p:ph type="body" idx="1"/>
          </p:nvPr>
        </p:nvSpPr>
        <p:spPr bwMode="auto">
          <a:xfrm>
            <a:off x="755650" y="5078413"/>
            <a:ext cx="6046788" cy="4810125"/>
          </a:xfrm>
          <a:prstGeom prst="rect">
            <a:avLst/>
          </a:prstGeom>
          <a:noFill/>
          <a:ln cap="flat">
            <a:round/>
            <a:headEnd/>
            <a:tailEnd/>
          </a:ln>
        </p:spPr>
        <p:txBody>
          <a:bodyPr wrap="none" anchor="ct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8"/>
          <p:cNvSpPr>
            <a:spLocks noGrp="1" noChangeArrowheads="1"/>
          </p:cNvSpPr>
          <p:nvPr>
            <p:ph type="sldNum"/>
          </p:nvPr>
        </p:nvSpPr>
        <p:spPr>
          <a:xfrm>
            <a:off x="3884613" y="8685213"/>
            <a:ext cx="2971800" cy="457200"/>
          </a:xfrm>
          <a:prstGeom prst="rect">
            <a:avLst/>
          </a:prstGeom>
          <a:ln/>
        </p:spPr>
        <p:txBody>
          <a:bodyPr/>
          <a:lstStyle/>
          <a:p>
            <a:fld id="{9302254E-D1EA-4B29-A40C-0E8A171C162C}" type="slidenum">
              <a:rPr lang="en-IN"/>
              <a:pPr/>
              <a:t>4</a:t>
            </a:fld>
            <a:endParaRPr lang="en-IN"/>
          </a:p>
        </p:txBody>
      </p:sp>
      <p:sp>
        <p:nvSpPr>
          <p:cNvPr id="80897" name="Rectangle 1"/>
          <p:cNvSpPr txBox="1">
            <a:spLocks noGrp="1" noRot="1" noChangeAspect="1" noChangeArrowheads="1"/>
          </p:cNvSpPr>
          <p:nvPr>
            <p:ph type="sldImg"/>
          </p:nvPr>
        </p:nvSpPr>
        <p:spPr bwMode="auto">
          <a:xfrm>
            <a:off x="1108075" y="812800"/>
            <a:ext cx="5341938" cy="4006850"/>
          </a:xfrm>
          <a:prstGeom prst="rect">
            <a:avLst/>
          </a:prstGeom>
          <a:solidFill>
            <a:srgbClr val="FFFFFF"/>
          </a:solidFill>
          <a:ln>
            <a:solidFill>
              <a:srgbClr val="000000"/>
            </a:solidFill>
            <a:miter lim="800000"/>
            <a:headEnd/>
            <a:tailEnd/>
          </a:ln>
        </p:spPr>
      </p:sp>
      <p:sp>
        <p:nvSpPr>
          <p:cNvPr id="80898" name="Rectangle 2"/>
          <p:cNvSpPr txBox="1">
            <a:spLocks noGrp="1" noChangeArrowheads="1"/>
          </p:cNvSpPr>
          <p:nvPr>
            <p:ph type="body" idx="1"/>
          </p:nvPr>
        </p:nvSpPr>
        <p:spPr bwMode="auto">
          <a:xfrm>
            <a:off x="755650" y="5078413"/>
            <a:ext cx="6046788" cy="4810125"/>
          </a:xfrm>
          <a:prstGeom prst="rect">
            <a:avLst/>
          </a:prstGeom>
          <a:noFill/>
          <a:ln cap="flat">
            <a:round/>
            <a:headEnd/>
            <a:tailEnd/>
          </a:ln>
        </p:spPr>
        <p:txBody>
          <a:bodyPr wrap="none" anchor="ct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8"/>
          <p:cNvSpPr>
            <a:spLocks noGrp="1" noChangeArrowheads="1"/>
          </p:cNvSpPr>
          <p:nvPr>
            <p:ph type="sldNum"/>
          </p:nvPr>
        </p:nvSpPr>
        <p:spPr>
          <a:xfrm>
            <a:off x="3884613" y="8685213"/>
            <a:ext cx="2971800" cy="457200"/>
          </a:xfrm>
          <a:prstGeom prst="rect">
            <a:avLst/>
          </a:prstGeom>
          <a:ln/>
        </p:spPr>
        <p:txBody>
          <a:bodyPr/>
          <a:lstStyle/>
          <a:p>
            <a:fld id="{11E4F71C-8B8D-49B0-8CB3-2A97D8DB7745}" type="slidenum">
              <a:rPr lang="en-IN"/>
              <a:pPr/>
              <a:t>5</a:t>
            </a:fld>
            <a:endParaRPr lang="en-IN"/>
          </a:p>
        </p:txBody>
      </p:sp>
      <p:sp>
        <p:nvSpPr>
          <p:cNvPr id="81921" name="Text Box 1"/>
          <p:cNvSpPr txBox="1">
            <a:spLocks noChangeArrowheads="1"/>
          </p:cNvSpPr>
          <p:nvPr/>
        </p:nvSpPr>
        <p:spPr bwMode="auto">
          <a:xfrm>
            <a:off x="4278313" y="10156825"/>
            <a:ext cx="3279775" cy="533400"/>
          </a:xfrm>
          <a:prstGeom prst="rect">
            <a:avLst/>
          </a:prstGeom>
          <a:noFill/>
          <a:ln w="9525" cap="flat">
            <a:noFill/>
            <a:round/>
            <a:headEnd/>
            <a:tailEnd/>
          </a:ln>
          <a:effectLst/>
        </p:spPr>
        <p:txBody>
          <a:bodyPr lIns="0" tIns="0" rIns="0" bIns="0" anchor="b"/>
          <a:lstStyle/>
          <a:p>
            <a:pPr algn="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DA79F20B-6624-44E9-9B13-407DAF8A9E14}" type="slidenum">
              <a:rPr lang="en-IN" sz="1400">
                <a:solidFill>
                  <a:srgbClr val="000000"/>
                </a:solidFill>
                <a:latin typeface="Times New Roman" pitchFamily="16" charset="0"/>
              </a:rPr>
              <a:pPr algn="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5</a:t>
            </a:fld>
            <a:endParaRPr lang="en-IN" sz="1400">
              <a:solidFill>
                <a:srgbClr val="000000"/>
              </a:solidFill>
              <a:latin typeface="Times New Roman" pitchFamily="16" charset="0"/>
            </a:endParaRPr>
          </a:p>
        </p:txBody>
      </p:sp>
      <p:sp>
        <p:nvSpPr>
          <p:cNvPr id="81922" name="Rectangle 2"/>
          <p:cNvSpPr txBox="1">
            <a:spLocks noGrp="1" noRot="1" noChangeAspect="1" noChangeArrowheads="1"/>
          </p:cNvSpPr>
          <p:nvPr>
            <p:ph type="sldImg"/>
          </p:nvPr>
        </p:nvSpPr>
        <p:spPr bwMode="auto">
          <a:xfrm>
            <a:off x="1106488" y="812800"/>
            <a:ext cx="5345112" cy="4008438"/>
          </a:xfrm>
          <a:prstGeom prst="rect">
            <a:avLst/>
          </a:prstGeom>
          <a:solidFill>
            <a:srgbClr val="FFFFFF"/>
          </a:solidFill>
          <a:ln>
            <a:solidFill>
              <a:srgbClr val="000000"/>
            </a:solidFill>
            <a:miter lim="800000"/>
            <a:headEnd/>
            <a:tailEnd/>
          </a:ln>
        </p:spPr>
      </p:sp>
      <p:sp>
        <p:nvSpPr>
          <p:cNvPr id="81923" name="Rectangle 3"/>
          <p:cNvSpPr txBox="1">
            <a:spLocks noGrp="1" noChangeArrowheads="1"/>
          </p:cNvSpPr>
          <p:nvPr>
            <p:ph type="body" idx="1"/>
          </p:nvPr>
        </p:nvSpPr>
        <p:spPr bwMode="auto">
          <a:xfrm>
            <a:off x="755650" y="5078413"/>
            <a:ext cx="6048375" cy="4811712"/>
          </a:xfrm>
          <a:prstGeom prst="rect">
            <a:avLst/>
          </a:prstGeom>
          <a:noFill/>
          <a:ln cap="flat">
            <a:round/>
            <a:headEnd/>
            <a:tailEnd/>
          </a:ln>
        </p:spPr>
        <p:txBody>
          <a:bodyPr wrap="none" anchor="ct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8"/>
          <p:cNvSpPr>
            <a:spLocks noGrp="1" noChangeArrowheads="1"/>
          </p:cNvSpPr>
          <p:nvPr>
            <p:ph type="sldNum"/>
          </p:nvPr>
        </p:nvSpPr>
        <p:spPr>
          <a:xfrm>
            <a:off x="3884613" y="8685213"/>
            <a:ext cx="2971800" cy="457200"/>
          </a:xfrm>
          <a:prstGeom prst="rect">
            <a:avLst/>
          </a:prstGeom>
          <a:ln/>
        </p:spPr>
        <p:txBody>
          <a:bodyPr/>
          <a:lstStyle/>
          <a:p>
            <a:fld id="{9D318E3E-6AF3-4262-8946-E2932F0A59F9}" type="slidenum">
              <a:rPr lang="en-IN"/>
              <a:pPr/>
              <a:t>6</a:t>
            </a:fld>
            <a:endParaRPr lang="en-IN"/>
          </a:p>
        </p:txBody>
      </p:sp>
      <p:sp>
        <p:nvSpPr>
          <p:cNvPr id="82945" name="Rectangle 1"/>
          <p:cNvSpPr txBox="1">
            <a:spLocks noGrp="1" noRot="1" noChangeAspect="1" noChangeArrowheads="1"/>
          </p:cNvSpPr>
          <p:nvPr>
            <p:ph type="sldImg"/>
          </p:nvPr>
        </p:nvSpPr>
        <p:spPr bwMode="auto">
          <a:xfrm>
            <a:off x="1108075" y="812800"/>
            <a:ext cx="5341938" cy="4006850"/>
          </a:xfrm>
          <a:prstGeom prst="rect">
            <a:avLst/>
          </a:prstGeom>
          <a:solidFill>
            <a:srgbClr val="FFFFFF"/>
          </a:solidFill>
          <a:ln>
            <a:solidFill>
              <a:srgbClr val="000000"/>
            </a:solidFill>
            <a:miter lim="800000"/>
            <a:headEnd/>
            <a:tailEnd/>
          </a:ln>
        </p:spPr>
      </p:sp>
      <p:sp>
        <p:nvSpPr>
          <p:cNvPr id="82946" name="Rectangle 2"/>
          <p:cNvSpPr txBox="1">
            <a:spLocks noGrp="1" noChangeArrowheads="1"/>
          </p:cNvSpPr>
          <p:nvPr>
            <p:ph type="body" idx="1"/>
          </p:nvPr>
        </p:nvSpPr>
        <p:spPr bwMode="auto">
          <a:xfrm>
            <a:off x="755650" y="5078413"/>
            <a:ext cx="6046788" cy="4810125"/>
          </a:xfrm>
          <a:prstGeom prst="rect">
            <a:avLst/>
          </a:prstGeom>
          <a:noFill/>
          <a:ln cap="flat">
            <a:round/>
            <a:headEnd/>
            <a:tailEnd/>
          </a:ln>
        </p:spPr>
        <p:txBody>
          <a:bodyPr wrap="none" anchor="ct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8"/>
          <p:cNvSpPr>
            <a:spLocks noGrp="1" noChangeArrowheads="1"/>
          </p:cNvSpPr>
          <p:nvPr>
            <p:ph type="sldNum"/>
          </p:nvPr>
        </p:nvSpPr>
        <p:spPr>
          <a:xfrm>
            <a:off x="3884613" y="8685213"/>
            <a:ext cx="2971800" cy="457200"/>
          </a:xfrm>
          <a:prstGeom prst="rect">
            <a:avLst/>
          </a:prstGeom>
          <a:ln/>
        </p:spPr>
        <p:txBody>
          <a:bodyPr/>
          <a:lstStyle/>
          <a:p>
            <a:fld id="{D145A6FE-C122-41A0-932E-14BB2B8C03CD}" type="slidenum">
              <a:rPr lang="en-IN"/>
              <a:pPr/>
              <a:t>7</a:t>
            </a:fld>
            <a:endParaRPr lang="en-IN"/>
          </a:p>
        </p:txBody>
      </p:sp>
      <p:sp>
        <p:nvSpPr>
          <p:cNvPr id="83969" name="Rectangle 1"/>
          <p:cNvSpPr txBox="1">
            <a:spLocks noGrp="1" noRot="1" noChangeAspect="1" noChangeArrowheads="1"/>
          </p:cNvSpPr>
          <p:nvPr>
            <p:ph type="sldImg"/>
          </p:nvPr>
        </p:nvSpPr>
        <p:spPr bwMode="auto">
          <a:xfrm>
            <a:off x="1108075" y="812800"/>
            <a:ext cx="5341938" cy="4006850"/>
          </a:xfrm>
          <a:prstGeom prst="rect">
            <a:avLst/>
          </a:prstGeom>
          <a:solidFill>
            <a:srgbClr val="FFFFFF"/>
          </a:solidFill>
          <a:ln>
            <a:solidFill>
              <a:srgbClr val="000000"/>
            </a:solidFill>
            <a:miter lim="800000"/>
            <a:headEnd/>
            <a:tailEnd/>
          </a:ln>
        </p:spPr>
      </p:sp>
      <p:sp>
        <p:nvSpPr>
          <p:cNvPr id="83970" name="Rectangle 2"/>
          <p:cNvSpPr txBox="1">
            <a:spLocks noGrp="1" noChangeArrowheads="1"/>
          </p:cNvSpPr>
          <p:nvPr>
            <p:ph type="body" idx="1"/>
          </p:nvPr>
        </p:nvSpPr>
        <p:spPr bwMode="auto">
          <a:xfrm>
            <a:off x="755650" y="5078413"/>
            <a:ext cx="6046788" cy="4810125"/>
          </a:xfrm>
          <a:prstGeom prst="rect">
            <a:avLst/>
          </a:prstGeom>
          <a:noFill/>
          <a:ln cap="flat">
            <a:round/>
            <a:headEnd/>
            <a:tailEnd/>
          </a:ln>
        </p:spPr>
        <p:txBody>
          <a:bodyPr wrap="none" anchor="ct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8"/>
          <p:cNvSpPr>
            <a:spLocks noGrp="1" noChangeArrowheads="1"/>
          </p:cNvSpPr>
          <p:nvPr>
            <p:ph type="sldNum"/>
          </p:nvPr>
        </p:nvSpPr>
        <p:spPr>
          <a:xfrm>
            <a:off x="3884613" y="8685213"/>
            <a:ext cx="2971800" cy="457200"/>
          </a:xfrm>
          <a:prstGeom prst="rect">
            <a:avLst/>
          </a:prstGeom>
          <a:ln/>
        </p:spPr>
        <p:txBody>
          <a:bodyPr/>
          <a:lstStyle/>
          <a:p>
            <a:fld id="{64E964FB-1D00-4608-9D75-C94BB7F4AA5E}" type="slidenum">
              <a:rPr lang="en-IN"/>
              <a:pPr/>
              <a:t>8</a:t>
            </a:fld>
            <a:endParaRPr lang="en-IN"/>
          </a:p>
        </p:txBody>
      </p:sp>
      <p:sp>
        <p:nvSpPr>
          <p:cNvPr id="84993" name="Rectangle 1"/>
          <p:cNvSpPr txBox="1">
            <a:spLocks noGrp="1" noRot="1" noChangeAspect="1" noChangeArrowheads="1"/>
          </p:cNvSpPr>
          <p:nvPr>
            <p:ph type="sldImg"/>
          </p:nvPr>
        </p:nvSpPr>
        <p:spPr bwMode="auto">
          <a:xfrm>
            <a:off x="1108075" y="812800"/>
            <a:ext cx="5341938" cy="4006850"/>
          </a:xfrm>
          <a:prstGeom prst="rect">
            <a:avLst/>
          </a:prstGeom>
          <a:solidFill>
            <a:srgbClr val="FFFFFF"/>
          </a:solidFill>
          <a:ln>
            <a:solidFill>
              <a:srgbClr val="000000"/>
            </a:solidFill>
            <a:miter lim="800000"/>
            <a:headEnd/>
            <a:tailEnd/>
          </a:ln>
        </p:spPr>
      </p:sp>
      <p:sp>
        <p:nvSpPr>
          <p:cNvPr id="84994" name="Rectangle 2"/>
          <p:cNvSpPr txBox="1">
            <a:spLocks noGrp="1" noChangeArrowheads="1"/>
          </p:cNvSpPr>
          <p:nvPr>
            <p:ph type="body" idx="1"/>
          </p:nvPr>
        </p:nvSpPr>
        <p:spPr bwMode="auto">
          <a:xfrm>
            <a:off x="755650" y="5078413"/>
            <a:ext cx="6046788" cy="4810125"/>
          </a:xfrm>
          <a:prstGeom prst="rect">
            <a:avLst/>
          </a:prstGeom>
          <a:noFill/>
          <a:ln cap="flat">
            <a:round/>
            <a:headEnd/>
            <a:tailEnd/>
          </a:ln>
        </p:spPr>
        <p:txBody>
          <a:bodyPr wrap="none" anchor="ct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8"/>
          <p:cNvSpPr>
            <a:spLocks noGrp="1" noChangeArrowheads="1"/>
          </p:cNvSpPr>
          <p:nvPr>
            <p:ph type="sldNum"/>
          </p:nvPr>
        </p:nvSpPr>
        <p:spPr>
          <a:xfrm>
            <a:off x="3884613" y="8685213"/>
            <a:ext cx="2971800" cy="457200"/>
          </a:xfrm>
          <a:prstGeom prst="rect">
            <a:avLst/>
          </a:prstGeom>
          <a:ln/>
        </p:spPr>
        <p:txBody>
          <a:bodyPr/>
          <a:lstStyle/>
          <a:p>
            <a:fld id="{3FFA6B0D-685C-4984-A726-930A5ABCDAB1}" type="slidenum">
              <a:rPr lang="en-IN"/>
              <a:pPr/>
              <a:t>9</a:t>
            </a:fld>
            <a:endParaRPr lang="en-IN"/>
          </a:p>
        </p:txBody>
      </p:sp>
      <p:sp>
        <p:nvSpPr>
          <p:cNvPr id="86017" name="Rectangle 1"/>
          <p:cNvSpPr txBox="1">
            <a:spLocks noGrp="1" noRot="1" noChangeAspect="1" noChangeArrowheads="1"/>
          </p:cNvSpPr>
          <p:nvPr>
            <p:ph type="sldImg"/>
          </p:nvPr>
        </p:nvSpPr>
        <p:spPr bwMode="auto">
          <a:xfrm>
            <a:off x="1108075" y="812800"/>
            <a:ext cx="5341938" cy="4006850"/>
          </a:xfrm>
          <a:prstGeom prst="rect">
            <a:avLst/>
          </a:prstGeom>
          <a:solidFill>
            <a:srgbClr val="FFFFFF"/>
          </a:solidFill>
          <a:ln>
            <a:solidFill>
              <a:srgbClr val="000000"/>
            </a:solidFill>
            <a:miter lim="800000"/>
            <a:headEnd/>
            <a:tailEnd/>
          </a:ln>
        </p:spPr>
      </p:sp>
      <p:sp>
        <p:nvSpPr>
          <p:cNvPr id="86018" name="Rectangle 2"/>
          <p:cNvSpPr txBox="1">
            <a:spLocks noGrp="1" noChangeArrowheads="1"/>
          </p:cNvSpPr>
          <p:nvPr>
            <p:ph type="body" idx="1"/>
          </p:nvPr>
        </p:nvSpPr>
        <p:spPr bwMode="auto">
          <a:xfrm>
            <a:off x="755650" y="5078413"/>
            <a:ext cx="6046788" cy="4810125"/>
          </a:xfrm>
          <a:prstGeom prst="rect">
            <a:avLst/>
          </a:prstGeom>
          <a:noFill/>
          <a:ln cap="flat">
            <a:round/>
            <a:headEnd/>
            <a:tailEnd/>
          </a:ln>
        </p:spPr>
        <p:txBody>
          <a:bodyPr wrap="none" anchor="ct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8"/>
          <p:cNvSpPr>
            <a:spLocks noGrp="1" noChangeArrowheads="1"/>
          </p:cNvSpPr>
          <p:nvPr>
            <p:ph type="sldNum"/>
          </p:nvPr>
        </p:nvSpPr>
        <p:spPr>
          <a:xfrm>
            <a:off x="3884613" y="8685213"/>
            <a:ext cx="2971800" cy="457200"/>
          </a:xfrm>
          <a:prstGeom prst="rect">
            <a:avLst/>
          </a:prstGeom>
          <a:ln/>
        </p:spPr>
        <p:txBody>
          <a:bodyPr/>
          <a:lstStyle/>
          <a:p>
            <a:fld id="{4CCAF387-745D-4F25-AB60-0E8781D3FD78}" type="slidenum">
              <a:rPr lang="en-IN"/>
              <a:pPr/>
              <a:t>10</a:t>
            </a:fld>
            <a:endParaRPr lang="en-IN"/>
          </a:p>
        </p:txBody>
      </p:sp>
      <p:sp>
        <p:nvSpPr>
          <p:cNvPr id="87041" name="Rectangle 1"/>
          <p:cNvSpPr txBox="1">
            <a:spLocks noGrp="1" noRot="1" noChangeAspect="1" noChangeArrowheads="1"/>
          </p:cNvSpPr>
          <p:nvPr>
            <p:ph type="sldImg"/>
          </p:nvPr>
        </p:nvSpPr>
        <p:spPr bwMode="auto">
          <a:xfrm>
            <a:off x="1108075" y="812800"/>
            <a:ext cx="5341938" cy="4006850"/>
          </a:xfrm>
          <a:prstGeom prst="rect">
            <a:avLst/>
          </a:prstGeom>
          <a:solidFill>
            <a:srgbClr val="FFFFFF"/>
          </a:solidFill>
          <a:ln>
            <a:solidFill>
              <a:srgbClr val="000000"/>
            </a:solidFill>
            <a:miter lim="800000"/>
            <a:headEnd/>
            <a:tailEnd/>
          </a:ln>
        </p:spPr>
      </p:sp>
      <p:sp>
        <p:nvSpPr>
          <p:cNvPr id="87042" name="Rectangle 2"/>
          <p:cNvSpPr txBox="1">
            <a:spLocks noGrp="1" noChangeArrowheads="1"/>
          </p:cNvSpPr>
          <p:nvPr>
            <p:ph type="body" idx="1"/>
          </p:nvPr>
        </p:nvSpPr>
        <p:spPr bwMode="auto">
          <a:xfrm>
            <a:off x="755650" y="5078413"/>
            <a:ext cx="6046788" cy="4810125"/>
          </a:xfrm>
          <a:prstGeom prst="rect">
            <a:avLst/>
          </a:prstGeom>
          <a:noFill/>
          <a:ln cap="flat">
            <a:round/>
            <a:headEnd/>
            <a:tailEnd/>
          </a:ln>
        </p:spPr>
        <p:txBody>
          <a:bodyPr wrap="none" anchor="ct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8"/>
          <p:cNvSpPr>
            <a:spLocks noGrp="1" noChangeArrowheads="1"/>
          </p:cNvSpPr>
          <p:nvPr>
            <p:ph type="sldNum"/>
          </p:nvPr>
        </p:nvSpPr>
        <p:spPr>
          <a:xfrm>
            <a:off x="3884613" y="8685213"/>
            <a:ext cx="2971800" cy="457200"/>
          </a:xfrm>
          <a:prstGeom prst="rect">
            <a:avLst/>
          </a:prstGeom>
          <a:ln/>
        </p:spPr>
        <p:txBody>
          <a:bodyPr/>
          <a:lstStyle/>
          <a:p>
            <a:fld id="{309F4E1F-E7DA-4348-BEAF-536862A34948}" type="slidenum">
              <a:rPr lang="en-IN"/>
              <a:pPr/>
              <a:t>11</a:t>
            </a:fld>
            <a:endParaRPr lang="en-IN"/>
          </a:p>
        </p:txBody>
      </p:sp>
      <p:sp>
        <p:nvSpPr>
          <p:cNvPr id="88065" name="Rectangle 1"/>
          <p:cNvSpPr txBox="1">
            <a:spLocks noGrp="1" noRot="1" noChangeAspect="1" noChangeArrowheads="1"/>
          </p:cNvSpPr>
          <p:nvPr>
            <p:ph type="sldImg"/>
          </p:nvPr>
        </p:nvSpPr>
        <p:spPr bwMode="auto">
          <a:xfrm>
            <a:off x="1108075" y="812800"/>
            <a:ext cx="5341938" cy="4006850"/>
          </a:xfrm>
          <a:prstGeom prst="rect">
            <a:avLst/>
          </a:prstGeom>
          <a:solidFill>
            <a:srgbClr val="FFFFFF"/>
          </a:solidFill>
          <a:ln>
            <a:solidFill>
              <a:srgbClr val="000000"/>
            </a:solidFill>
            <a:miter lim="800000"/>
            <a:headEnd/>
            <a:tailEnd/>
          </a:ln>
        </p:spPr>
      </p:sp>
      <p:sp>
        <p:nvSpPr>
          <p:cNvPr id="88066" name="Rectangle 2"/>
          <p:cNvSpPr txBox="1">
            <a:spLocks noGrp="1" noChangeArrowheads="1"/>
          </p:cNvSpPr>
          <p:nvPr>
            <p:ph type="body" idx="1"/>
          </p:nvPr>
        </p:nvSpPr>
        <p:spPr bwMode="auto">
          <a:xfrm>
            <a:off x="755650" y="5078413"/>
            <a:ext cx="6046788" cy="4810125"/>
          </a:xfrm>
          <a:prstGeom prst="rect">
            <a:avLst/>
          </a:prstGeom>
          <a:noFill/>
          <a:ln cap="flat">
            <a:round/>
            <a:headEnd/>
            <a:tailEnd/>
          </a:ln>
        </p:spPr>
        <p:txBody>
          <a:bodyPr wrap="none" anchor="ct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8"/>
          <p:cNvSpPr>
            <a:spLocks noGrp="1" noChangeArrowheads="1"/>
          </p:cNvSpPr>
          <p:nvPr>
            <p:ph type="sldNum"/>
          </p:nvPr>
        </p:nvSpPr>
        <p:spPr>
          <a:xfrm>
            <a:off x="3884613" y="8685213"/>
            <a:ext cx="2971800" cy="457200"/>
          </a:xfrm>
          <a:prstGeom prst="rect">
            <a:avLst/>
          </a:prstGeom>
          <a:ln/>
        </p:spPr>
        <p:txBody>
          <a:bodyPr/>
          <a:lstStyle/>
          <a:p>
            <a:fld id="{2F8D14A5-B738-4236-936B-2CAA74EBC6AE}" type="slidenum">
              <a:rPr lang="en-IN"/>
              <a:pPr/>
              <a:t>14</a:t>
            </a:fld>
            <a:endParaRPr lang="en-IN"/>
          </a:p>
        </p:txBody>
      </p:sp>
      <p:sp>
        <p:nvSpPr>
          <p:cNvPr id="89089" name="Rectangle 1"/>
          <p:cNvSpPr txBox="1">
            <a:spLocks noGrp="1" noRot="1" noChangeAspect="1" noChangeArrowheads="1"/>
          </p:cNvSpPr>
          <p:nvPr>
            <p:ph type="sldImg"/>
          </p:nvPr>
        </p:nvSpPr>
        <p:spPr bwMode="auto">
          <a:xfrm>
            <a:off x="1108075" y="812800"/>
            <a:ext cx="5341938" cy="4006850"/>
          </a:xfrm>
          <a:prstGeom prst="rect">
            <a:avLst/>
          </a:prstGeom>
          <a:solidFill>
            <a:srgbClr val="FFFFFF"/>
          </a:solidFill>
          <a:ln>
            <a:solidFill>
              <a:srgbClr val="000000"/>
            </a:solidFill>
            <a:miter lim="800000"/>
            <a:headEnd/>
            <a:tailEnd/>
          </a:ln>
        </p:spPr>
      </p:sp>
      <p:sp>
        <p:nvSpPr>
          <p:cNvPr id="89090" name="Rectangle 2"/>
          <p:cNvSpPr txBox="1">
            <a:spLocks noGrp="1" noChangeArrowheads="1"/>
          </p:cNvSpPr>
          <p:nvPr>
            <p:ph type="body" idx="1"/>
          </p:nvPr>
        </p:nvSpPr>
        <p:spPr bwMode="auto">
          <a:xfrm>
            <a:off x="755650" y="5078413"/>
            <a:ext cx="6046788" cy="4810125"/>
          </a:xfrm>
          <a:prstGeom prst="rect">
            <a:avLst/>
          </a:prstGeom>
          <a:noFill/>
          <a:ln cap="flat">
            <a:round/>
            <a:headEnd/>
            <a:tailEnd/>
          </a:ln>
        </p:spPr>
        <p:txBody>
          <a:bodyPr wrap="none" anchor="ct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8"/>
          <p:cNvSpPr>
            <a:spLocks noGrp="1" noChangeArrowheads="1"/>
          </p:cNvSpPr>
          <p:nvPr>
            <p:ph type="sldNum"/>
          </p:nvPr>
        </p:nvSpPr>
        <p:spPr>
          <a:xfrm>
            <a:off x="3884613" y="8685213"/>
            <a:ext cx="2971800" cy="457200"/>
          </a:xfrm>
          <a:prstGeom prst="rect">
            <a:avLst/>
          </a:prstGeom>
          <a:ln/>
        </p:spPr>
        <p:txBody>
          <a:bodyPr/>
          <a:lstStyle/>
          <a:p>
            <a:fld id="{5F1D20BC-3562-4999-8B6F-FB44E6FEB235}" type="slidenum">
              <a:rPr lang="en-IN"/>
              <a:pPr/>
              <a:t>15</a:t>
            </a:fld>
            <a:endParaRPr lang="en-IN"/>
          </a:p>
        </p:txBody>
      </p:sp>
      <p:sp>
        <p:nvSpPr>
          <p:cNvPr id="90113" name="Rectangle 1"/>
          <p:cNvSpPr txBox="1">
            <a:spLocks noGrp="1" noRot="1" noChangeAspect="1" noChangeArrowheads="1"/>
          </p:cNvSpPr>
          <p:nvPr>
            <p:ph type="sldImg"/>
          </p:nvPr>
        </p:nvSpPr>
        <p:spPr bwMode="auto">
          <a:xfrm>
            <a:off x="1108075" y="812800"/>
            <a:ext cx="5341938" cy="4006850"/>
          </a:xfrm>
          <a:prstGeom prst="rect">
            <a:avLst/>
          </a:prstGeom>
          <a:solidFill>
            <a:srgbClr val="FFFFFF"/>
          </a:solidFill>
          <a:ln>
            <a:solidFill>
              <a:srgbClr val="000000"/>
            </a:solidFill>
            <a:miter lim="800000"/>
            <a:headEnd/>
            <a:tailEnd/>
          </a:ln>
        </p:spPr>
      </p:sp>
      <p:sp>
        <p:nvSpPr>
          <p:cNvPr id="90114" name="Rectangle 2"/>
          <p:cNvSpPr txBox="1">
            <a:spLocks noGrp="1" noChangeArrowheads="1"/>
          </p:cNvSpPr>
          <p:nvPr>
            <p:ph type="body" idx="1"/>
          </p:nvPr>
        </p:nvSpPr>
        <p:spPr bwMode="auto">
          <a:xfrm>
            <a:off x="755650" y="5078413"/>
            <a:ext cx="6046788" cy="4810125"/>
          </a:xfrm>
          <a:prstGeom prst="rect">
            <a:avLst/>
          </a:prstGeom>
          <a:noFill/>
          <a:ln cap="flat">
            <a:round/>
            <a:headEnd/>
            <a:tailEnd/>
          </a:ln>
        </p:spPr>
        <p:txBody>
          <a:bodyPr wrap="none" anchor="ct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8"/>
          <p:cNvSpPr>
            <a:spLocks noGrp="1" noChangeArrowheads="1"/>
          </p:cNvSpPr>
          <p:nvPr>
            <p:ph type="sldNum"/>
          </p:nvPr>
        </p:nvSpPr>
        <p:spPr>
          <a:xfrm>
            <a:off x="3884613" y="8685213"/>
            <a:ext cx="2971800" cy="457200"/>
          </a:xfrm>
          <a:prstGeom prst="rect">
            <a:avLst/>
          </a:prstGeom>
          <a:ln/>
        </p:spPr>
        <p:txBody>
          <a:bodyPr/>
          <a:lstStyle/>
          <a:p>
            <a:fld id="{7ABAFB7A-8416-469E-B1DA-2BC74EE5FE80}" type="slidenum">
              <a:rPr lang="en-IN"/>
              <a:pPr/>
              <a:t>16</a:t>
            </a:fld>
            <a:endParaRPr lang="en-IN"/>
          </a:p>
        </p:txBody>
      </p:sp>
      <p:sp>
        <p:nvSpPr>
          <p:cNvPr id="91137" name="Rectangle 1"/>
          <p:cNvSpPr txBox="1">
            <a:spLocks noGrp="1" noRot="1" noChangeAspect="1" noChangeArrowheads="1"/>
          </p:cNvSpPr>
          <p:nvPr>
            <p:ph type="sldImg"/>
          </p:nvPr>
        </p:nvSpPr>
        <p:spPr bwMode="auto">
          <a:xfrm>
            <a:off x="1108075" y="812800"/>
            <a:ext cx="5341938" cy="4006850"/>
          </a:xfrm>
          <a:prstGeom prst="rect">
            <a:avLst/>
          </a:prstGeom>
          <a:solidFill>
            <a:srgbClr val="FFFFFF"/>
          </a:solidFill>
          <a:ln>
            <a:solidFill>
              <a:srgbClr val="000000"/>
            </a:solidFill>
            <a:miter lim="800000"/>
            <a:headEnd/>
            <a:tailEnd/>
          </a:ln>
        </p:spPr>
      </p:sp>
      <p:sp>
        <p:nvSpPr>
          <p:cNvPr id="91138" name="Rectangle 2"/>
          <p:cNvSpPr txBox="1">
            <a:spLocks noGrp="1" noChangeArrowheads="1"/>
          </p:cNvSpPr>
          <p:nvPr>
            <p:ph type="body" idx="1"/>
          </p:nvPr>
        </p:nvSpPr>
        <p:spPr bwMode="auto">
          <a:xfrm>
            <a:off x="755650" y="5078413"/>
            <a:ext cx="6046788" cy="4810125"/>
          </a:xfrm>
          <a:prstGeom prst="rect">
            <a:avLst/>
          </a:prstGeom>
          <a:noFill/>
          <a:ln cap="flat">
            <a:round/>
            <a:headEnd/>
            <a:tailEnd/>
          </a:ln>
        </p:spPr>
        <p:txBody>
          <a:bodyPr wrap="none" anchor="ct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8"/>
          <p:cNvSpPr>
            <a:spLocks noGrp="1" noChangeArrowheads="1"/>
          </p:cNvSpPr>
          <p:nvPr>
            <p:ph type="sldNum"/>
          </p:nvPr>
        </p:nvSpPr>
        <p:spPr>
          <a:xfrm>
            <a:off x="3884613" y="8685213"/>
            <a:ext cx="2971800" cy="457200"/>
          </a:xfrm>
          <a:prstGeom prst="rect">
            <a:avLst/>
          </a:prstGeom>
          <a:ln/>
        </p:spPr>
        <p:txBody>
          <a:bodyPr/>
          <a:lstStyle/>
          <a:p>
            <a:fld id="{8FDB8CC4-6F00-4342-818B-164B619C0842}" type="slidenum">
              <a:rPr lang="en-IN"/>
              <a:pPr/>
              <a:t>17</a:t>
            </a:fld>
            <a:endParaRPr lang="en-IN"/>
          </a:p>
        </p:txBody>
      </p:sp>
      <p:sp>
        <p:nvSpPr>
          <p:cNvPr id="92161" name="Rectangle 1"/>
          <p:cNvSpPr txBox="1">
            <a:spLocks noGrp="1" noRot="1" noChangeAspect="1" noChangeArrowheads="1"/>
          </p:cNvSpPr>
          <p:nvPr>
            <p:ph type="sldImg"/>
          </p:nvPr>
        </p:nvSpPr>
        <p:spPr bwMode="auto">
          <a:xfrm>
            <a:off x="1108075" y="812800"/>
            <a:ext cx="5341938" cy="4006850"/>
          </a:xfrm>
          <a:prstGeom prst="rect">
            <a:avLst/>
          </a:prstGeom>
          <a:solidFill>
            <a:srgbClr val="FFFFFF"/>
          </a:solidFill>
          <a:ln>
            <a:solidFill>
              <a:srgbClr val="000000"/>
            </a:solidFill>
            <a:miter lim="800000"/>
            <a:headEnd/>
            <a:tailEnd/>
          </a:ln>
        </p:spPr>
      </p:sp>
      <p:sp>
        <p:nvSpPr>
          <p:cNvPr id="92162" name="Rectangle 2"/>
          <p:cNvSpPr txBox="1">
            <a:spLocks noGrp="1" noChangeArrowheads="1"/>
          </p:cNvSpPr>
          <p:nvPr>
            <p:ph type="body" idx="1"/>
          </p:nvPr>
        </p:nvSpPr>
        <p:spPr bwMode="auto">
          <a:xfrm>
            <a:off x="755650" y="5078413"/>
            <a:ext cx="6046788" cy="4810125"/>
          </a:xfrm>
          <a:prstGeom prst="rect">
            <a:avLst/>
          </a:prstGeom>
          <a:noFill/>
          <a:ln cap="flat">
            <a:round/>
            <a:headEnd/>
            <a:tailEnd/>
          </a:ln>
        </p:spPr>
        <p:txBody>
          <a:bodyPr wrap="none" anchor="ct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8"/>
          <p:cNvSpPr>
            <a:spLocks noGrp="1" noChangeArrowheads="1"/>
          </p:cNvSpPr>
          <p:nvPr>
            <p:ph type="sldNum"/>
          </p:nvPr>
        </p:nvSpPr>
        <p:spPr>
          <a:xfrm>
            <a:off x="3884613" y="8685213"/>
            <a:ext cx="2971800" cy="457200"/>
          </a:xfrm>
          <a:prstGeom prst="rect">
            <a:avLst/>
          </a:prstGeom>
          <a:ln/>
        </p:spPr>
        <p:txBody>
          <a:bodyPr/>
          <a:lstStyle/>
          <a:p>
            <a:fld id="{183080B7-4390-4AD3-864C-7830B0930650}" type="slidenum">
              <a:rPr lang="en-IN"/>
              <a:pPr/>
              <a:t>18</a:t>
            </a:fld>
            <a:endParaRPr lang="en-IN"/>
          </a:p>
        </p:txBody>
      </p:sp>
      <p:sp>
        <p:nvSpPr>
          <p:cNvPr id="93185" name="Rectangle 1"/>
          <p:cNvSpPr txBox="1">
            <a:spLocks noGrp="1" noRot="1" noChangeAspect="1" noChangeArrowheads="1"/>
          </p:cNvSpPr>
          <p:nvPr>
            <p:ph type="sldImg"/>
          </p:nvPr>
        </p:nvSpPr>
        <p:spPr bwMode="auto">
          <a:xfrm>
            <a:off x="1108075" y="812800"/>
            <a:ext cx="5341938" cy="4006850"/>
          </a:xfrm>
          <a:prstGeom prst="rect">
            <a:avLst/>
          </a:prstGeom>
          <a:solidFill>
            <a:srgbClr val="FFFFFF"/>
          </a:solidFill>
          <a:ln>
            <a:solidFill>
              <a:srgbClr val="000000"/>
            </a:solidFill>
            <a:miter lim="800000"/>
            <a:headEnd/>
            <a:tailEnd/>
          </a:ln>
        </p:spPr>
      </p:sp>
      <p:sp>
        <p:nvSpPr>
          <p:cNvPr id="93186" name="Rectangle 2"/>
          <p:cNvSpPr txBox="1">
            <a:spLocks noGrp="1" noChangeArrowheads="1"/>
          </p:cNvSpPr>
          <p:nvPr>
            <p:ph type="body" idx="1"/>
          </p:nvPr>
        </p:nvSpPr>
        <p:spPr bwMode="auto">
          <a:xfrm>
            <a:off x="755650" y="5078413"/>
            <a:ext cx="6046788" cy="4810125"/>
          </a:xfrm>
          <a:prstGeom prst="rect">
            <a:avLst/>
          </a:prstGeom>
          <a:noFill/>
          <a:ln cap="flat">
            <a:round/>
            <a:headEnd/>
            <a:tailEnd/>
          </a:ln>
        </p:spPr>
        <p:txBody>
          <a:bodyPr wrap="none" anchor="ct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8"/>
          <p:cNvSpPr>
            <a:spLocks noGrp="1" noChangeArrowheads="1"/>
          </p:cNvSpPr>
          <p:nvPr>
            <p:ph type="sldNum"/>
          </p:nvPr>
        </p:nvSpPr>
        <p:spPr>
          <a:xfrm>
            <a:off x="3884613" y="8685213"/>
            <a:ext cx="2971800" cy="457200"/>
          </a:xfrm>
          <a:prstGeom prst="rect">
            <a:avLst/>
          </a:prstGeom>
          <a:ln/>
        </p:spPr>
        <p:txBody>
          <a:bodyPr/>
          <a:lstStyle/>
          <a:p>
            <a:fld id="{D7A35EEC-33B4-4792-9314-FDA9A252F83C}" type="slidenum">
              <a:rPr lang="en-IN"/>
              <a:pPr/>
              <a:t>19</a:t>
            </a:fld>
            <a:endParaRPr lang="en-IN"/>
          </a:p>
        </p:txBody>
      </p:sp>
      <p:sp>
        <p:nvSpPr>
          <p:cNvPr id="94209" name="Rectangle 1"/>
          <p:cNvSpPr txBox="1">
            <a:spLocks noGrp="1" noRot="1" noChangeAspect="1" noChangeArrowheads="1"/>
          </p:cNvSpPr>
          <p:nvPr>
            <p:ph type="sldImg"/>
          </p:nvPr>
        </p:nvSpPr>
        <p:spPr bwMode="auto">
          <a:xfrm>
            <a:off x="1108075" y="812800"/>
            <a:ext cx="5341938" cy="4006850"/>
          </a:xfrm>
          <a:prstGeom prst="rect">
            <a:avLst/>
          </a:prstGeom>
          <a:solidFill>
            <a:srgbClr val="FFFFFF"/>
          </a:solidFill>
          <a:ln>
            <a:solidFill>
              <a:srgbClr val="000000"/>
            </a:solidFill>
            <a:miter lim="800000"/>
            <a:headEnd/>
            <a:tailEnd/>
          </a:ln>
        </p:spPr>
      </p:sp>
      <p:sp>
        <p:nvSpPr>
          <p:cNvPr id="94210" name="Rectangle 2"/>
          <p:cNvSpPr txBox="1">
            <a:spLocks noGrp="1" noChangeArrowheads="1"/>
          </p:cNvSpPr>
          <p:nvPr>
            <p:ph type="body" idx="1"/>
          </p:nvPr>
        </p:nvSpPr>
        <p:spPr bwMode="auto">
          <a:xfrm>
            <a:off x="755650" y="5078413"/>
            <a:ext cx="6046788" cy="4810125"/>
          </a:xfrm>
          <a:prstGeom prst="rect">
            <a:avLst/>
          </a:prstGeom>
          <a:noFill/>
          <a:ln cap="flat">
            <a:round/>
            <a:headEnd/>
            <a:tailEnd/>
          </a:ln>
        </p:spPr>
        <p:txBody>
          <a:bodyPr wrap="none" anchor="ct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8"/>
          <p:cNvSpPr>
            <a:spLocks noGrp="1" noChangeArrowheads="1"/>
          </p:cNvSpPr>
          <p:nvPr>
            <p:ph type="sldNum"/>
          </p:nvPr>
        </p:nvSpPr>
        <p:spPr>
          <a:xfrm>
            <a:off x="3884613" y="8685213"/>
            <a:ext cx="2971800" cy="457200"/>
          </a:xfrm>
          <a:prstGeom prst="rect">
            <a:avLst/>
          </a:prstGeom>
          <a:ln/>
        </p:spPr>
        <p:txBody>
          <a:bodyPr/>
          <a:lstStyle/>
          <a:p>
            <a:fld id="{048B2C2C-0E42-4A18-B951-943032B71F3D}" type="slidenum">
              <a:rPr lang="en-IN"/>
              <a:pPr/>
              <a:t>20</a:t>
            </a:fld>
            <a:endParaRPr lang="en-IN"/>
          </a:p>
        </p:txBody>
      </p:sp>
      <p:sp>
        <p:nvSpPr>
          <p:cNvPr id="95233" name="Rectangle 1"/>
          <p:cNvSpPr txBox="1">
            <a:spLocks noGrp="1" noRot="1" noChangeAspect="1" noChangeArrowheads="1"/>
          </p:cNvSpPr>
          <p:nvPr>
            <p:ph type="sldImg"/>
          </p:nvPr>
        </p:nvSpPr>
        <p:spPr bwMode="auto">
          <a:xfrm>
            <a:off x="1108075" y="812800"/>
            <a:ext cx="5341938" cy="4006850"/>
          </a:xfrm>
          <a:prstGeom prst="rect">
            <a:avLst/>
          </a:prstGeom>
          <a:solidFill>
            <a:srgbClr val="FFFFFF"/>
          </a:solidFill>
          <a:ln>
            <a:solidFill>
              <a:srgbClr val="000000"/>
            </a:solidFill>
            <a:miter lim="800000"/>
            <a:headEnd/>
            <a:tailEnd/>
          </a:ln>
        </p:spPr>
      </p:sp>
      <p:sp>
        <p:nvSpPr>
          <p:cNvPr id="95234" name="Rectangle 2"/>
          <p:cNvSpPr txBox="1">
            <a:spLocks noGrp="1" noChangeArrowheads="1"/>
          </p:cNvSpPr>
          <p:nvPr>
            <p:ph type="body" idx="1"/>
          </p:nvPr>
        </p:nvSpPr>
        <p:spPr bwMode="auto">
          <a:xfrm>
            <a:off x="755650" y="5078413"/>
            <a:ext cx="6046788" cy="4810125"/>
          </a:xfrm>
          <a:prstGeom prst="rect">
            <a:avLst/>
          </a:prstGeom>
          <a:noFill/>
          <a:ln cap="flat">
            <a:round/>
            <a:headEnd/>
            <a:tailEnd/>
          </a:ln>
        </p:spPr>
        <p:txBody>
          <a:bodyPr wrap="none" anchor="ct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8"/>
          <p:cNvSpPr>
            <a:spLocks noGrp="1" noChangeArrowheads="1"/>
          </p:cNvSpPr>
          <p:nvPr>
            <p:ph type="sldNum"/>
          </p:nvPr>
        </p:nvSpPr>
        <p:spPr>
          <a:xfrm>
            <a:off x="3884613" y="8685213"/>
            <a:ext cx="2971800" cy="457200"/>
          </a:xfrm>
          <a:prstGeom prst="rect">
            <a:avLst/>
          </a:prstGeom>
          <a:ln/>
        </p:spPr>
        <p:txBody>
          <a:bodyPr/>
          <a:lstStyle/>
          <a:p>
            <a:fld id="{7EC6451B-DE97-46AF-A2D0-09F98E97E03C}" type="slidenum">
              <a:rPr lang="en-IN"/>
              <a:pPr/>
              <a:t>21</a:t>
            </a:fld>
            <a:endParaRPr lang="en-IN"/>
          </a:p>
        </p:txBody>
      </p:sp>
      <p:sp>
        <p:nvSpPr>
          <p:cNvPr id="96257" name="Rectangle 1"/>
          <p:cNvSpPr txBox="1">
            <a:spLocks noGrp="1" noRot="1" noChangeAspect="1" noChangeArrowheads="1"/>
          </p:cNvSpPr>
          <p:nvPr>
            <p:ph type="sldImg"/>
          </p:nvPr>
        </p:nvSpPr>
        <p:spPr bwMode="auto">
          <a:xfrm>
            <a:off x="1108075" y="812800"/>
            <a:ext cx="5341938" cy="4006850"/>
          </a:xfrm>
          <a:prstGeom prst="rect">
            <a:avLst/>
          </a:prstGeom>
          <a:solidFill>
            <a:srgbClr val="FFFFFF"/>
          </a:solidFill>
          <a:ln>
            <a:solidFill>
              <a:srgbClr val="000000"/>
            </a:solidFill>
            <a:miter lim="800000"/>
            <a:headEnd/>
            <a:tailEnd/>
          </a:ln>
        </p:spPr>
      </p:sp>
      <p:sp>
        <p:nvSpPr>
          <p:cNvPr id="96258" name="Rectangle 2"/>
          <p:cNvSpPr txBox="1">
            <a:spLocks noGrp="1" noChangeArrowheads="1"/>
          </p:cNvSpPr>
          <p:nvPr>
            <p:ph type="body" idx="1"/>
          </p:nvPr>
        </p:nvSpPr>
        <p:spPr bwMode="auto">
          <a:xfrm>
            <a:off x="755650" y="5078413"/>
            <a:ext cx="6046788" cy="4810125"/>
          </a:xfrm>
          <a:prstGeom prst="rect">
            <a:avLst/>
          </a:prstGeom>
          <a:noFill/>
          <a:ln cap="flat">
            <a:round/>
            <a:headEnd/>
            <a:tailEnd/>
          </a:ln>
        </p:spPr>
        <p:txBody>
          <a:bodyPr wrap="none" anchor="ct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8"/>
          <p:cNvSpPr>
            <a:spLocks noGrp="1" noChangeArrowheads="1"/>
          </p:cNvSpPr>
          <p:nvPr>
            <p:ph type="sldNum"/>
          </p:nvPr>
        </p:nvSpPr>
        <p:spPr>
          <a:xfrm>
            <a:off x="3884613" y="8685213"/>
            <a:ext cx="2971800" cy="457200"/>
          </a:xfrm>
          <a:prstGeom prst="rect">
            <a:avLst/>
          </a:prstGeom>
          <a:ln/>
        </p:spPr>
        <p:txBody>
          <a:bodyPr/>
          <a:lstStyle/>
          <a:p>
            <a:fld id="{567777F3-20E1-403D-92BD-CA54D7AEC5A2}" type="slidenum">
              <a:rPr lang="en-IN"/>
              <a:pPr/>
              <a:t>22</a:t>
            </a:fld>
            <a:endParaRPr lang="en-IN"/>
          </a:p>
        </p:txBody>
      </p:sp>
      <p:sp>
        <p:nvSpPr>
          <p:cNvPr id="97281" name="Rectangle 1"/>
          <p:cNvSpPr txBox="1">
            <a:spLocks noGrp="1" noRot="1" noChangeAspect="1" noChangeArrowheads="1"/>
          </p:cNvSpPr>
          <p:nvPr>
            <p:ph type="sldImg"/>
          </p:nvPr>
        </p:nvSpPr>
        <p:spPr bwMode="auto">
          <a:xfrm>
            <a:off x="1108075" y="812800"/>
            <a:ext cx="5341938" cy="4006850"/>
          </a:xfrm>
          <a:prstGeom prst="rect">
            <a:avLst/>
          </a:prstGeom>
          <a:solidFill>
            <a:srgbClr val="FFFFFF"/>
          </a:solidFill>
          <a:ln>
            <a:solidFill>
              <a:srgbClr val="000000"/>
            </a:solidFill>
            <a:miter lim="800000"/>
            <a:headEnd/>
            <a:tailEnd/>
          </a:ln>
        </p:spPr>
      </p:sp>
      <p:sp>
        <p:nvSpPr>
          <p:cNvPr id="97282" name="Rectangle 2"/>
          <p:cNvSpPr txBox="1">
            <a:spLocks noGrp="1" noChangeArrowheads="1"/>
          </p:cNvSpPr>
          <p:nvPr>
            <p:ph type="body" idx="1"/>
          </p:nvPr>
        </p:nvSpPr>
        <p:spPr bwMode="auto">
          <a:xfrm>
            <a:off x="755650" y="5078413"/>
            <a:ext cx="6046788" cy="4810125"/>
          </a:xfrm>
          <a:prstGeom prst="rect">
            <a:avLst/>
          </a:prstGeom>
          <a:noFill/>
          <a:ln cap="flat">
            <a:round/>
            <a:headEnd/>
            <a:tailEnd/>
          </a:ln>
        </p:spPr>
        <p:txBody>
          <a:bodyPr wrap="none" anchor="ct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8"/>
          <p:cNvSpPr>
            <a:spLocks noGrp="1" noChangeArrowheads="1"/>
          </p:cNvSpPr>
          <p:nvPr>
            <p:ph type="sldNum"/>
          </p:nvPr>
        </p:nvSpPr>
        <p:spPr>
          <a:xfrm>
            <a:off x="3884613" y="8685213"/>
            <a:ext cx="2971800" cy="457200"/>
          </a:xfrm>
          <a:prstGeom prst="rect">
            <a:avLst/>
          </a:prstGeom>
          <a:ln/>
        </p:spPr>
        <p:txBody>
          <a:bodyPr/>
          <a:lstStyle/>
          <a:p>
            <a:fld id="{CCD74150-DEFF-4FA8-A1F3-3C12C2BEBBBA}" type="slidenum">
              <a:rPr lang="en-IN"/>
              <a:pPr/>
              <a:t>23</a:t>
            </a:fld>
            <a:endParaRPr lang="en-IN"/>
          </a:p>
        </p:txBody>
      </p:sp>
      <p:sp>
        <p:nvSpPr>
          <p:cNvPr id="98305" name="Rectangle 1"/>
          <p:cNvSpPr txBox="1">
            <a:spLocks noGrp="1" noRot="1" noChangeAspect="1" noChangeArrowheads="1"/>
          </p:cNvSpPr>
          <p:nvPr>
            <p:ph type="sldImg"/>
          </p:nvPr>
        </p:nvSpPr>
        <p:spPr bwMode="auto">
          <a:xfrm>
            <a:off x="1108075" y="812800"/>
            <a:ext cx="5341938" cy="4006850"/>
          </a:xfrm>
          <a:prstGeom prst="rect">
            <a:avLst/>
          </a:prstGeom>
          <a:solidFill>
            <a:srgbClr val="FFFFFF"/>
          </a:solidFill>
          <a:ln>
            <a:solidFill>
              <a:srgbClr val="000000"/>
            </a:solidFill>
            <a:miter lim="800000"/>
            <a:headEnd/>
            <a:tailEnd/>
          </a:ln>
        </p:spPr>
      </p:sp>
      <p:sp>
        <p:nvSpPr>
          <p:cNvPr id="98306" name="Rectangle 2"/>
          <p:cNvSpPr txBox="1">
            <a:spLocks noGrp="1" noChangeArrowheads="1"/>
          </p:cNvSpPr>
          <p:nvPr>
            <p:ph type="body" idx="1"/>
          </p:nvPr>
        </p:nvSpPr>
        <p:spPr bwMode="auto">
          <a:xfrm>
            <a:off x="755650" y="5078413"/>
            <a:ext cx="6046788" cy="4810125"/>
          </a:xfrm>
          <a:prstGeom prst="rect">
            <a:avLst/>
          </a:prstGeom>
          <a:noFill/>
          <a:ln cap="flat">
            <a:round/>
            <a:headEnd/>
            <a:tailEnd/>
          </a:ln>
        </p:spPr>
        <p:txBody>
          <a:bodyPr wrap="none" anchor="ct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8"/>
          <p:cNvSpPr>
            <a:spLocks noGrp="1" noChangeArrowheads="1"/>
          </p:cNvSpPr>
          <p:nvPr>
            <p:ph type="sldNum"/>
          </p:nvPr>
        </p:nvSpPr>
        <p:spPr>
          <a:xfrm>
            <a:off x="3884613" y="8685213"/>
            <a:ext cx="2971800" cy="457200"/>
          </a:xfrm>
          <a:prstGeom prst="rect">
            <a:avLst/>
          </a:prstGeom>
          <a:ln/>
        </p:spPr>
        <p:txBody>
          <a:bodyPr/>
          <a:lstStyle/>
          <a:p>
            <a:fld id="{FEFAFB00-ECEB-4155-823E-30FC6FC4198E}" type="slidenum">
              <a:rPr lang="en-IN"/>
              <a:pPr/>
              <a:t>24</a:t>
            </a:fld>
            <a:endParaRPr lang="en-IN"/>
          </a:p>
        </p:txBody>
      </p:sp>
      <p:sp>
        <p:nvSpPr>
          <p:cNvPr id="99329" name="Rectangle 1"/>
          <p:cNvSpPr txBox="1">
            <a:spLocks noGrp="1" noRot="1" noChangeAspect="1" noChangeArrowheads="1"/>
          </p:cNvSpPr>
          <p:nvPr>
            <p:ph type="sldImg"/>
          </p:nvPr>
        </p:nvSpPr>
        <p:spPr bwMode="auto">
          <a:xfrm>
            <a:off x="1108075" y="812800"/>
            <a:ext cx="5341938" cy="4006850"/>
          </a:xfrm>
          <a:prstGeom prst="rect">
            <a:avLst/>
          </a:prstGeom>
          <a:solidFill>
            <a:srgbClr val="FFFFFF"/>
          </a:solidFill>
          <a:ln>
            <a:solidFill>
              <a:srgbClr val="000000"/>
            </a:solidFill>
            <a:miter lim="800000"/>
            <a:headEnd/>
            <a:tailEnd/>
          </a:ln>
        </p:spPr>
      </p:sp>
      <p:sp>
        <p:nvSpPr>
          <p:cNvPr id="99330" name="Rectangle 2"/>
          <p:cNvSpPr txBox="1">
            <a:spLocks noGrp="1" noChangeArrowheads="1"/>
          </p:cNvSpPr>
          <p:nvPr>
            <p:ph type="body" idx="1"/>
          </p:nvPr>
        </p:nvSpPr>
        <p:spPr bwMode="auto">
          <a:xfrm>
            <a:off x="755650" y="5078413"/>
            <a:ext cx="6046788" cy="4810125"/>
          </a:xfrm>
          <a:prstGeom prst="rect">
            <a:avLst/>
          </a:prstGeom>
          <a:noFill/>
          <a:ln cap="flat">
            <a:round/>
            <a:headEnd/>
            <a:tailEnd/>
          </a:ln>
        </p:spPr>
        <p:txBody>
          <a:bodyPr wrap="none" anchor="ct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8"/>
          <p:cNvSpPr>
            <a:spLocks noGrp="1" noChangeArrowheads="1"/>
          </p:cNvSpPr>
          <p:nvPr>
            <p:ph type="sldNum"/>
          </p:nvPr>
        </p:nvSpPr>
        <p:spPr>
          <a:xfrm>
            <a:off x="3884613" y="8685213"/>
            <a:ext cx="2971800" cy="457200"/>
          </a:xfrm>
          <a:prstGeom prst="rect">
            <a:avLst/>
          </a:prstGeom>
          <a:ln/>
        </p:spPr>
        <p:txBody>
          <a:bodyPr/>
          <a:lstStyle/>
          <a:p>
            <a:fld id="{B926E171-9BEA-4C90-B65A-FF26AF5B4F09}" type="slidenum">
              <a:rPr lang="en-IN"/>
              <a:pPr/>
              <a:t>25</a:t>
            </a:fld>
            <a:endParaRPr lang="en-IN"/>
          </a:p>
        </p:txBody>
      </p:sp>
      <p:sp>
        <p:nvSpPr>
          <p:cNvPr id="100353" name="Rectangle 1"/>
          <p:cNvSpPr txBox="1">
            <a:spLocks noGrp="1" noRot="1" noChangeAspect="1" noChangeArrowheads="1"/>
          </p:cNvSpPr>
          <p:nvPr>
            <p:ph type="sldImg"/>
          </p:nvPr>
        </p:nvSpPr>
        <p:spPr bwMode="auto">
          <a:xfrm>
            <a:off x="1108075" y="812800"/>
            <a:ext cx="5341938" cy="4006850"/>
          </a:xfrm>
          <a:prstGeom prst="rect">
            <a:avLst/>
          </a:prstGeom>
          <a:solidFill>
            <a:srgbClr val="FFFFFF"/>
          </a:solidFill>
          <a:ln>
            <a:solidFill>
              <a:srgbClr val="000000"/>
            </a:solidFill>
            <a:miter lim="800000"/>
            <a:headEnd/>
            <a:tailEnd/>
          </a:ln>
        </p:spPr>
      </p:sp>
      <p:sp>
        <p:nvSpPr>
          <p:cNvPr id="100354" name="Rectangle 2"/>
          <p:cNvSpPr txBox="1">
            <a:spLocks noGrp="1" noChangeArrowheads="1"/>
          </p:cNvSpPr>
          <p:nvPr>
            <p:ph type="body" idx="1"/>
          </p:nvPr>
        </p:nvSpPr>
        <p:spPr bwMode="auto">
          <a:xfrm>
            <a:off x="755650" y="5078413"/>
            <a:ext cx="6046788" cy="4810125"/>
          </a:xfrm>
          <a:prstGeom prst="rect">
            <a:avLst/>
          </a:prstGeom>
          <a:noFill/>
          <a:ln cap="flat">
            <a:round/>
            <a:headEnd/>
            <a:tailEnd/>
          </a:ln>
        </p:spPr>
        <p:txBody>
          <a:bodyPr wrap="none" anchor="ct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8"/>
          <p:cNvSpPr>
            <a:spLocks noGrp="1" noChangeArrowheads="1"/>
          </p:cNvSpPr>
          <p:nvPr>
            <p:ph type="sldNum"/>
          </p:nvPr>
        </p:nvSpPr>
        <p:spPr>
          <a:xfrm>
            <a:off x="3884613" y="8685213"/>
            <a:ext cx="2971800" cy="457200"/>
          </a:xfrm>
          <a:prstGeom prst="rect">
            <a:avLst/>
          </a:prstGeom>
          <a:ln/>
        </p:spPr>
        <p:txBody>
          <a:bodyPr/>
          <a:lstStyle/>
          <a:p>
            <a:fld id="{60422FE8-BED5-4936-85A9-5CB91AD2189D}" type="slidenum">
              <a:rPr lang="en-IN"/>
              <a:pPr/>
              <a:t>26</a:t>
            </a:fld>
            <a:endParaRPr lang="en-IN"/>
          </a:p>
        </p:txBody>
      </p:sp>
      <p:sp>
        <p:nvSpPr>
          <p:cNvPr id="101377" name="Rectangle 1"/>
          <p:cNvSpPr txBox="1">
            <a:spLocks noGrp="1" noRot="1" noChangeAspect="1" noChangeArrowheads="1"/>
          </p:cNvSpPr>
          <p:nvPr>
            <p:ph type="sldImg"/>
          </p:nvPr>
        </p:nvSpPr>
        <p:spPr bwMode="auto">
          <a:xfrm>
            <a:off x="1108075" y="812800"/>
            <a:ext cx="5341938" cy="4006850"/>
          </a:xfrm>
          <a:prstGeom prst="rect">
            <a:avLst/>
          </a:prstGeom>
          <a:solidFill>
            <a:srgbClr val="FFFFFF"/>
          </a:solidFill>
          <a:ln>
            <a:solidFill>
              <a:srgbClr val="000000"/>
            </a:solidFill>
            <a:miter lim="800000"/>
            <a:headEnd/>
            <a:tailEnd/>
          </a:ln>
        </p:spPr>
      </p:sp>
      <p:sp>
        <p:nvSpPr>
          <p:cNvPr id="101378" name="Rectangle 2"/>
          <p:cNvSpPr txBox="1">
            <a:spLocks noGrp="1" noChangeArrowheads="1"/>
          </p:cNvSpPr>
          <p:nvPr>
            <p:ph type="body" idx="1"/>
          </p:nvPr>
        </p:nvSpPr>
        <p:spPr bwMode="auto">
          <a:xfrm>
            <a:off x="755650" y="5078413"/>
            <a:ext cx="6046788" cy="4810125"/>
          </a:xfrm>
          <a:prstGeom prst="rect">
            <a:avLst/>
          </a:prstGeom>
          <a:noFill/>
          <a:ln cap="flat">
            <a:round/>
            <a:headEnd/>
            <a:tailEnd/>
          </a:ln>
        </p:spPr>
        <p:txBody>
          <a:bodyPr wrap="none" anchor="ct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8"/>
          <p:cNvSpPr>
            <a:spLocks noGrp="1" noChangeArrowheads="1"/>
          </p:cNvSpPr>
          <p:nvPr>
            <p:ph type="sldNum"/>
          </p:nvPr>
        </p:nvSpPr>
        <p:spPr>
          <a:xfrm>
            <a:off x="3884613" y="8685213"/>
            <a:ext cx="2971800" cy="457200"/>
          </a:xfrm>
          <a:prstGeom prst="rect">
            <a:avLst/>
          </a:prstGeom>
          <a:ln/>
        </p:spPr>
        <p:txBody>
          <a:bodyPr/>
          <a:lstStyle/>
          <a:p>
            <a:fld id="{5670582E-9480-4D79-9096-08F4E3670D85}" type="slidenum">
              <a:rPr lang="en-IN"/>
              <a:pPr/>
              <a:t>27</a:t>
            </a:fld>
            <a:endParaRPr lang="en-IN"/>
          </a:p>
        </p:txBody>
      </p:sp>
      <p:sp>
        <p:nvSpPr>
          <p:cNvPr id="102401" name="Rectangle 1"/>
          <p:cNvSpPr txBox="1">
            <a:spLocks noGrp="1" noRot="1" noChangeAspect="1" noChangeArrowheads="1"/>
          </p:cNvSpPr>
          <p:nvPr>
            <p:ph type="sldImg"/>
          </p:nvPr>
        </p:nvSpPr>
        <p:spPr bwMode="auto">
          <a:xfrm>
            <a:off x="1108075" y="812800"/>
            <a:ext cx="5341938" cy="4006850"/>
          </a:xfrm>
          <a:prstGeom prst="rect">
            <a:avLst/>
          </a:prstGeom>
          <a:solidFill>
            <a:srgbClr val="FFFFFF"/>
          </a:solidFill>
          <a:ln>
            <a:solidFill>
              <a:srgbClr val="000000"/>
            </a:solidFill>
            <a:miter lim="800000"/>
            <a:headEnd/>
            <a:tailEnd/>
          </a:ln>
        </p:spPr>
      </p:sp>
      <p:sp>
        <p:nvSpPr>
          <p:cNvPr id="102402" name="Rectangle 2"/>
          <p:cNvSpPr txBox="1">
            <a:spLocks noGrp="1" noChangeArrowheads="1"/>
          </p:cNvSpPr>
          <p:nvPr>
            <p:ph type="body" idx="1"/>
          </p:nvPr>
        </p:nvSpPr>
        <p:spPr bwMode="auto">
          <a:xfrm>
            <a:off x="755650" y="5078413"/>
            <a:ext cx="6046788" cy="4810125"/>
          </a:xfrm>
          <a:prstGeom prst="rect">
            <a:avLst/>
          </a:prstGeom>
          <a:noFill/>
          <a:ln cap="flat">
            <a:round/>
            <a:headEnd/>
            <a:tailEnd/>
          </a:ln>
        </p:spPr>
        <p:txBody>
          <a:bodyPr wrap="none" anchor="ctr"/>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8"/>
          <p:cNvSpPr>
            <a:spLocks noGrp="1" noChangeArrowheads="1"/>
          </p:cNvSpPr>
          <p:nvPr>
            <p:ph type="sldNum"/>
          </p:nvPr>
        </p:nvSpPr>
        <p:spPr>
          <a:xfrm>
            <a:off x="3884613" y="8685213"/>
            <a:ext cx="2971800" cy="457200"/>
          </a:xfrm>
          <a:prstGeom prst="rect">
            <a:avLst/>
          </a:prstGeom>
          <a:ln/>
        </p:spPr>
        <p:txBody>
          <a:bodyPr/>
          <a:lstStyle/>
          <a:p>
            <a:fld id="{4E1F107F-FE5D-4E8D-9907-BFB671C23A88}" type="slidenum">
              <a:rPr lang="en-IN"/>
              <a:pPr/>
              <a:t>28</a:t>
            </a:fld>
            <a:endParaRPr lang="en-IN"/>
          </a:p>
        </p:txBody>
      </p:sp>
      <p:sp>
        <p:nvSpPr>
          <p:cNvPr id="103425" name="Rectangle 1"/>
          <p:cNvSpPr txBox="1">
            <a:spLocks noGrp="1" noRot="1" noChangeAspect="1" noChangeArrowheads="1"/>
          </p:cNvSpPr>
          <p:nvPr>
            <p:ph type="sldImg"/>
          </p:nvPr>
        </p:nvSpPr>
        <p:spPr bwMode="auto">
          <a:xfrm>
            <a:off x="1108075" y="812800"/>
            <a:ext cx="5341938" cy="4006850"/>
          </a:xfrm>
          <a:prstGeom prst="rect">
            <a:avLst/>
          </a:prstGeom>
          <a:solidFill>
            <a:srgbClr val="FFFFFF"/>
          </a:solidFill>
          <a:ln>
            <a:solidFill>
              <a:srgbClr val="000000"/>
            </a:solidFill>
            <a:miter lim="800000"/>
            <a:headEnd/>
            <a:tailEnd/>
          </a:ln>
        </p:spPr>
      </p:sp>
      <p:sp>
        <p:nvSpPr>
          <p:cNvPr id="103426" name="Rectangle 2"/>
          <p:cNvSpPr txBox="1">
            <a:spLocks noGrp="1" noChangeArrowheads="1"/>
          </p:cNvSpPr>
          <p:nvPr>
            <p:ph type="body" idx="1"/>
          </p:nvPr>
        </p:nvSpPr>
        <p:spPr bwMode="auto">
          <a:xfrm>
            <a:off x="755650" y="5078413"/>
            <a:ext cx="6046788" cy="4810125"/>
          </a:xfrm>
          <a:prstGeom prst="rect">
            <a:avLst/>
          </a:prstGeom>
          <a:noFill/>
          <a:ln cap="flat">
            <a:round/>
            <a:headEnd/>
            <a:tailEnd/>
          </a:ln>
        </p:spPr>
        <p:txBody>
          <a:bodyPr wrap="none" anchor="ct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8"/>
          <p:cNvSpPr>
            <a:spLocks noGrp="1" noChangeArrowheads="1"/>
          </p:cNvSpPr>
          <p:nvPr>
            <p:ph type="sldNum"/>
          </p:nvPr>
        </p:nvSpPr>
        <p:spPr>
          <a:xfrm>
            <a:off x="3884613" y="8685213"/>
            <a:ext cx="2971800" cy="457200"/>
          </a:xfrm>
          <a:prstGeom prst="rect">
            <a:avLst/>
          </a:prstGeom>
          <a:ln/>
        </p:spPr>
        <p:txBody>
          <a:bodyPr/>
          <a:lstStyle/>
          <a:p>
            <a:fld id="{F793A2B5-EFE8-41C2-9BEF-D76DC91FCAB0}" type="slidenum">
              <a:rPr lang="en-IN"/>
              <a:pPr/>
              <a:t>29</a:t>
            </a:fld>
            <a:endParaRPr lang="en-IN"/>
          </a:p>
        </p:txBody>
      </p:sp>
      <p:sp>
        <p:nvSpPr>
          <p:cNvPr id="104449" name="Rectangle 1"/>
          <p:cNvSpPr txBox="1">
            <a:spLocks noGrp="1" noRot="1" noChangeAspect="1" noChangeArrowheads="1"/>
          </p:cNvSpPr>
          <p:nvPr>
            <p:ph type="sldImg"/>
          </p:nvPr>
        </p:nvSpPr>
        <p:spPr bwMode="auto">
          <a:xfrm>
            <a:off x="1108075" y="812800"/>
            <a:ext cx="5341938" cy="4006850"/>
          </a:xfrm>
          <a:prstGeom prst="rect">
            <a:avLst/>
          </a:prstGeom>
          <a:solidFill>
            <a:srgbClr val="FFFFFF"/>
          </a:solidFill>
          <a:ln>
            <a:solidFill>
              <a:srgbClr val="000000"/>
            </a:solidFill>
            <a:miter lim="800000"/>
            <a:headEnd/>
            <a:tailEnd/>
          </a:ln>
        </p:spPr>
      </p:sp>
      <p:sp>
        <p:nvSpPr>
          <p:cNvPr id="104450" name="Rectangle 2"/>
          <p:cNvSpPr txBox="1">
            <a:spLocks noGrp="1" noChangeArrowheads="1"/>
          </p:cNvSpPr>
          <p:nvPr>
            <p:ph type="body" idx="1"/>
          </p:nvPr>
        </p:nvSpPr>
        <p:spPr bwMode="auto">
          <a:xfrm>
            <a:off x="755650" y="5078413"/>
            <a:ext cx="6046788" cy="4810125"/>
          </a:xfrm>
          <a:prstGeom prst="rect">
            <a:avLst/>
          </a:prstGeom>
          <a:noFill/>
          <a:ln cap="flat">
            <a:round/>
            <a:headEnd/>
            <a:tailEnd/>
          </a:ln>
        </p:spPr>
        <p:txBody>
          <a:bodyPr wrap="none" anchor="ct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8"/>
          <p:cNvSpPr>
            <a:spLocks noGrp="1" noChangeArrowheads="1"/>
          </p:cNvSpPr>
          <p:nvPr>
            <p:ph type="sldNum"/>
          </p:nvPr>
        </p:nvSpPr>
        <p:spPr>
          <a:xfrm>
            <a:off x="3884613" y="8685213"/>
            <a:ext cx="2971800" cy="457200"/>
          </a:xfrm>
          <a:prstGeom prst="rect">
            <a:avLst/>
          </a:prstGeom>
          <a:ln/>
        </p:spPr>
        <p:txBody>
          <a:bodyPr/>
          <a:lstStyle/>
          <a:p>
            <a:fld id="{AE778FEB-72B3-4DF0-91C9-E13054243057}" type="slidenum">
              <a:rPr lang="en-IN"/>
              <a:pPr/>
              <a:t>30</a:t>
            </a:fld>
            <a:endParaRPr lang="en-IN"/>
          </a:p>
        </p:txBody>
      </p:sp>
      <p:sp>
        <p:nvSpPr>
          <p:cNvPr id="105473" name="Rectangle 1"/>
          <p:cNvSpPr txBox="1">
            <a:spLocks noGrp="1" noRot="1" noChangeAspect="1" noChangeArrowheads="1"/>
          </p:cNvSpPr>
          <p:nvPr>
            <p:ph type="sldImg"/>
          </p:nvPr>
        </p:nvSpPr>
        <p:spPr bwMode="auto">
          <a:xfrm>
            <a:off x="1108075" y="812800"/>
            <a:ext cx="5341938" cy="4006850"/>
          </a:xfrm>
          <a:prstGeom prst="rect">
            <a:avLst/>
          </a:prstGeom>
          <a:solidFill>
            <a:srgbClr val="FFFFFF"/>
          </a:solidFill>
          <a:ln>
            <a:solidFill>
              <a:srgbClr val="000000"/>
            </a:solidFill>
            <a:miter lim="800000"/>
            <a:headEnd/>
            <a:tailEnd/>
          </a:ln>
        </p:spPr>
      </p:sp>
      <p:sp>
        <p:nvSpPr>
          <p:cNvPr id="105474" name="Rectangle 2"/>
          <p:cNvSpPr txBox="1">
            <a:spLocks noGrp="1" noChangeArrowheads="1"/>
          </p:cNvSpPr>
          <p:nvPr>
            <p:ph type="body" idx="1"/>
          </p:nvPr>
        </p:nvSpPr>
        <p:spPr bwMode="auto">
          <a:xfrm>
            <a:off x="755650" y="5078413"/>
            <a:ext cx="6046788" cy="4810125"/>
          </a:xfrm>
          <a:prstGeom prst="rect">
            <a:avLst/>
          </a:prstGeom>
          <a:noFill/>
          <a:ln cap="flat">
            <a:round/>
            <a:headEnd/>
            <a:tailEnd/>
          </a:ln>
        </p:spPr>
        <p:txBody>
          <a:bodyPr wrap="none" anchor="ct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8"/>
          <p:cNvSpPr>
            <a:spLocks noGrp="1" noChangeArrowheads="1"/>
          </p:cNvSpPr>
          <p:nvPr>
            <p:ph type="sldNum"/>
          </p:nvPr>
        </p:nvSpPr>
        <p:spPr>
          <a:xfrm>
            <a:off x="3884613" y="8685213"/>
            <a:ext cx="2971800" cy="457200"/>
          </a:xfrm>
          <a:prstGeom prst="rect">
            <a:avLst/>
          </a:prstGeom>
          <a:ln/>
        </p:spPr>
        <p:txBody>
          <a:bodyPr/>
          <a:lstStyle/>
          <a:p>
            <a:fld id="{460BEE2E-FB55-4D7D-A30B-9DF75FCCEDF0}" type="slidenum">
              <a:rPr lang="en-IN"/>
              <a:pPr/>
              <a:t>31</a:t>
            </a:fld>
            <a:endParaRPr lang="en-IN"/>
          </a:p>
        </p:txBody>
      </p:sp>
      <p:sp>
        <p:nvSpPr>
          <p:cNvPr id="106497" name="Rectangle 1"/>
          <p:cNvSpPr txBox="1">
            <a:spLocks noGrp="1" noRot="1" noChangeAspect="1" noChangeArrowheads="1"/>
          </p:cNvSpPr>
          <p:nvPr>
            <p:ph type="sldImg"/>
          </p:nvPr>
        </p:nvSpPr>
        <p:spPr bwMode="auto">
          <a:xfrm>
            <a:off x="1108075" y="812800"/>
            <a:ext cx="5341938" cy="4006850"/>
          </a:xfrm>
          <a:prstGeom prst="rect">
            <a:avLst/>
          </a:prstGeom>
          <a:solidFill>
            <a:srgbClr val="FFFFFF"/>
          </a:solidFill>
          <a:ln>
            <a:solidFill>
              <a:srgbClr val="000000"/>
            </a:solidFill>
            <a:miter lim="800000"/>
            <a:headEnd/>
            <a:tailEnd/>
          </a:ln>
        </p:spPr>
      </p:sp>
      <p:sp>
        <p:nvSpPr>
          <p:cNvPr id="106498" name="Rectangle 2"/>
          <p:cNvSpPr txBox="1">
            <a:spLocks noGrp="1" noChangeArrowheads="1"/>
          </p:cNvSpPr>
          <p:nvPr>
            <p:ph type="body" idx="1"/>
          </p:nvPr>
        </p:nvSpPr>
        <p:spPr bwMode="auto">
          <a:xfrm>
            <a:off x="755650" y="5078413"/>
            <a:ext cx="6046788" cy="4810125"/>
          </a:xfrm>
          <a:prstGeom prst="rect">
            <a:avLst/>
          </a:prstGeom>
          <a:noFill/>
          <a:ln cap="flat">
            <a:round/>
            <a:headEnd/>
            <a:tailEnd/>
          </a:ln>
        </p:spPr>
        <p:txBody>
          <a:bodyPr wrap="none" anchor="ct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Date Placeholder 3"/>
          <p:cNvSpPr>
            <a:spLocks noGrp="1"/>
          </p:cNvSpPr>
          <p:nvPr>
            <p:ph type="dt" idx="10"/>
          </p:nvPr>
        </p:nvSpPr>
        <p:spPr/>
        <p:txBody>
          <a:bodyPr/>
          <a:lstStyle>
            <a:lvl1pPr>
              <a:defRPr/>
            </a:lvl1pPr>
          </a:lstStyle>
          <a:p>
            <a:endParaRPr lang="en-US"/>
          </a:p>
        </p:txBody>
      </p:sp>
      <p:sp>
        <p:nvSpPr>
          <p:cNvPr id="5" name="Slide Number Placeholder 4"/>
          <p:cNvSpPr>
            <a:spLocks noGrp="1"/>
          </p:cNvSpPr>
          <p:nvPr>
            <p:ph type="sldNum" idx="11"/>
          </p:nvPr>
        </p:nvSpPr>
        <p:spPr/>
        <p:txBody>
          <a:bodyPr/>
          <a:lstStyle>
            <a:lvl1pPr>
              <a:defRPr/>
            </a:lvl1pPr>
          </a:lstStyle>
          <a:p>
            <a:fld id="{C598D878-5653-490C-A130-E5B260FDAB0C}"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idx="10"/>
          </p:nvPr>
        </p:nvSpPr>
        <p:spPr/>
        <p:txBody>
          <a:bodyPr/>
          <a:lstStyle>
            <a:lvl1pPr>
              <a:defRPr/>
            </a:lvl1pPr>
          </a:lstStyle>
          <a:p>
            <a:endParaRPr lang="en-US"/>
          </a:p>
        </p:txBody>
      </p:sp>
      <p:sp>
        <p:nvSpPr>
          <p:cNvPr id="5" name="Slide Number Placeholder 4"/>
          <p:cNvSpPr>
            <a:spLocks noGrp="1"/>
          </p:cNvSpPr>
          <p:nvPr>
            <p:ph type="sldNum" idx="11"/>
          </p:nvPr>
        </p:nvSpPr>
        <p:spPr/>
        <p:txBody>
          <a:bodyPr/>
          <a:lstStyle>
            <a:lvl1pPr>
              <a:defRPr/>
            </a:lvl1pPr>
          </a:lstStyle>
          <a:p>
            <a:fld id="{C5F335A9-12A0-4C04-89A2-ED87C8EFBA48}"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idx="10"/>
          </p:nvPr>
        </p:nvSpPr>
        <p:spPr/>
        <p:txBody>
          <a:bodyPr/>
          <a:lstStyle>
            <a:lvl1pPr>
              <a:defRPr/>
            </a:lvl1pPr>
          </a:lstStyle>
          <a:p>
            <a:endParaRPr lang="en-US"/>
          </a:p>
        </p:txBody>
      </p:sp>
      <p:sp>
        <p:nvSpPr>
          <p:cNvPr id="5" name="Slide Number Placeholder 4"/>
          <p:cNvSpPr>
            <a:spLocks noGrp="1"/>
          </p:cNvSpPr>
          <p:nvPr>
            <p:ph type="sldNum" idx="11"/>
          </p:nvPr>
        </p:nvSpPr>
        <p:spPr/>
        <p:txBody>
          <a:bodyPr/>
          <a:lstStyle>
            <a:lvl1pPr>
              <a:defRPr/>
            </a:lvl1pPr>
          </a:lstStyle>
          <a:p>
            <a:fld id="{276B4414-124F-4773-8A49-90CDC1A58223}"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2250" cy="45132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1850" y="1600200"/>
            <a:ext cx="4032250" cy="45132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idx="10"/>
          </p:nvPr>
        </p:nvSpPr>
        <p:spPr/>
        <p:txBody>
          <a:bodyPr/>
          <a:lstStyle>
            <a:lvl1pPr>
              <a:defRPr/>
            </a:lvl1pPr>
          </a:lstStyle>
          <a:p>
            <a:endParaRPr lang="en-US"/>
          </a:p>
        </p:txBody>
      </p:sp>
      <p:sp>
        <p:nvSpPr>
          <p:cNvPr id="6" name="Slide Number Placeholder 5"/>
          <p:cNvSpPr>
            <a:spLocks noGrp="1"/>
          </p:cNvSpPr>
          <p:nvPr>
            <p:ph type="sldNum" idx="11"/>
          </p:nvPr>
        </p:nvSpPr>
        <p:spPr/>
        <p:txBody>
          <a:bodyPr/>
          <a:lstStyle>
            <a:lvl1pPr>
              <a:defRPr/>
            </a:lvl1pPr>
          </a:lstStyle>
          <a:p>
            <a:fld id="{FB94B631-A5CD-445F-A520-715181822597}"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idx="10"/>
          </p:nvPr>
        </p:nvSpPr>
        <p:spPr/>
        <p:txBody>
          <a:bodyPr/>
          <a:lstStyle>
            <a:lvl1pPr>
              <a:defRPr/>
            </a:lvl1pPr>
          </a:lstStyle>
          <a:p>
            <a:endParaRPr lang="en-US"/>
          </a:p>
        </p:txBody>
      </p:sp>
      <p:sp>
        <p:nvSpPr>
          <p:cNvPr id="8" name="Slide Number Placeholder 7"/>
          <p:cNvSpPr>
            <a:spLocks noGrp="1"/>
          </p:cNvSpPr>
          <p:nvPr>
            <p:ph type="sldNum" idx="11"/>
          </p:nvPr>
        </p:nvSpPr>
        <p:spPr/>
        <p:txBody>
          <a:bodyPr/>
          <a:lstStyle>
            <a:lvl1pPr>
              <a:defRPr/>
            </a:lvl1pPr>
          </a:lstStyle>
          <a:p>
            <a:fld id="{1687D536-CCE3-4B97-8233-30130083D6E3}"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idx="10"/>
          </p:nvPr>
        </p:nvSpPr>
        <p:spPr/>
        <p:txBody>
          <a:bodyPr/>
          <a:lstStyle>
            <a:lvl1pPr>
              <a:defRPr/>
            </a:lvl1pPr>
          </a:lstStyle>
          <a:p>
            <a:endParaRPr lang="en-US"/>
          </a:p>
        </p:txBody>
      </p:sp>
      <p:sp>
        <p:nvSpPr>
          <p:cNvPr id="4" name="Slide Number Placeholder 3"/>
          <p:cNvSpPr>
            <a:spLocks noGrp="1"/>
          </p:cNvSpPr>
          <p:nvPr>
            <p:ph type="sldNum" idx="11"/>
          </p:nvPr>
        </p:nvSpPr>
        <p:spPr/>
        <p:txBody>
          <a:bodyPr/>
          <a:lstStyle>
            <a:lvl1pPr>
              <a:defRPr/>
            </a:lvl1pPr>
          </a:lstStyle>
          <a:p>
            <a:fld id="{A3EB25C4-31F9-4CC2-A69D-58A64B0F571E}"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idx="10"/>
          </p:nvPr>
        </p:nvSpPr>
        <p:spPr/>
        <p:txBody>
          <a:bodyPr/>
          <a:lstStyle>
            <a:lvl1pPr>
              <a:defRPr/>
            </a:lvl1pPr>
          </a:lstStyle>
          <a:p>
            <a:endParaRPr lang="en-US"/>
          </a:p>
        </p:txBody>
      </p:sp>
      <p:sp>
        <p:nvSpPr>
          <p:cNvPr id="3" name="Slide Number Placeholder 2"/>
          <p:cNvSpPr>
            <a:spLocks noGrp="1"/>
          </p:cNvSpPr>
          <p:nvPr>
            <p:ph type="sldNum" idx="11"/>
          </p:nvPr>
        </p:nvSpPr>
        <p:spPr/>
        <p:txBody>
          <a:bodyPr/>
          <a:lstStyle>
            <a:lvl1pPr>
              <a:defRPr/>
            </a:lvl1pPr>
          </a:lstStyle>
          <a:p>
            <a:fld id="{A5AD1E76-1345-4BE3-86B3-E5890811B7C3}"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idx="10"/>
          </p:nvPr>
        </p:nvSpPr>
        <p:spPr/>
        <p:txBody>
          <a:bodyPr/>
          <a:lstStyle>
            <a:lvl1pPr>
              <a:defRPr/>
            </a:lvl1pPr>
          </a:lstStyle>
          <a:p>
            <a:endParaRPr lang="en-US"/>
          </a:p>
        </p:txBody>
      </p:sp>
      <p:sp>
        <p:nvSpPr>
          <p:cNvPr id="6" name="Slide Number Placeholder 5"/>
          <p:cNvSpPr>
            <a:spLocks noGrp="1"/>
          </p:cNvSpPr>
          <p:nvPr>
            <p:ph type="sldNum" idx="11"/>
          </p:nvPr>
        </p:nvSpPr>
        <p:spPr/>
        <p:txBody>
          <a:bodyPr/>
          <a:lstStyle>
            <a:lvl1pPr>
              <a:defRPr/>
            </a:lvl1pPr>
          </a:lstStyle>
          <a:p>
            <a:fld id="{E4947898-CB3A-45FA-8F8C-0245D3506071}"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idx="10"/>
          </p:nvPr>
        </p:nvSpPr>
        <p:spPr/>
        <p:txBody>
          <a:bodyPr/>
          <a:lstStyle>
            <a:lvl1pPr>
              <a:defRPr/>
            </a:lvl1pPr>
          </a:lstStyle>
          <a:p>
            <a:endParaRPr lang="en-US"/>
          </a:p>
        </p:txBody>
      </p:sp>
      <p:sp>
        <p:nvSpPr>
          <p:cNvPr id="6" name="Slide Number Placeholder 5"/>
          <p:cNvSpPr>
            <a:spLocks noGrp="1"/>
          </p:cNvSpPr>
          <p:nvPr>
            <p:ph type="sldNum" idx="11"/>
          </p:nvPr>
        </p:nvSpPr>
        <p:spPr/>
        <p:txBody>
          <a:bodyPr/>
          <a:lstStyle>
            <a:lvl1pPr>
              <a:defRPr/>
            </a:lvl1pPr>
          </a:lstStyle>
          <a:p>
            <a:fld id="{A2E62E87-53E3-4A8C-B3F1-B730D0D6B85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idx="10"/>
          </p:nvPr>
        </p:nvSpPr>
        <p:spPr/>
        <p:txBody>
          <a:bodyPr/>
          <a:lstStyle>
            <a:lvl1pPr>
              <a:defRPr/>
            </a:lvl1pPr>
          </a:lstStyle>
          <a:p>
            <a:endParaRPr lang="en-US"/>
          </a:p>
        </p:txBody>
      </p:sp>
      <p:sp>
        <p:nvSpPr>
          <p:cNvPr id="5" name="Slide Number Placeholder 4"/>
          <p:cNvSpPr>
            <a:spLocks noGrp="1"/>
          </p:cNvSpPr>
          <p:nvPr>
            <p:ph type="sldNum" idx="11"/>
          </p:nvPr>
        </p:nvSpPr>
        <p:spPr/>
        <p:txBody>
          <a:bodyPr/>
          <a:lstStyle>
            <a:lvl1pPr>
              <a:defRPr/>
            </a:lvl1pPr>
          </a:lstStyle>
          <a:p>
            <a:fld id="{27421EAA-7378-418A-96C4-2FC296A7E319}"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9875" y="274638"/>
            <a:ext cx="2054225" cy="58388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0275" cy="58388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idx="10"/>
          </p:nvPr>
        </p:nvSpPr>
        <p:spPr/>
        <p:txBody>
          <a:bodyPr/>
          <a:lstStyle>
            <a:lvl1pPr>
              <a:defRPr/>
            </a:lvl1pPr>
          </a:lstStyle>
          <a:p>
            <a:endParaRPr lang="en-US"/>
          </a:p>
        </p:txBody>
      </p:sp>
      <p:sp>
        <p:nvSpPr>
          <p:cNvPr id="5" name="Slide Number Placeholder 4"/>
          <p:cNvSpPr>
            <a:spLocks noGrp="1"/>
          </p:cNvSpPr>
          <p:nvPr>
            <p:ph type="sldNum" idx="11"/>
          </p:nvPr>
        </p:nvSpPr>
        <p:spPr/>
        <p:txBody>
          <a:bodyPr/>
          <a:lstStyle>
            <a:lvl1pPr>
              <a:defRPr/>
            </a:lvl1pPr>
          </a:lstStyle>
          <a:p>
            <a:fld id="{B56FF1D4-D8E4-43D3-8CB6-6B3AE862B234}" type="slidenum">
              <a:rPr lang="en-US"/>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2250" cy="45132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1850" y="1600200"/>
            <a:ext cx="4032250" cy="45132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9875" y="274638"/>
            <a:ext cx="2054225" cy="58388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0275" cy="58388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2250" cy="45132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1850" y="1600200"/>
            <a:ext cx="4032250" cy="45132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9875" y="274638"/>
            <a:ext cx="2054225" cy="58388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0275" cy="58388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BF1DE"/>
        </a:solidFill>
        <a:effectLst/>
      </p:bgPr>
    </p:bg>
    <p:spTree>
      <p:nvGrpSpPr>
        <p:cNvPr id="1" name=""/>
        <p:cNvGrpSpPr/>
        <p:nvPr/>
      </p:nvGrpSpPr>
      <p:grpSpPr>
        <a:xfrm>
          <a:off x="0" y="0"/>
          <a:ext cx="0" cy="0"/>
          <a:chOff x="0" y="0"/>
          <a:chExt cx="0" cy="0"/>
        </a:xfrm>
      </p:grpSpPr>
      <p:sp>
        <p:nvSpPr>
          <p:cNvPr id="1025" name="Rectangle 1"/>
          <p:cNvSpPr>
            <a:spLocks noChangeArrowheads="1"/>
          </p:cNvSpPr>
          <p:nvPr/>
        </p:nvSpPr>
        <p:spPr bwMode="auto">
          <a:xfrm>
            <a:off x="0" y="0"/>
            <a:ext cx="9144000" cy="1484313"/>
          </a:xfrm>
          <a:prstGeom prst="rect">
            <a:avLst/>
          </a:prstGeom>
          <a:solidFill>
            <a:srgbClr val="003E07"/>
          </a:solidFill>
          <a:ln w="9525" cap="flat">
            <a:noFill/>
            <a:round/>
            <a:headEnd/>
            <a:tailEnd/>
          </a:ln>
          <a:effectLst/>
        </p:spPr>
        <p:txBody>
          <a:bodyPr wrap="none" anchor="ctr"/>
          <a:lstStyle/>
          <a:p>
            <a:endParaRPr lang="en-US"/>
          </a:p>
        </p:txBody>
      </p:sp>
      <p:sp>
        <p:nvSpPr>
          <p:cNvPr id="1026" name="Rectangle 2"/>
          <p:cNvSpPr>
            <a:spLocks noChangeArrowheads="1"/>
          </p:cNvSpPr>
          <p:nvPr/>
        </p:nvSpPr>
        <p:spPr bwMode="auto">
          <a:xfrm>
            <a:off x="0" y="6237288"/>
            <a:ext cx="9144000" cy="620712"/>
          </a:xfrm>
          <a:prstGeom prst="rect">
            <a:avLst/>
          </a:prstGeom>
          <a:solidFill>
            <a:srgbClr val="003E07"/>
          </a:solidFill>
          <a:ln w="9525" cap="flat">
            <a:noFill/>
            <a:round/>
            <a:headEnd/>
            <a:tailEnd/>
          </a:ln>
          <a:effectLst/>
        </p:spPr>
        <p:txBody>
          <a:bodyPr wrap="none" anchor="ctr"/>
          <a:lstStyle/>
          <a:p>
            <a:endParaRPr lang="en-US"/>
          </a:p>
        </p:txBody>
      </p:sp>
      <p:sp>
        <p:nvSpPr>
          <p:cNvPr id="1027" name="Rectangle 3"/>
          <p:cNvSpPr>
            <a:spLocks noGrp="1" noChangeArrowheads="1"/>
          </p:cNvSpPr>
          <p:nvPr>
            <p:ph type="title"/>
          </p:nvPr>
        </p:nvSpPr>
        <p:spPr bwMode="auto">
          <a:xfrm>
            <a:off x="457200" y="274638"/>
            <a:ext cx="8216900" cy="1130300"/>
          </a:xfrm>
          <a:prstGeom prst="rect">
            <a:avLst/>
          </a:prstGeom>
          <a:noFill/>
          <a:ln w="9525" cap="flat">
            <a:noFill/>
            <a:round/>
            <a:headEnd/>
            <a:tailEnd/>
          </a:ln>
          <a:effectLst/>
        </p:spPr>
        <p:txBody>
          <a:bodyPr vert="horz" wrap="square" lIns="90000" tIns="46800" rIns="90000" bIns="46800" numCol="1" anchor="ctr" anchorCtr="0" compatLnSpc="1">
            <a:prstTxWarp prst="textNoShape">
              <a:avLst/>
            </a:prstTxWarp>
          </a:bodyPr>
          <a:lstStyle/>
          <a:p>
            <a:pPr lvl="0"/>
            <a:r>
              <a:rPr lang="en-GB" smtClean="0"/>
              <a:t>Click to edit the title text format</a:t>
            </a:r>
          </a:p>
        </p:txBody>
      </p:sp>
      <p:sp>
        <p:nvSpPr>
          <p:cNvPr id="1028" name="Rectangle 4"/>
          <p:cNvSpPr>
            <a:spLocks noGrp="1" noChangeArrowheads="1"/>
          </p:cNvSpPr>
          <p:nvPr>
            <p:ph type="body" idx="1"/>
          </p:nvPr>
        </p:nvSpPr>
        <p:spPr bwMode="auto">
          <a:xfrm>
            <a:off x="457200" y="1600200"/>
            <a:ext cx="8216900" cy="4513263"/>
          </a:xfrm>
          <a:prstGeom prst="rect">
            <a:avLst/>
          </a:prstGeom>
          <a:noFill/>
          <a:ln w="9525" cap="flat">
            <a:noFill/>
            <a:round/>
            <a:headEnd/>
            <a:tailEnd/>
          </a:ln>
          <a:effectLst/>
        </p:spPr>
        <p:txBody>
          <a:bodyPr vert="horz" wrap="square" lIns="90000" tIns="46800" rIns="90000" bIns="46800" numCol="1" anchor="t" anchorCtr="0" compatLnSpc="1">
            <a:prstTxWarp prst="textNoShape">
              <a:avLst/>
            </a:prstTxWarp>
          </a:bodyPr>
          <a:lstStyle/>
          <a:p>
            <a:pPr lvl="0"/>
            <a:r>
              <a:rPr lang="en-GB" smtClean="0"/>
              <a:t>Click to edit the outline text format</a:t>
            </a:r>
          </a:p>
          <a:p>
            <a:pPr lvl="1"/>
            <a:r>
              <a:rPr lang="en-GB" smtClean="0"/>
              <a:t>Second Outline Level</a:t>
            </a:r>
          </a:p>
          <a:p>
            <a:pPr lvl="2"/>
            <a:r>
              <a:rPr lang="en-GB" smtClean="0"/>
              <a:t>Third Outline Level</a:t>
            </a:r>
          </a:p>
          <a:p>
            <a:pPr lvl="3"/>
            <a:r>
              <a:rPr lang="en-GB" smtClean="0"/>
              <a:t>Fourth Outline Level</a:t>
            </a:r>
          </a:p>
          <a:p>
            <a:pPr lvl="4"/>
            <a:r>
              <a:rPr lang="en-GB" smtClean="0"/>
              <a:t>Fifth Outline Level</a:t>
            </a:r>
          </a:p>
          <a:p>
            <a:pPr lvl="4"/>
            <a:r>
              <a:rPr lang="en-GB" smtClean="0"/>
              <a:t>Sixth Outline Level</a:t>
            </a:r>
          </a:p>
          <a:p>
            <a:pPr lvl="4"/>
            <a:r>
              <a:rPr lang="en-GB" smtClean="0"/>
              <a:t>Seventh Outline Level</a:t>
            </a:r>
          </a:p>
        </p:txBody>
      </p:sp>
      <p:sp>
        <p:nvSpPr>
          <p:cNvPr id="1029" name="Rectangle 5"/>
          <p:cNvSpPr>
            <a:spLocks noGrp="1" noChangeArrowheads="1"/>
          </p:cNvSpPr>
          <p:nvPr>
            <p:ph type="dt"/>
          </p:nvPr>
        </p:nvSpPr>
        <p:spPr bwMode="auto">
          <a:xfrm>
            <a:off x="457200" y="6356350"/>
            <a:ext cx="2120900" cy="352425"/>
          </a:xfrm>
          <a:prstGeom prst="rect">
            <a:avLst/>
          </a:prstGeom>
          <a:noFill/>
          <a:ln w="9525" cap="flat">
            <a:noFill/>
            <a:round/>
            <a:headEnd/>
            <a:tailEnd/>
          </a:ln>
          <a:effectLst/>
        </p:spPr>
        <p:txBody>
          <a:bodyPr vert="horz" wrap="square" lIns="90000" tIns="46800" rIns="90000" bIns="46800" numCol="1" anchor="ctr" anchorCtr="0" compatLnSpc="1">
            <a:prstTxWarp prst="textNoShape">
              <a:avLst/>
            </a:prstTxWarp>
          </a:bodyPr>
          <a:lstStyle>
            <a:lvl1pPr eaLnBrk="1" hangingPunct="1">
              <a:buClrTx/>
              <a:buFontTx/>
              <a:buNone/>
              <a:tabLst>
                <a:tab pos="449263" algn="l"/>
                <a:tab pos="898525" algn="l"/>
                <a:tab pos="1347788" algn="l"/>
                <a:tab pos="1797050" algn="l"/>
              </a:tabLst>
              <a:defRPr sz="1200">
                <a:solidFill>
                  <a:srgbClr val="898989"/>
                </a:solidFill>
                <a:latin typeface="Calibri" pitchFamily="32" charset="0"/>
                <a:cs typeface="Segoe UI" charset="0"/>
              </a:defRPr>
            </a:lvl1pPr>
          </a:lstStyle>
          <a:p>
            <a:endParaRPr lang="en-US"/>
          </a:p>
        </p:txBody>
      </p:sp>
      <p:sp>
        <p:nvSpPr>
          <p:cNvPr id="1030" name="Text Box 6"/>
          <p:cNvSpPr txBox="1">
            <a:spLocks noChangeArrowheads="1"/>
          </p:cNvSpPr>
          <p:nvPr/>
        </p:nvSpPr>
        <p:spPr bwMode="auto">
          <a:xfrm>
            <a:off x="3124200" y="6356350"/>
            <a:ext cx="2895600" cy="365125"/>
          </a:xfrm>
          <a:prstGeom prst="rect">
            <a:avLst/>
          </a:prstGeom>
          <a:noFill/>
          <a:ln w="9525" cap="flat">
            <a:noFill/>
            <a:round/>
            <a:headEnd/>
            <a:tailEnd/>
          </a:ln>
          <a:effectLst/>
        </p:spPr>
        <p:txBody>
          <a:bodyPr wrap="none" anchor="ctr"/>
          <a:lstStyle/>
          <a:p>
            <a:endParaRPr lang="en-US"/>
          </a:p>
        </p:txBody>
      </p:sp>
      <p:sp>
        <p:nvSpPr>
          <p:cNvPr id="1031" name="Rectangle 7"/>
          <p:cNvSpPr>
            <a:spLocks noGrp="1" noChangeArrowheads="1"/>
          </p:cNvSpPr>
          <p:nvPr>
            <p:ph type="sldNum"/>
          </p:nvPr>
        </p:nvSpPr>
        <p:spPr bwMode="auto">
          <a:xfrm>
            <a:off x="6553200" y="6356350"/>
            <a:ext cx="2120900" cy="352425"/>
          </a:xfrm>
          <a:prstGeom prst="rect">
            <a:avLst/>
          </a:prstGeom>
          <a:noFill/>
          <a:ln w="9525" cap="flat">
            <a:noFill/>
            <a:round/>
            <a:headEnd/>
            <a:tailEnd/>
          </a:ln>
          <a:effectLst/>
        </p:spPr>
        <p:txBody>
          <a:bodyPr vert="horz" wrap="square" lIns="90000" tIns="46800" rIns="90000" bIns="46800" numCol="1" anchor="ctr" anchorCtr="0" compatLnSpc="1">
            <a:prstTxWarp prst="textNoShape">
              <a:avLst/>
            </a:prstTxWarp>
          </a:bodyPr>
          <a:lstStyle>
            <a:lvl1pPr algn="r" eaLnBrk="1" hangingPunct="1">
              <a:buClrTx/>
              <a:buFontTx/>
              <a:buNone/>
              <a:tabLst>
                <a:tab pos="449263" algn="l"/>
                <a:tab pos="898525" algn="l"/>
                <a:tab pos="1347788" algn="l"/>
                <a:tab pos="1797050" algn="l"/>
              </a:tabLst>
              <a:defRPr sz="1200">
                <a:solidFill>
                  <a:srgbClr val="898989"/>
                </a:solidFill>
                <a:latin typeface="Calibri" pitchFamily="32" charset="0"/>
                <a:cs typeface="Segoe UI" charset="0"/>
              </a:defRPr>
            </a:lvl1pPr>
          </a:lstStyle>
          <a:p>
            <a:fld id="{005FCB62-7B43-4A6A-93E4-C451392F7F60}"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mj-lt"/>
          <a:ea typeface="+mj-ea"/>
          <a:cs typeface="+mj-cs"/>
        </a:defRPr>
      </a:lvl1pPr>
      <a:lvl2pPr marL="742950" indent="-28575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2pPr>
      <a:lvl3pPr marL="11430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3pPr>
      <a:lvl4pPr marL="16002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4pPr>
      <a:lvl5pPr marL="20574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5pPr>
      <a:lvl6pPr marL="25146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6pPr>
      <a:lvl7pPr marL="29718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7pPr>
      <a:lvl8pPr marL="34290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8pPr>
      <a:lvl9pPr marL="38862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9pPr>
    </p:titleStyle>
    <p:bodyStyle>
      <a:lvl1pPr marL="342900" indent="-342900" algn="l" defTabSz="449263" rtl="0" eaLnBrk="0" fontAlgn="base" hangingPunct="0">
        <a:spcBef>
          <a:spcPts val="800"/>
        </a:spcBef>
        <a:spcAft>
          <a:spcPct val="0"/>
        </a:spcAft>
        <a:buClr>
          <a:srgbClr val="000000"/>
        </a:buClr>
        <a:buSzPct val="100000"/>
        <a:buFont typeface="Times New Roman" pitchFamily="16" charset="0"/>
        <a:defRPr sz="3200">
          <a:solidFill>
            <a:srgbClr val="003E07"/>
          </a:solidFill>
          <a:latin typeface="+mn-lt"/>
          <a:ea typeface="+mn-ea"/>
          <a:cs typeface="+mn-cs"/>
        </a:defRPr>
      </a:lvl1pPr>
      <a:lvl2pPr marL="742950" indent="-285750" algn="l" defTabSz="449263" rtl="0" eaLnBrk="0" fontAlgn="base" hangingPunct="0">
        <a:spcBef>
          <a:spcPts val="700"/>
        </a:spcBef>
        <a:spcAft>
          <a:spcPct val="0"/>
        </a:spcAft>
        <a:buClr>
          <a:srgbClr val="000000"/>
        </a:buClr>
        <a:buSzPct val="100000"/>
        <a:buFont typeface="Times New Roman" pitchFamily="16" charset="0"/>
        <a:defRPr sz="2800">
          <a:solidFill>
            <a:srgbClr val="4F6228"/>
          </a:solidFill>
          <a:latin typeface="+mn-lt"/>
          <a:ea typeface="+mn-ea"/>
        </a:defRPr>
      </a:lvl2pPr>
      <a:lvl3pPr marL="1143000" indent="-228600" algn="l" defTabSz="449263" rtl="0" eaLnBrk="0" fontAlgn="base" hangingPunct="0">
        <a:spcBef>
          <a:spcPts val="600"/>
        </a:spcBef>
        <a:spcAft>
          <a:spcPct val="0"/>
        </a:spcAft>
        <a:buClr>
          <a:srgbClr val="000000"/>
        </a:buClr>
        <a:buSzPct val="100000"/>
        <a:buFont typeface="Times New Roman" pitchFamily="16" charset="0"/>
        <a:defRPr sz="2400">
          <a:solidFill>
            <a:srgbClr val="77933C"/>
          </a:solidFill>
          <a:latin typeface="+mn-lt"/>
          <a:ea typeface="+mn-ea"/>
          <a:cs typeface="Times New Roman" pitchFamily="16" charset="0"/>
        </a:defRPr>
      </a:lvl3pPr>
      <a:lvl4pPr marL="1600200" indent="-228600" algn="l" defTabSz="449263"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Times New Roman" pitchFamily="16" charset="0"/>
          <a:ea typeface="+mn-ea"/>
          <a:cs typeface="Times New Roman" pitchFamily="16" charset="0"/>
        </a:defRPr>
      </a:lvl4pPr>
      <a:lvl5pPr marL="2057400" indent="-228600" algn="l" defTabSz="449263" rtl="0" eaLnBrk="0" fontAlgn="base" hangingPunct="0">
        <a:spcBef>
          <a:spcPts val="500"/>
        </a:spcBef>
        <a:spcAft>
          <a:spcPct val="0"/>
        </a:spcAft>
        <a:buClr>
          <a:srgbClr val="000000"/>
        </a:buClr>
        <a:buSzPct val="100000"/>
        <a:buFont typeface="Times New Roman" pitchFamily="16" charset="0"/>
        <a:defRPr sz="2000" i="1">
          <a:solidFill>
            <a:srgbClr val="000000"/>
          </a:solidFill>
          <a:latin typeface="Times New Roman" pitchFamily="16" charset="0"/>
          <a:ea typeface="+mn-ea"/>
          <a:cs typeface="Times New Roman" pitchFamily="16" charset="0"/>
        </a:defRPr>
      </a:lvl5pPr>
      <a:lvl6pPr marL="2514600" indent="-228600" algn="l" defTabSz="449263" rtl="0" eaLnBrk="0" fontAlgn="base" hangingPunct="0">
        <a:spcBef>
          <a:spcPts val="500"/>
        </a:spcBef>
        <a:spcAft>
          <a:spcPct val="0"/>
        </a:spcAft>
        <a:buClr>
          <a:srgbClr val="000000"/>
        </a:buClr>
        <a:buSzPct val="100000"/>
        <a:buFont typeface="Times New Roman" pitchFamily="16" charset="0"/>
        <a:defRPr sz="2000" i="1">
          <a:solidFill>
            <a:srgbClr val="000000"/>
          </a:solidFill>
          <a:latin typeface="Times New Roman" pitchFamily="16" charset="0"/>
          <a:ea typeface="+mn-ea"/>
          <a:cs typeface="Times New Roman" pitchFamily="16" charset="0"/>
        </a:defRPr>
      </a:lvl6pPr>
      <a:lvl7pPr marL="2971800" indent="-228600" algn="l" defTabSz="449263" rtl="0" eaLnBrk="0" fontAlgn="base" hangingPunct="0">
        <a:spcBef>
          <a:spcPts val="500"/>
        </a:spcBef>
        <a:spcAft>
          <a:spcPct val="0"/>
        </a:spcAft>
        <a:buClr>
          <a:srgbClr val="000000"/>
        </a:buClr>
        <a:buSzPct val="100000"/>
        <a:buFont typeface="Times New Roman" pitchFamily="16" charset="0"/>
        <a:defRPr sz="2000" i="1">
          <a:solidFill>
            <a:srgbClr val="000000"/>
          </a:solidFill>
          <a:latin typeface="Times New Roman" pitchFamily="16" charset="0"/>
          <a:ea typeface="+mn-ea"/>
          <a:cs typeface="Times New Roman" pitchFamily="16" charset="0"/>
        </a:defRPr>
      </a:lvl7pPr>
      <a:lvl8pPr marL="3429000" indent="-228600" algn="l" defTabSz="449263" rtl="0" eaLnBrk="0" fontAlgn="base" hangingPunct="0">
        <a:spcBef>
          <a:spcPts val="500"/>
        </a:spcBef>
        <a:spcAft>
          <a:spcPct val="0"/>
        </a:spcAft>
        <a:buClr>
          <a:srgbClr val="000000"/>
        </a:buClr>
        <a:buSzPct val="100000"/>
        <a:buFont typeface="Times New Roman" pitchFamily="16" charset="0"/>
        <a:defRPr sz="2000" i="1">
          <a:solidFill>
            <a:srgbClr val="000000"/>
          </a:solidFill>
          <a:latin typeface="Times New Roman" pitchFamily="16" charset="0"/>
          <a:ea typeface="+mn-ea"/>
          <a:cs typeface="Times New Roman" pitchFamily="16" charset="0"/>
        </a:defRPr>
      </a:lvl8pPr>
      <a:lvl9pPr marL="3886200" indent="-228600" algn="l" defTabSz="449263" rtl="0" eaLnBrk="0" fontAlgn="base" hangingPunct="0">
        <a:spcBef>
          <a:spcPts val="500"/>
        </a:spcBef>
        <a:spcAft>
          <a:spcPct val="0"/>
        </a:spcAft>
        <a:buClr>
          <a:srgbClr val="000000"/>
        </a:buClr>
        <a:buSzPct val="100000"/>
        <a:buFont typeface="Times New Roman" pitchFamily="16" charset="0"/>
        <a:defRPr sz="2000" i="1">
          <a:solidFill>
            <a:srgbClr val="000000"/>
          </a:solidFill>
          <a:latin typeface="Times New Roman" pitchFamily="16" charset="0"/>
          <a:ea typeface="+mn-ea"/>
          <a:cs typeface="Times New Roman" pitchFamily="16"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2049" name="Rectangle 1"/>
          <p:cNvSpPr>
            <a:spLocks noChangeArrowheads="1"/>
          </p:cNvSpPr>
          <p:nvPr/>
        </p:nvSpPr>
        <p:spPr bwMode="auto">
          <a:xfrm>
            <a:off x="0" y="0"/>
            <a:ext cx="9144000" cy="1484313"/>
          </a:xfrm>
          <a:prstGeom prst="rect">
            <a:avLst/>
          </a:prstGeom>
          <a:solidFill>
            <a:srgbClr val="003E07"/>
          </a:solidFill>
          <a:ln w="9525" cap="flat">
            <a:noFill/>
            <a:round/>
            <a:headEnd/>
            <a:tailEnd/>
          </a:ln>
          <a:effectLst/>
        </p:spPr>
        <p:txBody>
          <a:bodyPr wrap="none" anchor="ctr"/>
          <a:lstStyle/>
          <a:p>
            <a:endParaRPr lang="en-US"/>
          </a:p>
        </p:txBody>
      </p:sp>
      <p:sp>
        <p:nvSpPr>
          <p:cNvPr id="2050" name="Rectangle 2"/>
          <p:cNvSpPr>
            <a:spLocks noChangeArrowheads="1"/>
          </p:cNvSpPr>
          <p:nvPr/>
        </p:nvSpPr>
        <p:spPr bwMode="auto">
          <a:xfrm>
            <a:off x="0" y="6237288"/>
            <a:ext cx="9144000" cy="620712"/>
          </a:xfrm>
          <a:prstGeom prst="rect">
            <a:avLst/>
          </a:prstGeom>
          <a:solidFill>
            <a:srgbClr val="003E07"/>
          </a:solidFill>
          <a:ln w="9525" cap="flat">
            <a:noFill/>
            <a:round/>
            <a:headEnd/>
            <a:tailEnd/>
          </a:ln>
          <a:effectLst/>
        </p:spPr>
        <p:txBody>
          <a:bodyPr wrap="none" anchor="ctr"/>
          <a:lstStyle/>
          <a:p>
            <a:endParaRPr lang="en-US"/>
          </a:p>
        </p:txBody>
      </p:sp>
      <p:sp>
        <p:nvSpPr>
          <p:cNvPr id="2051" name="Rectangle 3"/>
          <p:cNvSpPr>
            <a:spLocks noChangeArrowheads="1"/>
          </p:cNvSpPr>
          <p:nvPr/>
        </p:nvSpPr>
        <p:spPr bwMode="auto">
          <a:xfrm>
            <a:off x="0" y="3573463"/>
            <a:ext cx="9144000" cy="2303462"/>
          </a:xfrm>
          <a:prstGeom prst="rect">
            <a:avLst/>
          </a:prstGeom>
          <a:solidFill>
            <a:srgbClr val="000000">
              <a:alpha val="57999"/>
            </a:srgbClr>
          </a:solidFill>
          <a:ln w="9525" cap="flat">
            <a:noFill/>
            <a:round/>
            <a:headEnd/>
            <a:tailEnd/>
          </a:ln>
          <a:effectLst/>
        </p:spPr>
        <p:txBody>
          <a:bodyPr wrap="none" anchor="ctr"/>
          <a:lstStyle/>
          <a:p>
            <a:endParaRPr lang="en-US"/>
          </a:p>
        </p:txBody>
      </p:sp>
      <p:sp>
        <p:nvSpPr>
          <p:cNvPr id="2052" name="Rectangle 4"/>
          <p:cNvSpPr>
            <a:spLocks noGrp="1" noChangeArrowheads="1"/>
          </p:cNvSpPr>
          <p:nvPr>
            <p:ph type="title"/>
          </p:nvPr>
        </p:nvSpPr>
        <p:spPr bwMode="auto">
          <a:xfrm>
            <a:off x="457200" y="274638"/>
            <a:ext cx="8216900" cy="1130300"/>
          </a:xfrm>
          <a:prstGeom prst="rect">
            <a:avLst/>
          </a:prstGeom>
          <a:noFill/>
          <a:ln w="9525" cap="flat">
            <a:noFill/>
            <a:round/>
            <a:headEnd/>
            <a:tailEnd/>
          </a:ln>
          <a:effectLst/>
        </p:spPr>
        <p:txBody>
          <a:bodyPr vert="horz" wrap="square" lIns="90000" tIns="46800" rIns="90000" bIns="46800" numCol="1" anchor="ctr" anchorCtr="0" compatLnSpc="1">
            <a:prstTxWarp prst="textNoShape">
              <a:avLst/>
            </a:prstTxWarp>
          </a:bodyPr>
          <a:lstStyle/>
          <a:p>
            <a:pPr lvl="0"/>
            <a:r>
              <a:rPr lang="en-GB" smtClean="0"/>
              <a:t>Click to edit the title text format</a:t>
            </a:r>
          </a:p>
        </p:txBody>
      </p:sp>
      <p:sp>
        <p:nvSpPr>
          <p:cNvPr id="2053" name="Rectangle 5"/>
          <p:cNvSpPr>
            <a:spLocks noGrp="1" noChangeArrowheads="1"/>
          </p:cNvSpPr>
          <p:nvPr>
            <p:ph type="body" idx="1"/>
          </p:nvPr>
        </p:nvSpPr>
        <p:spPr bwMode="auto">
          <a:xfrm>
            <a:off x="457200" y="1600200"/>
            <a:ext cx="8216900" cy="4513263"/>
          </a:xfrm>
          <a:prstGeom prst="rect">
            <a:avLst/>
          </a:prstGeom>
          <a:noFill/>
          <a:ln w="9525" cap="flat">
            <a:noFill/>
            <a:round/>
            <a:headEnd/>
            <a:tailEnd/>
          </a:ln>
          <a:effectLst/>
        </p:spPr>
        <p:txBody>
          <a:bodyPr vert="horz" wrap="square" lIns="90000" tIns="46800" rIns="90000" bIns="46800" numCol="1" anchor="t" anchorCtr="0" compatLnSpc="1">
            <a:prstTxWarp prst="textNoShape">
              <a:avLst/>
            </a:prstTxWarp>
          </a:bodyPr>
          <a:lstStyle/>
          <a:p>
            <a:pPr lvl="0"/>
            <a:r>
              <a:rPr lang="en-GB" smtClean="0"/>
              <a:t>Click to edit the outline text format</a:t>
            </a:r>
          </a:p>
          <a:p>
            <a:pPr lvl="1"/>
            <a:r>
              <a:rPr lang="en-GB" smtClean="0"/>
              <a:t>Second Outline Level</a:t>
            </a:r>
          </a:p>
          <a:p>
            <a:pPr lvl="2"/>
            <a:r>
              <a:rPr lang="en-GB" smtClean="0"/>
              <a:t>Third Outline Level</a:t>
            </a:r>
          </a:p>
          <a:p>
            <a:pPr lvl="3"/>
            <a:r>
              <a:rPr lang="en-GB" smtClean="0"/>
              <a:t>Fourth Outline Level</a:t>
            </a:r>
          </a:p>
          <a:p>
            <a:pPr lvl="4"/>
            <a:r>
              <a:rPr lang="en-GB" smtClean="0"/>
              <a:t>Fifth Outline Level</a:t>
            </a:r>
          </a:p>
          <a:p>
            <a:pPr lvl="4"/>
            <a:r>
              <a:rPr lang="en-GB" smtClean="0"/>
              <a:t>Sixth Outline Level</a:t>
            </a:r>
          </a:p>
          <a:p>
            <a:pPr lvl="4"/>
            <a:r>
              <a:rPr lang="en-GB" smtClean="0"/>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mj-lt"/>
          <a:ea typeface="+mj-ea"/>
          <a:cs typeface="+mj-cs"/>
        </a:defRPr>
      </a:lvl1pPr>
      <a:lvl2pPr marL="742950" indent="-28575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2pPr>
      <a:lvl3pPr marL="11430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3pPr>
      <a:lvl4pPr marL="16002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4pPr>
      <a:lvl5pPr marL="20574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5pPr>
      <a:lvl6pPr marL="25146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6pPr>
      <a:lvl7pPr marL="29718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7pPr>
      <a:lvl8pPr marL="34290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8pPr>
      <a:lvl9pPr marL="38862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9pPr>
    </p:titleStyle>
    <p:bodyStyle>
      <a:lvl1pPr marL="342900" indent="-342900" algn="l" defTabSz="449263" rtl="0" eaLnBrk="0" fontAlgn="base" hangingPunct="0">
        <a:spcBef>
          <a:spcPts val="800"/>
        </a:spcBef>
        <a:spcAft>
          <a:spcPct val="0"/>
        </a:spcAft>
        <a:buClr>
          <a:srgbClr val="000000"/>
        </a:buClr>
        <a:buSzPct val="100000"/>
        <a:buFont typeface="Times New Roman" pitchFamily="16" charset="0"/>
        <a:defRPr sz="3200">
          <a:solidFill>
            <a:srgbClr val="003E07"/>
          </a:solidFill>
          <a:latin typeface="+mn-lt"/>
          <a:ea typeface="+mn-ea"/>
          <a:cs typeface="+mn-cs"/>
        </a:defRPr>
      </a:lvl1pPr>
      <a:lvl2pPr marL="742950" indent="-285750" algn="l" defTabSz="449263" rtl="0" eaLnBrk="0" fontAlgn="base" hangingPunct="0">
        <a:spcBef>
          <a:spcPts val="700"/>
        </a:spcBef>
        <a:spcAft>
          <a:spcPct val="0"/>
        </a:spcAft>
        <a:buClr>
          <a:srgbClr val="000000"/>
        </a:buClr>
        <a:buSzPct val="100000"/>
        <a:buFont typeface="Times New Roman" pitchFamily="16" charset="0"/>
        <a:defRPr sz="2800">
          <a:solidFill>
            <a:srgbClr val="4F6228"/>
          </a:solidFill>
          <a:latin typeface="+mn-lt"/>
          <a:ea typeface="+mn-ea"/>
        </a:defRPr>
      </a:lvl2pPr>
      <a:lvl3pPr marL="1143000" indent="-228600" algn="l" defTabSz="449263" rtl="0" eaLnBrk="0" fontAlgn="base" hangingPunct="0">
        <a:spcBef>
          <a:spcPts val="600"/>
        </a:spcBef>
        <a:spcAft>
          <a:spcPct val="0"/>
        </a:spcAft>
        <a:buClr>
          <a:srgbClr val="000000"/>
        </a:buClr>
        <a:buSzPct val="100000"/>
        <a:buFont typeface="Times New Roman" pitchFamily="16" charset="0"/>
        <a:defRPr sz="2400">
          <a:solidFill>
            <a:srgbClr val="77933C"/>
          </a:solidFill>
          <a:latin typeface="+mn-lt"/>
          <a:ea typeface="+mn-ea"/>
          <a:cs typeface="Times New Roman" pitchFamily="16" charset="0"/>
        </a:defRPr>
      </a:lvl3pPr>
      <a:lvl4pPr marL="1600200" indent="-228600" algn="l" defTabSz="449263"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Times New Roman" pitchFamily="16" charset="0"/>
          <a:ea typeface="+mn-ea"/>
          <a:cs typeface="Times New Roman" pitchFamily="16" charset="0"/>
        </a:defRPr>
      </a:lvl4pPr>
      <a:lvl5pPr marL="2057400" indent="-228600" algn="l" defTabSz="449263" rtl="0" eaLnBrk="0" fontAlgn="base" hangingPunct="0">
        <a:spcBef>
          <a:spcPts val="500"/>
        </a:spcBef>
        <a:spcAft>
          <a:spcPct val="0"/>
        </a:spcAft>
        <a:buClr>
          <a:srgbClr val="000000"/>
        </a:buClr>
        <a:buSzPct val="100000"/>
        <a:buFont typeface="Times New Roman" pitchFamily="16" charset="0"/>
        <a:defRPr sz="2000" i="1">
          <a:solidFill>
            <a:srgbClr val="000000"/>
          </a:solidFill>
          <a:latin typeface="Times New Roman" pitchFamily="16" charset="0"/>
          <a:ea typeface="+mn-ea"/>
          <a:cs typeface="Times New Roman" pitchFamily="16" charset="0"/>
        </a:defRPr>
      </a:lvl5pPr>
      <a:lvl6pPr marL="2514600" indent="-228600" algn="l" defTabSz="449263" rtl="0" eaLnBrk="0" fontAlgn="base" hangingPunct="0">
        <a:spcBef>
          <a:spcPts val="500"/>
        </a:spcBef>
        <a:spcAft>
          <a:spcPct val="0"/>
        </a:spcAft>
        <a:buClr>
          <a:srgbClr val="000000"/>
        </a:buClr>
        <a:buSzPct val="100000"/>
        <a:buFont typeface="Times New Roman" pitchFamily="16" charset="0"/>
        <a:defRPr sz="2000" i="1">
          <a:solidFill>
            <a:srgbClr val="000000"/>
          </a:solidFill>
          <a:latin typeface="Times New Roman" pitchFamily="16" charset="0"/>
          <a:ea typeface="+mn-ea"/>
          <a:cs typeface="Times New Roman" pitchFamily="16" charset="0"/>
        </a:defRPr>
      </a:lvl6pPr>
      <a:lvl7pPr marL="2971800" indent="-228600" algn="l" defTabSz="449263" rtl="0" eaLnBrk="0" fontAlgn="base" hangingPunct="0">
        <a:spcBef>
          <a:spcPts val="500"/>
        </a:spcBef>
        <a:spcAft>
          <a:spcPct val="0"/>
        </a:spcAft>
        <a:buClr>
          <a:srgbClr val="000000"/>
        </a:buClr>
        <a:buSzPct val="100000"/>
        <a:buFont typeface="Times New Roman" pitchFamily="16" charset="0"/>
        <a:defRPr sz="2000" i="1">
          <a:solidFill>
            <a:srgbClr val="000000"/>
          </a:solidFill>
          <a:latin typeface="Times New Roman" pitchFamily="16" charset="0"/>
          <a:ea typeface="+mn-ea"/>
          <a:cs typeface="Times New Roman" pitchFamily="16" charset="0"/>
        </a:defRPr>
      </a:lvl7pPr>
      <a:lvl8pPr marL="3429000" indent="-228600" algn="l" defTabSz="449263" rtl="0" eaLnBrk="0" fontAlgn="base" hangingPunct="0">
        <a:spcBef>
          <a:spcPts val="500"/>
        </a:spcBef>
        <a:spcAft>
          <a:spcPct val="0"/>
        </a:spcAft>
        <a:buClr>
          <a:srgbClr val="000000"/>
        </a:buClr>
        <a:buSzPct val="100000"/>
        <a:buFont typeface="Times New Roman" pitchFamily="16" charset="0"/>
        <a:defRPr sz="2000" i="1">
          <a:solidFill>
            <a:srgbClr val="000000"/>
          </a:solidFill>
          <a:latin typeface="Times New Roman" pitchFamily="16" charset="0"/>
          <a:ea typeface="+mn-ea"/>
          <a:cs typeface="Times New Roman" pitchFamily="16" charset="0"/>
        </a:defRPr>
      </a:lvl8pPr>
      <a:lvl9pPr marL="3886200" indent="-228600" algn="l" defTabSz="449263" rtl="0" eaLnBrk="0" fontAlgn="base" hangingPunct="0">
        <a:spcBef>
          <a:spcPts val="500"/>
        </a:spcBef>
        <a:spcAft>
          <a:spcPct val="0"/>
        </a:spcAft>
        <a:buClr>
          <a:srgbClr val="000000"/>
        </a:buClr>
        <a:buSzPct val="100000"/>
        <a:buFont typeface="Times New Roman" pitchFamily="16" charset="0"/>
        <a:defRPr sz="2000" i="1">
          <a:solidFill>
            <a:srgbClr val="000000"/>
          </a:solidFill>
          <a:latin typeface="Times New Roman" pitchFamily="16" charset="0"/>
          <a:ea typeface="+mn-ea"/>
          <a:cs typeface="Times New Roman" pitchFamily="16"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EBF1DE"/>
        </a:solidFill>
        <a:effectLst/>
      </p:bgPr>
    </p:bg>
    <p:spTree>
      <p:nvGrpSpPr>
        <p:cNvPr id="1" name=""/>
        <p:cNvGrpSpPr/>
        <p:nvPr/>
      </p:nvGrpSpPr>
      <p:grpSpPr>
        <a:xfrm>
          <a:off x="0" y="0"/>
          <a:ext cx="0" cy="0"/>
          <a:chOff x="0" y="0"/>
          <a:chExt cx="0" cy="0"/>
        </a:xfrm>
      </p:grpSpPr>
      <p:sp>
        <p:nvSpPr>
          <p:cNvPr id="3073" name="Rectangle 1"/>
          <p:cNvSpPr>
            <a:spLocks noChangeArrowheads="1"/>
          </p:cNvSpPr>
          <p:nvPr/>
        </p:nvSpPr>
        <p:spPr bwMode="auto">
          <a:xfrm>
            <a:off x="0" y="6237288"/>
            <a:ext cx="9144000" cy="620712"/>
          </a:xfrm>
          <a:prstGeom prst="rect">
            <a:avLst/>
          </a:prstGeom>
          <a:solidFill>
            <a:srgbClr val="003E07"/>
          </a:solidFill>
          <a:ln w="9525" cap="flat">
            <a:noFill/>
            <a:round/>
            <a:headEnd/>
            <a:tailEnd/>
          </a:ln>
          <a:effectLst/>
        </p:spPr>
        <p:txBody>
          <a:bodyPr wrap="none" anchor="ctr"/>
          <a:lstStyle/>
          <a:p>
            <a:endParaRPr lang="en-US"/>
          </a:p>
        </p:txBody>
      </p:sp>
      <p:sp>
        <p:nvSpPr>
          <p:cNvPr id="3074" name="Rectangle 2"/>
          <p:cNvSpPr>
            <a:spLocks noChangeArrowheads="1"/>
          </p:cNvSpPr>
          <p:nvPr/>
        </p:nvSpPr>
        <p:spPr bwMode="auto">
          <a:xfrm>
            <a:off x="0" y="0"/>
            <a:ext cx="9144000" cy="1484313"/>
          </a:xfrm>
          <a:prstGeom prst="rect">
            <a:avLst/>
          </a:prstGeom>
          <a:solidFill>
            <a:srgbClr val="003E07"/>
          </a:solidFill>
          <a:ln w="9525" cap="flat">
            <a:noFill/>
            <a:round/>
            <a:headEnd/>
            <a:tailEnd/>
          </a:ln>
          <a:effectLst/>
        </p:spPr>
        <p:txBody>
          <a:bodyPr wrap="none" anchor="ctr"/>
          <a:lstStyle/>
          <a:p>
            <a:endParaRPr lang="en-US"/>
          </a:p>
        </p:txBody>
      </p:sp>
      <p:sp>
        <p:nvSpPr>
          <p:cNvPr id="3075" name="Rectangle 3"/>
          <p:cNvSpPr>
            <a:spLocks noGrp="1" noChangeArrowheads="1"/>
          </p:cNvSpPr>
          <p:nvPr>
            <p:ph type="title"/>
          </p:nvPr>
        </p:nvSpPr>
        <p:spPr bwMode="auto">
          <a:xfrm>
            <a:off x="457200" y="274638"/>
            <a:ext cx="8216900" cy="1130300"/>
          </a:xfrm>
          <a:prstGeom prst="rect">
            <a:avLst/>
          </a:prstGeom>
          <a:noFill/>
          <a:ln w="9525" cap="flat">
            <a:noFill/>
            <a:round/>
            <a:headEnd/>
            <a:tailEnd/>
          </a:ln>
          <a:effectLst/>
        </p:spPr>
        <p:txBody>
          <a:bodyPr vert="horz" wrap="square" lIns="90000" tIns="46800" rIns="90000" bIns="46800" numCol="1" anchor="ctr" anchorCtr="0" compatLnSpc="1">
            <a:prstTxWarp prst="textNoShape">
              <a:avLst/>
            </a:prstTxWarp>
          </a:bodyPr>
          <a:lstStyle/>
          <a:p>
            <a:pPr lvl="0"/>
            <a:r>
              <a:rPr lang="en-GB" smtClean="0"/>
              <a:t>Click to edit the title text format</a:t>
            </a:r>
          </a:p>
        </p:txBody>
      </p:sp>
      <p:sp>
        <p:nvSpPr>
          <p:cNvPr id="3076" name="Rectangle 4"/>
          <p:cNvSpPr>
            <a:spLocks noGrp="1" noChangeArrowheads="1"/>
          </p:cNvSpPr>
          <p:nvPr>
            <p:ph type="body" idx="1"/>
          </p:nvPr>
        </p:nvSpPr>
        <p:spPr bwMode="auto">
          <a:xfrm>
            <a:off x="457200" y="1600200"/>
            <a:ext cx="8216900" cy="4513263"/>
          </a:xfrm>
          <a:prstGeom prst="rect">
            <a:avLst/>
          </a:prstGeom>
          <a:noFill/>
          <a:ln w="9525" cap="flat">
            <a:noFill/>
            <a:round/>
            <a:headEnd/>
            <a:tailEnd/>
          </a:ln>
          <a:effectLst/>
        </p:spPr>
        <p:txBody>
          <a:bodyPr vert="horz" wrap="square" lIns="90000" tIns="46800" rIns="90000" bIns="46800" numCol="1" anchor="t" anchorCtr="0" compatLnSpc="1">
            <a:prstTxWarp prst="textNoShape">
              <a:avLst/>
            </a:prstTxWarp>
          </a:bodyPr>
          <a:lstStyle/>
          <a:p>
            <a:pPr lvl="0"/>
            <a:r>
              <a:rPr lang="en-GB" smtClean="0"/>
              <a:t>Click to edit the outline text format</a:t>
            </a:r>
          </a:p>
          <a:p>
            <a:pPr lvl="1"/>
            <a:r>
              <a:rPr lang="en-GB" smtClean="0"/>
              <a:t>Second Outline Level</a:t>
            </a:r>
          </a:p>
          <a:p>
            <a:pPr lvl="2"/>
            <a:r>
              <a:rPr lang="en-GB" smtClean="0"/>
              <a:t>Third Outline Level</a:t>
            </a:r>
          </a:p>
          <a:p>
            <a:pPr lvl="3"/>
            <a:r>
              <a:rPr lang="en-GB" smtClean="0"/>
              <a:t>Fourth Outline Level</a:t>
            </a:r>
          </a:p>
          <a:p>
            <a:pPr lvl="4"/>
            <a:r>
              <a:rPr lang="en-GB" smtClean="0"/>
              <a:t>Fifth Outline Level</a:t>
            </a:r>
          </a:p>
          <a:p>
            <a:pPr lvl="4"/>
            <a:r>
              <a:rPr lang="en-GB" smtClean="0"/>
              <a:t>Sixth Outline Level</a:t>
            </a:r>
          </a:p>
          <a:p>
            <a:pPr lvl="4"/>
            <a:r>
              <a:rPr lang="en-GB" smtClean="0"/>
              <a:t>Seventh Outline Level</a:t>
            </a:r>
          </a:p>
        </p:txBody>
      </p:sp>
      <p:sp>
        <p:nvSpPr>
          <p:cNvPr id="3077" name="Text Box 5"/>
          <p:cNvSpPr txBox="1">
            <a:spLocks noChangeArrowheads="1"/>
          </p:cNvSpPr>
          <p:nvPr/>
        </p:nvSpPr>
        <p:spPr bwMode="auto">
          <a:xfrm>
            <a:off x="3124200" y="6356350"/>
            <a:ext cx="2895600" cy="365125"/>
          </a:xfrm>
          <a:prstGeom prst="rect">
            <a:avLst/>
          </a:prstGeom>
          <a:noFill/>
          <a:ln w="9525" cap="flat">
            <a:noFill/>
            <a:round/>
            <a:headEnd/>
            <a:tailEnd/>
          </a:ln>
          <a:effectLst/>
        </p:spPr>
        <p:txBody>
          <a:bodyPr wrap="none" anchor="ctr"/>
          <a:lstStyle/>
          <a:p>
            <a:endParaRPr lang="en-US"/>
          </a:p>
        </p:txBody>
      </p:sp>
      <p:sp>
        <p:nvSpPr>
          <p:cNvPr id="3078" name="Text Box 6"/>
          <p:cNvSpPr txBox="1">
            <a:spLocks noChangeArrowheads="1"/>
          </p:cNvSpPr>
          <p:nvPr/>
        </p:nvSpPr>
        <p:spPr bwMode="auto">
          <a:xfrm>
            <a:off x="71438" y="6335713"/>
            <a:ext cx="5400675" cy="455612"/>
          </a:xfrm>
          <a:prstGeom prst="rect">
            <a:avLst/>
          </a:prstGeom>
          <a:noFill/>
          <a:ln w="9525" cap="flat">
            <a:noFill/>
            <a:round/>
            <a:headEnd/>
            <a:tailEnd/>
          </a:ln>
          <a:effectLst/>
        </p:spPr>
        <p:txBody>
          <a:bodyPr lIns="90000" tIns="45000" rIns="90000" bIns="45000"/>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b="1">
                <a:solidFill>
                  <a:srgbClr val="FFFF00"/>
                </a:solidFill>
              </a:rPr>
              <a:t>This PPT should be used as reference only. Reading books (mentioned in syllabus) is mandatory for the preparation of the examinations.</a:t>
            </a: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mj-lt"/>
          <a:ea typeface="+mj-ea"/>
          <a:cs typeface="+mj-cs"/>
        </a:defRPr>
      </a:lvl1pPr>
      <a:lvl2pPr marL="742950" indent="-28575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2pPr>
      <a:lvl3pPr marL="11430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3pPr>
      <a:lvl4pPr marL="16002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4pPr>
      <a:lvl5pPr marL="20574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5pPr>
      <a:lvl6pPr marL="25146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6pPr>
      <a:lvl7pPr marL="29718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7pPr>
      <a:lvl8pPr marL="34290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8pPr>
      <a:lvl9pPr marL="38862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9pPr>
    </p:titleStyle>
    <p:bodyStyle>
      <a:lvl1pPr marL="342900" indent="-342900" algn="l" defTabSz="449263" rtl="0" eaLnBrk="0" fontAlgn="base" hangingPunct="0">
        <a:spcBef>
          <a:spcPts val="800"/>
        </a:spcBef>
        <a:spcAft>
          <a:spcPct val="0"/>
        </a:spcAft>
        <a:buClr>
          <a:srgbClr val="000000"/>
        </a:buClr>
        <a:buSzPct val="100000"/>
        <a:buFont typeface="Times New Roman" pitchFamily="16" charset="0"/>
        <a:defRPr sz="3200">
          <a:solidFill>
            <a:srgbClr val="003E07"/>
          </a:solidFill>
          <a:latin typeface="+mn-lt"/>
          <a:ea typeface="+mn-ea"/>
          <a:cs typeface="+mn-cs"/>
        </a:defRPr>
      </a:lvl1pPr>
      <a:lvl2pPr marL="742950" indent="-285750" algn="l" defTabSz="449263" rtl="0" eaLnBrk="0" fontAlgn="base" hangingPunct="0">
        <a:spcBef>
          <a:spcPts val="700"/>
        </a:spcBef>
        <a:spcAft>
          <a:spcPct val="0"/>
        </a:spcAft>
        <a:buClr>
          <a:srgbClr val="000000"/>
        </a:buClr>
        <a:buSzPct val="100000"/>
        <a:buFont typeface="Times New Roman" pitchFamily="16" charset="0"/>
        <a:defRPr sz="2800">
          <a:solidFill>
            <a:srgbClr val="4F6228"/>
          </a:solidFill>
          <a:latin typeface="+mn-lt"/>
          <a:ea typeface="+mn-ea"/>
        </a:defRPr>
      </a:lvl2pPr>
      <a:lvl3pPr marL="1143000" indent="-228600" algn="l" defTabSz="449263" rtl="0" eaLnBrk="0" fontAlgn="base" hangingPunct="0">
        <a:spcBef>
          <a:spcPts val="600"/>
        </a:spcBef>
        <a:spcAft>
          <a:spcPct val="0"/>
        </a:spcAft>
        <a:buClr>
          <a:srgbClr val="000000"/>
        </a:buClr>
        <a:buSzPct val="100000"/>
        <a:buFont typeface="Times New Roman" pitchFamily="16" charset="0"/>
        <a:defRPr sz="2400">
          <a:solidFill>
            <a:srgbClr val="77933C"/>
          </a:solidFill>
          <a:latin typeface="+mn-lt"/>
          <a:ea typeface="+mn-ea"/>
          <a:cs typeface="Times New Roman" pitchFamily="16" charset="0"/>
        </a:defRPr>
      </a:lvl3pPr>
      <a:lvl4pPr marL="1600200" indent="-228600" algn="l" defTabSz="449263"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Times New Roman" pitchFamily="16" charset="0"/>
          <a:ea typeface="+mn-ea"/>
          <a:cs typeface="Times New Roman" pitchFamily="16" charset="0"/>
        </a:defRPr>
      </a:lvl4pPr>
      <a:lvl5pPr marL="2057400" indent="-228600" algn="l" defTabSz="449263" rtl="0" eaLnBrk="0" fontAlgn="base" hangingPunct="0">
        <a:spcBef>
          <a:spcPts val="500"/>
        </a:spcBef>
        <a:spcAft>
          <a:spcPct val="0"/>
        </a:spcAft>
        <a:buClr>
          <a:srgbClr val="000000"/>
        </a:buClr>
        <a:buSzPct val="100000"/>
        <a:buFont typeface="Times New Roman" pitchFamily="16" charset="0"/>
        <a:defRPr sz="2000" i="1">
          <a:solidFill>
            <a:srgbClr val="000000"/>
          </a:solidFill>
          <a:latin typeface="Times New Roman" pitchFamily="16" charset="0"/>
          <a:ea typeface="+mn-ea"/>
          <a:cs typeface="Times New Roman" pitchFamily="16" charset="0"/>
        </a:defRPr>
      </a:lvl5pPr>
      <a:lvl6pPr marL="2514600" indent="-228600" algn="l" defTabSz="449263" rtl="0" eaLnBrk="0" fontAlgn="base" hangingPunct="0">
        <a:spcBef>
          <a:spcPts val="500"/>
        </a:spcBef>
        <a:spcAft>
          <a:spcPct val="0"/>
        </a:spcAft>
        <a:buClr>
          <a:srgbClr val="000000"/>
        </a:buClr>
        <a:buSzPct val="100000"/>
        <a:buFont typeface="Times New Roman" pitchFamily="16" charset="0"/>
        <a:defRPr sz="2000" i="1">
          <a:solidFill>
            <a:srgbClr val="000000"/>
          </a:solidFill>
          <a:latin typeface="Times New Roman" pitchFamily="16" charset="0"/>
          <a:ea typeface="+mn-ea"/>
          <a:cs typeface="Times New Roman" pitchFamily="16" charset="0"/>
        </a:defRPr>
      </a:lvl6pPr>
      <a:lvl7pPr marL="2971800" indent="-228600" algn="l" defTabSz="449263" rtl="0" eaLnBrk="0" fontAlgn="base" hangingPunct="0">
        <a:spcBef>
          <a:spcPts val="500"/>
        </a:spcBef>
        <a:spcAft>
          <a:spcPct val="0"/>
        </a:spcAft>
        <a:buClr>
          <a:srgbClr val="000000"/>
        </a:buClr>
        <a:buSzPct val="100000"/>
        <a:buFont typeface="Times New Roman" pitchFamily="16" charset="0"/>
        <a:defRPr sz="2000" i="1">
          <a:solidFill>
            <a:srgbClr val="000000"/>
          </a:solidFill>
          <a:latin typeface="Times New Roman" pitchFamily="16" charset="0"/>
          <a:ea typeface="+mn-ea"/>
          <a:cs typeface="Times New Roman" pitchFamily="16" charset="0"/>
        </a:defRPr>
      </a:lvl7pPr>
      <a:lvl8pPr marL="3429000" indent="-228600" algn="l" defTabSz="449263" rtl="0" eaLnBrk="0" fontAlgn="base" hangingPunct="0">
        <a:spcBef>
          <a:spcPts val="500"/>
        </a:spcBef>
        <a:spcAft>
          <a:spcPct val="0"/>
        </a:spcAft>
        <a:buClr>
          <a:srgbClr val="000000"/>
        </a:buClr>
        <a:buSzPct val="100000"/>
        <a:buFont typeface="Times New Roman" pitchFamily="16" charset="0"/>
        <a:defRPr sz="2000" i="1">
          <a:solidFill>
            <a:srgbClr val="000000"/>
          </a:solidFill>
          <a:latin typeface="Times New Roman" pitchFamily="16" charset="0"/>
          <a:ea typeface="+mn-ea"/>
          <a:cs typeface="Times New Roman" pitchFamily="16" charset="0"/>
        </a:defRPr>
      </a:lvl8pPr>
      <a:lvl9pPr marL="3886200" indent="-228600" algn="l" defTabSz="449263" rtl="0" eaLnBrk="0" fontAlgn="base" hangingPunct="0">
        <a:spcBef>
          <a:spcPts val="500"/>
        </a:spcBef>
        <a:spcAft>
          <a:spcPct val="0"/>
        </a:spcAft>
        <a:buClr>
          <a:srgbClr val="000000"/>
        </a:buClr>
        <a:buSzPct val="100000"/>
        <a:buFont typeface="Times New Roman" pitchFamily="16" charset="0"/>
        <a:defRPr sz="2000" i="1">
          <a:solidFill>
            <a:srgbClr val="000000"/>
          </a:solidFill>
          <a:latin typeface="Times New Roman" pitchFamily="16" charset="0"/>
          <a:ea typeface="+mn-ea"/>
          <a:cs typeface="Times New Roman" pitchFamily="16"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29.xml"/><Relationship Id="rId4" Type="http://schemas.openxmlformats.org/officeDocument/2006/relationships/image" Target="../media/image6.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9.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29.xml"/><Relationship Id="rId4" Type="http://schemas.openxmlformats.org/officeDocument/2006/relationships/image" Target="../media/image12.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2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9.xml"/></Relationships>
</file>

<file path=ppt/slides/_rels/slide2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1.xml"/><Relationship Id="rId1" Type="http://schemas.openxmlformats.org/officeDocument/2006/relationships/slideLayout" Target="../slideLayouts/slideLayout29.xml"/></Relationships>
</file>

<file path=ppt/slides/_rels/slide2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2.xml"/><Relationship Id="rId1" Type="http://schemas.openxmlformats.org/officeDocument/2006/relationships/slideLayout" Target="../slideLayouts/slideLayout2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9.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29.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2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9.xml"/></Relationships>
</file>

<file path=ppt/slides/_rels/slide29.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27.xml"/><Relationship Id="rId1" Type="http://schemas.openxmlformats.org/officeDocument/2006/relationships/slideLayout" Target="../slideLayouts/slideLayout29.xml"/><Relationship Id="rId5" Type="http://schemas.openxmlformats.org/officeDocument/2006/relationships/image" Target="../media/image20.emf"/><Relationship Id="rId4" Type="http://schemas.openxmlformats.org/officeDocument/2006/relationships/image" Target="../media/image19.emf"/></Relationships>
</file>

<file path=ppt/slides/_rels/slide3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8.xml"/><Relationship Id="rId1" Type="http://schemas.openxmlformats.org/officeDocument/2006/relationships/slideLayout" Target="../slideLayouts/slideLayout29.xml"/><Relationship Id="rId4" Type="http://schemas.openxmlformats.org/officeDocument/2006/relationships/image" Target="../media/image22.jpe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5121" name="Text Box 1"/>
          <p:cNvSpPr txBox="1">
            <a:spLocks noChangeArrowheads="1"/>
          </p:cNvSpPr>
          <p:nvPr/>
        </p:nvSpPr>
        <p:spPr bwMode="auto">
          <a:xfrm>
            <a:off x="179388" y="3573463"/>
            <a:ext cx="8750330" cy="1470025"/>
          </a:xfrm>
          <a:prstGeom prst="rect">
            <a:avLst/>
          </a:prstGeom>
          <a:noFill/>
          <a:ln w="9525" cap="flat">
            <a:noFill/>
            <a:round/>
            <a:headEnd/>
            <a:tailEnd/>
          </a:ln>
          <a:effectLst/>
        </p:spPr>
        <p:txBody>
          <a:bodyPr anchor="ctr"/>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000" b="1" dirty="0" smtClean="0">
                <a:solidFill>
                  <a:srgbClr val="EBF1DE"/>
                </a:solidFill>
                <a:latin typeface="Bahnschrift Light" pitchFamily="32" charset="0"/>
                <a:ea typeface="Microsoft YaHei" charset="-122"/>
              </a:rPr>
              <a:t>Environmental Pollution - 1 	</a:t>
            </a:r>
            <a:endParaRPr lang="en-IN" sz="4000" b="1" dirty="0">
              <a:solidFill>
                <a:srgbClr val="EBF1DE"/>
              </a:solidFill>
              <a:latin typeface="Bahnschrift Light" pitchFamily="32" charset="0"/>
              <a:ea typeface="Microsoft YaHei" charset="-122"/>
            </a:endParaRPr>
          </a:p>
        </p:txBody>
      </p:sp>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Text Box 1"/>
          <p:cNvSpPr txBox="1">
            <a:spLocks noChangeArrowheads="1"/>
          </p:cNvSpPr>
          <p:nvPr/>
        </p:nvSpPr>
        <p:spPr bwMode="auto">
          <a:xfrm>
            <a:off x="457200" y="274638"/>
            <a:ext cx="8229600" cy="1143000"/>
          </a:xfrm>
          <a:prstGeom prst="rect">
            <a:avLst/>
          </a:prstGeom>
          <a:noFill/>
          <a:ln w="9525" cap="flat">
            <a:noFill/>
            <a:round/>
            <a:headEnd/>
            <a:tailEnd/>
          </a:ln>
          <a:effectLst/>
        </p:spPr>
        <p:txBody>
          <a:bodyPr anchor="ctr"/>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a:solidFill>
                  <a:srgbClr val="C3D69B"/>
                </a:solidFill>
                <a:latin typeface="Bahnschrift Light" pitchFamily="32" charset="0"/>
              </a:rPr>
              <a:t>Pollution</a:t>
            </a:r>
          </a:p>
        </p:txBody>
      </p:sp>
      <p:sp>
        <p:nvSpPr>
          <p:cNvPr id="7170" name="Text Box 2"/>
          <p:cNvSpPr txBox="1">
            <a:spLocks noChangeArrowheads="1"/>
          </p:cNvSpPr>
          <p:nvPr/>
        </p:nvSpPr>
        <p:spPr bwMode="auto">
          <a:xfrm>
            <a:off x="457200" y="1600200"/>
            <a:ext cx="8229600" cy="4525963"/>
          </a:xfrm>
          <a:prstGeom prst="rect">
            <a:avLst/>
          </a:prstGeom>
          <a:noFill/>
          <a:ln w="9525" cap="flat">
            <a:noFill/>
            <a:round/>
            <a:headEnd/>
            <a:tailEnd/>
          </a:ln>
          <a:effectLst/>
        </p:spPr>
        <p:txBody>
          <a:bodyPr/>
          <a:lstStyle/>
          <a:p>
            <a:pPr marL="339725" indent="-339725" eaLnBrk="1" hangingPunct="1">
              <a:lnSpc>
                <a:spcPct val="90000"/>
              </a:lnSpc>
              <a:spcBef>
                <a:spcPts val="8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3200" b="1" dirty="0">
                <a:solidFill>
                  <a:srgbClr val="003E07"/>
                </a:solidFill>
                <a:latin typeface="Bahnschrift" pitchFamily="32" charset="0"/>
              </a:rPr>
              <a:t>Pollution</a:t>
            </a:r>
            <a:r>
              <a:rPr lang="en-US" sz="2800" dirty="0">
                <a:solidFill>
                  <a:srgbClr val="003E07"/>
                </a:solidFill>
                <a:latin typeface="Bahnschrift" pitchFamily="32" charset="0"/>
              </a:rPr>
              <a:t> is the introduction of contaminants into the natural environment that cause adverse change. Pollution can take the form of chemical substances or energy, such as noise, heat or light</a:t>
            </a:r>
            <a:r>
              <a:rPr lang="en-US" sz="2800" dirty="0" smtClean="0">
                <a:solidFill>
                  <a:srgbClr val="003E07"/>
                </a:solidFill>
                <a:latin typeface="Bahnschrift" pitchFamily="32" charset="0"/>
              </a:rPr>
              <a:t>.</a:t>
            </a:r>
          </a:p>
          <a:p>
            <a:pPr marL="339725" indent="-339725" eaLnBrk="1" hangingPunct="1">
              <a:lnSpc>
                <a:spcPct val="90000"/>
              </a:lnSpc>
              <a:spcBef>
                <a:spcPts val="8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endParaRPr lang="en-US" sz="2800" dirty="0">
              <a:solidFill>
                <a:srgbClr val="003E07"/>
              </a:solidFill>
              <a:latin typeface="Bahnschrift" pitchFamily="32" charset="0"/>
            </a:endParaRPr>
          </a:p>
          <a:p>
            <a:pPr marL="339725" indent="-339725" eaLnBrk="1" hangingPunct="1">
              <a:lnSpc>
                <a:spcPct val="90000"/>
              </a:lnSpc>
              <a:spcBef>
                <a:spcPts val="8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3200" b="1" dirty="0">
                <a:solidFill>
                  <a:srgbClr val="003E07"/>
                </a:solidFill>
                <a:latin typeface="Bahnschrift" pitchFamily="32" charset="0"/>
              </a:rPr>
              <a:t>Pollutants</a:t>
            </a:r>
            <a:r>
              <a:rPr lang="en-US" sz="2800" dirty="0">
                <a:solidFill>
                  <a:srgbClr val="003E07"/>
                </a:solidFill>
                <a:latin typeface="Bahnschrift" pitchFamily="32" charset="0"/>
              </a:rPr>
              <a:t>, the components of pollution. They can be either foreign substances/energies or naturally occurring contaminants.</a:t>
            </a:r>
          </a:p>
          <a:p>
            <a:pPr marL="341313" indent="-339725" eaLnBrk="1" hangingPunct="1">
              <a:lnSpc>
                <a:spcPct val="90000"/>
              </a:lnSpc>
              <a:spcBef>
                <a:spcPts val="800"/>
              </a:spcBef>
              <a:buClrTx/>
              <a:buFontTx/>
              <a:buNone/>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endParaRPr lang="en-US" sz="2800" dirty="0">
              <a:solidFill>
                <a:srgbClr val="003E07"/>
              </a:solidFill>
              <a:latin typeface="Bahnschrift" pitchFamily="32" charset="0"/>
            </a:endParaRPr>
          </a:p>
        </p:txBody>
      </p:sp>
      <p:sp>
        <p:nvSpPr>
          <p:cNvPr id="7171" name="Text Box 3"/>
          <p:cNvSpPr txBox="1">
            <a:spLocks noChangeArrowheads="1"/>
          </p:cNvSpPr>
          <p:nvPr/>
        </p:nvSpPr>
        <p:spPr bwMode="auto">
          <a:xfrm>
            <a:off x="457200" y="6356350"/>
            <a:ext cx="2133600" cy="365125"/>
          </a:xfrm>
          <a:prstGeom prst="rect">
            <a:avLst/>
          </a:prstGeom>
          <a:noFill/>
          <a:ln w="9525" cap="flat">
            <a:noFill/>
            <a:round/>
            <a:headEnd/>
            <a:tailEnd/>
          </a:ln>
          <a:effectLst/>
        </p:spPr>
        <p:txBody>
          <a:bodyPr lIns="90000" tIns="46800" rIns="90000" bIns="46800" anchor="ctr"/>
          <a:lstStyle/>
          <a:p>
            <a:pP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a:solidFill>
                  <a:srgbClr val="EBF1DE"/>
                </a:solidFill>
              </a:rPr>
              <a:t>12/03/19</a:t>
            </a:r>
          </a:p>
        </p:txBody>
      </p:sp>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ext Box 1"/>
          <p:cNvSpPr txBox="1">
            <a:spLocks noChangeArrowheads="1"/>
          </p:cNvSpPr>
          <p:nvPr/>
        </p:nvSpPr>
        <p:spPr bwMode="auto">
          <a:xfrm>
            <a:off x="457200" y="274638"/>
            <a:ext cx="8229600" cy="1143000"/>
          </a:xfrm>
          <a:prstGeom prst="rect">
            <a:avLst/>
          </a:prstGeom>
          <a:noFill/>
          <a:ln w="9525" cap="flat">
            <a:noFill/>
            <a:round/>
            <a:headEnd/>
            <a:tailEnd/>
          </a:ln>
          <a:effectLst/>
        </p:spPr>
        <p:txBody>
          <a:bodyPr anchor="ctr"/>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a:solidFill>
                  <a:srgbClr val="C3D69B"/>
                </a:solidFill>
                <a:latin typeface="Bahnschrift Light" pitchFamily="32" charset="0"/>
              </a:rPr>
              <a:t>Air Pollution</a:t>
            </a:r>
          </a:p>
        </p:txBody>
      </p:sp>
      <p:sp>
        <p:nvSpPr>
          <p:cNvPr id="9218" name="Text Box 2"/>
          <p:cNvSpPr txBox="1">
            <a:spLocks noChangeArrowheads="1"/>
          </p:cNvSpPr>
          <p:nvPr/>
        </p:nvSpPr>
        <p:spPr bwMode="auto">
          <a:xfrm>
            <a:off x="457200" y="1600200"/>
            <a:ext cx="8543956" cy="4525963"/>
          </a:xfrm>
          <a:prstGeom prst="rect">
            <a:avLst/>
          </a:prstGeom>
          <a:noFill/>
          <a:ln w="9525" cap="flat">
            <a:noFill/>
            <a:round/>
            <a:headEnd/>
            <a:tailEnd/>
          </a:ln>
          <a:effectLst/>
        </p:spPr>
        <p:txBody>
          <a:bodyPr/>
          <a:lstStyle/>
          <a:p>
            <a:pPr marL="339725" indent="-339725" eaLnBrk="1" hangingPunct="1">
              <a:spcBef>
                <a:spcPts val="8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800" dirty="0" smtClean="0">
                <a:solidFill>
                  <a:srgbClr val="003E07"/>
                </a:solidFill>
                <a:latin typeface="Bahnschrift" pitchFamily="32" charset="0"/>
              </a:rPr>
              <a:t>Air pollution Air pollution is said to exist if the levels of gases, solids, or liquids present in the atmosphere are high enough to harm humans, other organisms, or materials.</a:t>
            </a:r>
            <a:endParaRPr lang="en-US" sz="2400" dirty="0" smtClean="0">
              <a:solidFill>
                <a:srgbClr val="4F6228"/>
              </a:solidFill>
              <a:latin typeface="Bahnschrift" pitchFamily="32" charset="0"/>
            </a:endParaRPr>
          </a:p>
          <a:p>
            <a:pPr marL="739775" lvl="1" indent="-282575" eaLnBrk="1" hangingPunct="1">
              <a:spcBef>
                <a:spcPts val="7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800" dirty="0" smtClean="0">
                <a:solidFill>
                  <a:srgbClr val="4F6228"/>
                </a:solidFill>
                <a:latin typeface="Bahnschrift" pitchFamily="32" charset="0"/>
              </a:rPr>
              <a:t>Indoor Air Pollution</a:t>
            </a:r>
          </a:p>
          <a:p>
            <a:pPr marL="739775" lvl="1" indent="-282575" eaLnBrk="1" hangingPunct="1">
              <a:spcBef>
                <a:spcPts val="7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800" dirty="0" smtClean="0">
                <a:solidFill>
                  <a:srgbClr val="4F6228"/>
                </a:solidFill>
                <a:latin typeface="Bahnschrift" pitchFamily="32" charset="0"/>
              </a:rPr>
              <a:t>Outdoor Air Pollution</a:t>
            </a:r>
            <a:endParaRPr lang="en-US" sz="2800" dirty="0">
              <a:solidFill>
                <a:srgbClr val="4F6228"/>
              </a:solidFill>
              <a:latin typeface="Bahnschrift" pitchFamily="32" charset="0"/>
            </a:endParaRPr>
          </a:p>
          <a:p>
            <a:pPr marL="341313" indent="-339725" eaLnBrk="1" hangingPunct="1">
              <a:spcBef>
                <a:spcPts val="800"/>
              </a:spcBef>
              <a:buClrTx/>
              <a:buFontTx/>
              <a:buNone/>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endParaRPr lang="en-US" sz="2400" dirty="0">
              <a:solidFill>
                <a:srgbClr val="4F6228"/>
              </a:solidFill>
              <a:latin typeface="Bahnschrift" pitchFamily="32" charset="0"/>
            </a:endParaRPr>
          </a:p>
        </p:txBody>
      </p:sp>
      <p:sp>
        <p:nvSpPr>
          <p:cNvPr id="9219" name="Text Box 3"/>
          <p:cNvSpPr txBox="1">
            <a:spLocks noChangeArrowheads="1"/>
          </p:cNvSpPr>
          <p:nvPr/>
        </p:nvSpPr>
        <p:spPr bwMode="auto">
          <a:xfrm>
            <a:off x="457200" y="6356350"/>
            <a:ext cx="2133600" cy="365125"/>
          </a:xfrm>
          <a:prstGeom prst="rect">
            <a:avLst/>
          </a:prstGeom>
          <a:noFill/>
          <a:ln w="9525" cap="flat">
            <a:noFill/>
            <a:round/>
            <a:headEnd/>
            <a:tailEnd/>
          </a:ln>
          <a:effectLst/>
        </p:spPr>
        <p:txBody>
          <a:bodyPr lIns="90000" tIns="46800" rIns="90000" bIns="46800" anchor="ctr"/>
          <a:lstStyle/>
          <a:p>
            <a:pP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a:solidFill>
                  <a:srgbClr val="EBF1DE"/>
                </a:solidFill>
              </a:rPr>
              <a:t>12/03/19</a:t>
            </a:r>
          </a:p>
        </p:txBody>
      </p:sp>
      <p:pic>
        <p:nvPicPr>
          <p:cNvPr id="58374" name="Picture 6" descr="Which air is more polluted - Indoor or Outdoor? #airpollution ..."/>
          <p:cNvPicPr>
            <a:picLocks noChangeAspect="1" noChangeArrowheads="1"/>
          </p:cNvPicPr>
          <p:nvPr/>
        </p:nvPicPr>
        <p:blipFill>
          <a:blip r:embed="rId3" cstate="print"/>
          <a:srcRect/>
          <a:stretch>
            <a:fillRect/>
          </a:stretch>
        </p:blipFill>
        <p:spPr bwMode="auto">
          <a:xfrm>
            <a:off x="4756913" y="3500438"/>
            <a:ext cx="4387087" cy="2447921"/>
          </a:xfrm>
          <a:prstGeom prst="rect">
            <a:avLst/>
          </a:prstGeom>
          <a:noFill/>
        </p:spPr>
      </p:pic>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Text Box 1"/>
          <p:cNvSpPr txBox="1">
            <a:spLocks noChangeArrowheads="1"/>
          </p:cNvSpPr>
          <p:nvPr/>
        </p:nvSpPr>
        <p:spPr bwMode="auto">
          <a:xfrm>
            <a:off x="457200" y="274638"/>
            <a:ext cx="8229600" cy="1143000"/>
          </a:xfrm>
          <a:prstGeom prst="rect">
            <a:avLst/>
          </a:prstGeom>
          <a:noFill/>
          <a:ln w="9525" cap="flat">
            <a:noFill/>
            <a:round/>
            <a:headEnd/>
            <a:tailEnd/>
          </a:ln>
          <a:effectLst/>
        </p:spPr>
        <p:txBody>
          <a:bodyPr anchor="ctr"/>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a:solidFill>
                  <a:srgbClr val="C3D69B"/>
                </a:solidFill>
                <a:latin typeface="Bahnschrift Light" pitchFamily="32" charset="0"/>
              </a:rPr>
              <a:t>Air Pollution</a:t>
            </a:r>
          </a:p>
        </p:txBody>
      </p:sp>
      <p:sp>
        <p:nvSpPr>
          <p:cNvPr id="11266" name="Text Box 2"/>
          <p:cNvSpPr txBox="1">
            <a:spLocks noChangeArrowheads="1"/>
          </p:cNvSpPr>
          <p:nvPr/>
        </p:nvSpPr>
        <p:spPr bwMode="auto">
          <a:xfrm>
            <a:off x="457200" y="1600200"/>
            <a:ext cx="8229600" cy="4525963"/>
          </a:xfrm>
          <a:prstGeom prst="rect">
            <a:avLst/>
          </a:prstGeom>
          <a:noFill/>
          <a:ln w="9525" cap="flat">
            <a:noFill/>
            <a:round/>
            <a:headEnd/>
            <a:tailEnd/>
          </a:ln>
          <a:effectLst/>
        </p:spPr>
        <p:txBody>
          <a:bodyPr/>
          <a:lstStyle/>
          <a:p>
            <a:pPr marL="339725" indent="-339725" eaLnBrk="1" hangingPunct="1">
              <a:lnSpc>
                <a:spcPct val="80000"/>
              </a:lnSpc>
              <a:spcBef>
                <a:spcPts val="7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3000" dirty="0">
                <a:solidFill>
                  <a:srgbClr val="003E07"/>
                </a:solidFill>
                <a:latin typeface="Bahnschrift" pitchFamily="32" charset="0"/>
              </a:rPr>
              <a:t>Types of Air Pollutants</a:t>
            </a:r>
          </a:p>
          <a:p>
            <a:pPr marL="739775" lvl="1" indent="-282575" eaLnBrk="1" hangingPunct="1">
              <a:lnSpc>
                <a:spcPct val="80000"/>
              </a:lnSpc>
              <a:spcBef>
                <a:spcPts val="6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600" dirty="0">
                <a:solidFill>
                  <a:srgbClr val="4F6228"/>
                </a:solidFill>
                <a:latin typeface="Bahnschrift" pitchFamily="32" charset="0"/>
              </a:rPr>
              <a:t>Primary</a:t>
            </a:r>
          </a:p>
          <a:p>
            <a:pPr lvl="2" eaLnBrk="1" hangingPunct="1">
              <a:lnSpc>
                <a:spcPct val="80000"/>
              </a:lnSpc>
              <a:spcBef>
                <a:spcPts val="5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200" dirty="0">
                <a:solidFill>
                  <a:srgbClr val="77933C"/>
                </a:solidFill>
                <a:latin typeface="Bahnschrift" pitchFamily="32" charset="0"/>
                <a:cs typeface="Times New Roman" pitchFamily="16" charset="0"/>
              </a:rPr>
              <a:t>harmful chemicals that are released directly from a source into the atmosphere.</a:t>
            </a:r>
          </a:p>
          <a:p>
            <a:pPr lvl="2" eaLnBrk="1" hangingPunct="1">
              <a:lnSpc>
                <a:spcPct val="80000"/>
              </a:lnSpc>
              <a:spcBef>
                <a:spcPts val="5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200" dirty="0">
                <a:solidFill>
                  <a:srgbClr val="77933C"/>
                </a:solidFill>
                <a:latin typeface="Bahnschrift" pitchFamily="32" charset="0"/>
                <a:cs typeface="Times New Roman" pitchFamily="16" charset="0"/>
              </a:rPr>
              <a:t>Examples: Particulate matter such as soil particles, lead, and asbestos, Oxides of carbon and nitrogen and sulphur dioxide, Hydrocarbons like methane and benzene</a:t>
            </a:r>
          </a:p>
          <a:p>
            <a:pPr marL="739775" lvl="1" indent="-282575" eaLnBrk="1" hangingPunct="1">
              <a:lnSpc>
                <a:spcPct val="80000"/>
              </a:lnSpc>
              <a:spcBef>
                <a:spcPts val="6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600" dirty="0">
                <a:solidFill>
                  <a:srgbClr val="4F6228"/>
                </a:solidFill>
                <a:latin typeface="Bahnschrift" pitchFamily="32" charset="0"/>
              </a:rPr>
              <a:t>Secondary</a:t>
            </a:r>
          </a:p>
          <a:p>
            <a:pPr lvl="2" eaLnBrk="1" hangingPunct="1">
              <a:lnSpc>
                <a:spcPct val="80000"/>
              </a:lnSpc>
              <a:spcBef>
                <a:spcPts val="5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200" dirty="0">
                <a:solidFill>
                  <a:srgbClr val="77933C"/>
                </a:solidFill>
                <a:latin typeface="Bahnschrift" pitchFamily="32" charset="0"/>
                <a:cs typeface="Times New Roman" pitchFamily="16" charset="0"/>
              </a:rPr>
              <a:t>produced from chemical reactions involving the primary pollutants.</a:t>
            </a:r>
          </a:p>
          <a:p>
            <a:pPr lvl="2" eaLnBrk="1" hangingPunct="1">
              <a:lnSpc>
                <a:spcPct val="80000"/>
              </a:lnSpc>
              <a:spcBef>
                <a:spcPts val="5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200" dirty="0">
                <a:solidFill>
                  <a:srgbClr val="77933C"/>
                </a:solidFill>
                <a:latin typeface="Bahnschrift" pitchFamily="32" charset="0"/>
                <a:cs typeface="Times New Roman" pitchFamily="16" charset="0"/>
              </a:rPr>
              <a:t>Example: Ozone, </a:t>
            </a:r>
            <a:r>
              <a:rPr lang="en-US" sz="2200" dirty="0" err="1">
                <a:solidFill>
                  <a:srgbClr val="77933C"/>
                </a:solidFill>
                <a:latin typeface="Bahnschrift" pitchFamily="32" charset="0"/>
                <a:cs typeface="Times New Roman" pitchFamily="16" charset="0"/>
              </a:rPr>
              <a:t>Sulphur</a:t>
            </a:r>
            <a:r>
              <a:rPr lang="en-US" sz="2200" dirty="0">
                <a:solidFill>
                  <a:srgbClr val="77933C"/>
                </a:solidFill>
                <a:latin typeface="Bahnschrift" pitchFamily="32" charset="0"/>
                <a:cs typeface="Times New Roman" pitchFamily="16" charset="0"/>
              </a:rPr>
              <a:t> trioxide, PAN (</a:t>
            </a:r>
            <a:r>
              <a:rPr lang="en-US" sz="2200" dirty="0" err="1">
                <a:solidFill>
                  <a:srgbClr val="77933C"/>
                </a:solidFill>
                <a:latin typeface="Bahnschrift" pitchFamily="32" charset="0"/>
                <a:cs typeface="Times New Roman" pitchFamily="16" charset="0"/>
              </a:rPr>
              <a:t>Peroxy</a:t>
            </a:r>
            <a:r>
              <a:rPr lang="en-US" sz="2200" dirty="0">
                <a:solidFill>
                  <a:srgbClr val="77933C"/>
                </a:solidFill>
                <a:latin typeface="Bahnschrift" pitchFamily="32" charset="0"/>
                <a:cs typeface="Times New Roman" pitchFamily="16" charset="0"/>
              </a:rPr>
              <a:t> Acetyl Nitrate), Photochemical smog</a:t>
            </a:r>
          </a:p>
        </p:txBody>
      </p:sp>
      <p:sp>
        <p:nvSpPr>
          <p:cNvPr id="11267" name="Text Box 3"/>
          <p:cNvSpPr txBox="1">
            <a:spLocks noChangeArrowheads="1"/>
          </p:cNvSpPr>
          <p:nvPr/>
        </p:nvSpPr>
        <p:spPr bwMode="auto">
          <a:xfrm>
            <a:off x="457200" y="6356350"/>
            <a:ext cx="2133600" cy="365125"/>
          </a:xfrm>
          <a:prstGeom prst="rect">
            <a:avLst/>
          </a:prstGeom>
          <a:noFill/>
          <a:ln w="9525" cap="flat">
            <a:noFill/>
            <a:round/>
            <a:headEnd/>
            <a:tailEnd/>
          </a:ln>
          <a:effectLst/>
        </p:spPr>
        <p:txBody>
          <a:bodyPr lIns="90000" tIns="46800" rIns="90000" bIns="46800" anchor="ctr"/>
          <a:lstStyle/>
          <a:p>
            <a:pP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a:solidFill>
                  <a:srgbClr val="EBF1DE"/>
                </a:solidFill>
              </a:rPr>
              <a:t>12/03/19</a:t>
            </a:r>
          </a:p>
        </p:txBody>
      </p:sp>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a:grpSpLocks/>
          </p:cNvGrpSpPr>
          <p:nvPr/>
        </p:nvGrpSpPr>
        <p:grpSpPr bwMode="auto">
          <a:xfrm>
            <a:off x="0" y="0"/>
            <a:ext cx="9596438" cy="6853238"/>
            <a:chOff x="0" y="0"/>
            <a:chExt cx="6045" cy="4317"/>
          </a:xfrm>
        </p:grpSpPr>
        <p:pic>
          <p:nvPicPr>
            <p:cNvPr id="12290" name="Picture 2"/>
            <p:cNvPicPr>
              <a:picLocks noChangeAspect="1" noChangeArrowheads="1"/>
            </p:cNvPicPr>
            <p:nvPr/>
          </p:nvPicPr>
          <p:blipFill>
            <a:blip r:embed="rId3" cstate="print"/>
            <a:srcRect/>
            <a:stretch>
              <a:fillRect/>
            </a:stretch>
          </p:blipFill>
          <p:spPr bwMode="auto">
            <a:xfrm>
              <a:off x="0" y="0"/>
              <a:ext cx="6045" cy="4317"/>
            </a:xfrm>
            <a:prstGeom prst="rect">
              <a:avLst/>
            </a:prstGeom>
            <a:noFill/>
            <a:ln w="9525" cap="flat">
              <a:noFill/>
              <a:round/>
              <a:headEnd/>
              <a:tailEnd/>
            </a:ln>
            <a:effectLst/>
          </p:spPr>
        </p:pic>
        <p:sp>
          <p:nvSpPr>
            <p:cNvPr id="12291" name="Rectangle 3"/>
            <p:cNvSpPr>
              <a:spLocks noChangeArrowheads="1"/>
            </p:cNvSpPr>
            <p:nvPr/>
          </p:nvSpPr>
          <p:spPr bwMode="auto">
            <a:xfrm>
              <a:off x="1982" y="595"/>
              <a:ext cx="1350" cy="248"/>
            </a:xfrm>
            <a:prstGeom prst="rect">
              <a:avLst/>
            </a:prstGeom>
            <a:noFill/>
            <a:ln w="9525" cap="flat">
              <a:noFill/>
              <a:round/>
              <a:headEnd/>
              <a:tailEnd/>
            </a:ln>
            <a:effectLst/>
          </p:spPr>
          <p:txBody>
            <a:bodyPr wrap="none" lIns="90000" tIns="45000" rIns="90000" bIns="45000">
              <a:spAutoFit/>
            </a:bodyPr>
            <a:lstStyle/>
            <a:p>
              <a:pPr algn="ctr" eaLnBrk="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2000" b="1">
                  <a:solidFill>
                    <a:srgbClr val="FF0000"/>
                  </a:solidFill>
                  <a:latin typeface="Calibri" pitchFamily="32" charset="0"/>
                </a:rPr>
                <a:t>Primary Pollutants</a:t>
              </a:r>
            </a:p>
          </p:txBody>
        </p:sp>
        <p:sp>
          <p:nvSpPr>
            <p:cNvPr id="12292" name="Rectangle 4"/>
            <p:cNvSpPr>
              <a:spLocks noChangeArrowheads="1"/>
            </p:cNvSpPr>
            <p:nvPr/>
          </p:nvSpPr>
          <p:spPr bwMode="auto">
            <a:xfrm>
              <a:off x="4222" y="992"/>
              <a:ext cx="1486" cy="248"/>
            </a:xfrm>
            <a:prstGeom prst="rect">
              <a:avLst/>
            </a:prstGeom>
            <a:noFill/>
            <a:ln w="9525" cap="flat">
              <a:noFill/>
              <a:round/>
              <a:headEnd/>
              <a:tailEnd/>
            </a:ln>
            <a:effectLst/>
          </p:spPr>
          <p:txBody>
            <a:bodyPr wrap="none" lIns="90000" tIns="45000" rIns="90000" bIns="45000">
              <a:spAutoFit/>
            </a:bodyPr>
            <a:lstStyle/>
            <a:p>
              <a:pPr algn="ctr" eaLnBrk="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2000">
                  <a:solidFill>
                    <a:srgbClr val="FF0000"/>
                  </a:solidFill>
                  <a:latin typeface="Calibri" pitchFamily="32" charset="0"/>
                </a:rPr>
                <a:t>Secondary Pollutants</a:t>
              </a:r>
            </a:p>
          </p:txBody>
        </p:sp>
        <p:sp>
          <p:nvSpPr>
            <p:cNvPr id="12293" name="Rectangle 5"/>
            <p:cNvSpPr>
              <a:spLocks noChangeArrowheads="1"/>
            </p:cNvSpPr>
            <p:nvPr/>
          </p:nvSpPr>
          <p:spPr bwMode="auto">
            <a:xfrm>
              <a:off x="1928" y="2553"/>
              <a:ext cx="630" cy="248"/>
            </a:xfrm>
            <a:prstGeom prst="rect">
              <a:avLst/>
            </a:prstGeom>
            <a:noFill/>
            <a:ln w="9525" cap="flat">
              <a:noFill/>
              <a:round/>
              <a:headEnd/>
              <a:tailEnd/>
            </a:ln>
            <a:effectLst/>
          </p:spPr>
          <p:txBody>
            <a:bodyPr wrap="none" lIns="90000" tIns="45000" rIns="90000" bIns="45000">
              <a:spAutoFit/>
            </a:bodyPr>
            <a:lstStyle/>
            <a:p>
              <a:pPr algn="ctr" eaLnBrk="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2000" b="1">
                  <a:solidFill>
                    <a:srgbClr val="632523"/>
                  </a:solidFill>
                  <a:latin typeface="Calibri" pitchFamily="32" charset="0"/>
                </a:rPr>
                <a:t>Sources</a:t>
              </a:r>
            </a:p>
          </p:txBody>
        </p:sp>
        <p:sp>
          <p:nvSpPr>
            <p:cNvPr id="12294" name="Rectangle 6"/>
            <p:cNvSpPr>
              <a:spLocks noChangeArrowheads="1"/>
            </p:cNvSpPr>
            <p:nvPr/>
          </p:nvSpPr>
          <p:spPr bwMode="auto">
            <a:xfrm>
              <a:off x="581" y="2456"/>
              <a:ext cx="614" cy="248"/>
            </a:xfrm>
            <a:prstGeom prst="rect">
              <a:avLst/>
            </a:prstGeom>
            <a:noFill/>
            <a:ln w="9525" cap="flat">
              <a:noFill/>
              <a:round/>
              <a:headEnd/>
              <a:tailEnd/>
            </a:ln>
            <a:effectLst/>
          </p:spPr>
          <p:txBody>
            <a:bodyPr wrap="none" lIns="90000" tIns="45000" rIns="90000" bIns="45000">
              <a:spAutoFit/>
            </a:bodyPr>
            <a:lstStyle/>
            <a:p>
              <a:pPr algn="ctr" eaLnBrk="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2000" b="1">
                  <a:solidFill>
                    <a:srgbClr val="632523"/>
                  </a:solidFill>
                  <a:latin typeface="Calibri" pitchFamily="32" charset="0"/>
                </a:rPr>
                <a:t>Natural</a:t>
              </a:r>
            </a:p>
          </p:txBody>
        </p:sp>
        <p:sp>
          <p:nvSpPr>
            <p:cNvPr id="12295" name="Rectangle 7"/>
            <p:cNvSpPr>
              <a:spLocks noChangeArrowheads="1"/>
            </p:cNvSpPr>
            <p:nvPr/>
          </p:nvSpPr>
          <p:spPr bwMode="auto">
            <a:xfrm>
              <a:off x="3427" y="2553"/>
              <a:ext cx="801" cy="248"/>
            </a:xfrm>
            <a:prstGeom prst="rect">
              <a:avLst/>
            </a:prstGeom>
            <a:noFill/>
            <a:ln w="9525" cap="flat">
              <a:noFill/>
              <a:round/>
              <a:headEnd/>
              <a:tailEnd/>
            </a:ln>
            <a:effectLst/>
          </p:spPr>
          <p:txBody>
            <a:bodyPr wrap="none" lIns="90000" tIns="45000" rIns="90000" bIns="45000">
              <a:spAutoFit/>
            </a:bodyPr>
            <a:lstStyle/>
            <a:p>
              <a:pPr algn="ctr" eaLnBrk="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2000" b="1">
                  <a:solidFill>
                    <a:srgbClr val="632523"/>
                  </a:solidFill>
                  <a:latin typeface="Calibri" pitchFamily="32" charset="0"/>
                </a:rPr>
                <a:t>Stationary</a:t>
              </a:r>
            </a:p>
          </p:txBody>
        </p:sp>
        <p:sp>
          <p:nvSpPr>
            <p:cNvPr id="12296" name="Rectangle 8"/>
            <p:cNvSpPr>
              <a:spLocks noChangeArrowheads="1"/>
            </p:cNvSpPr>
            <p:nvPr/>
          </p:nvSpPr>
          <p:spPr bwMode="auto">
            <a:xfrm>
              <a:off x="2319" y="924"/>
              <a:ext cx="306" cy="248"/>
            </a:xfrm>
            <a:prstGeom prst="rect">
              <a:avLst/>
            </a:prstGeom>
            <a:noFill/>
            <a:ln w="9525" cap="flat">
              <a:noFill/>
              <a:round/>
              <a:headEnd/>
              <a:tailEnd/>
            </a:ln>
            <a:effectLst/>
          </p:spPr>
          <p:txBody>
            <a:bodyPr wrap="none" lIns="90000" tIns="45000" rIns="90000" bIns="45000">
              <a:spAutoFit/>
            </a:bodyPr>
            <a:lstStyle/>
            <a:p>
              <a:pPr algn="ctr" eaLnBrk="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2000" b="1">
                  <a:solidFill>
                    <a:srgbClr val="632523"/>
                  </a:solidFill>
                  <a:latin typeface="Calibri" pitchFamily="32" charset="0"/>
                </a:rPr>
                <a:t>CO</a:t>
              </a:r>
            </a:p>
          </p:txBody>
        </p:sp>
        <p:sp>
          <p:nvSpPr>
            <p:cNvPr id="12297" name="Rectangle 9"/>
            <p:cNvSpPr>
              <a:spLocks noChangeArrowheads="1"/>
            </p:cNvSpPr>
            <p:nvPr/>
          </p:nvSpPr>
          <p:spPr bwMode="auto">
            <a:xfrm>
              <a:off x="2752" y="924"/>
              <a:ext cx="353" cy="274"/>
            </a:xfrm>
            <a:prstGeom prst="rect">
              <a:avLst/>
            </a:prstGeom>
            <a:noFill/>
            <a:ln w="9525" cap="flat">
              <a:noFill/>
              <a:round/>
              <a:headEnd/>
              <a:tailEnd/>
            </a:ln>
            <a:effectLst/>
          </p:spPr>
          <p:txBody>
            <a:bodyPr wrap="none" lIns="90000" tIns="45000" rIns="90000" bIns="45000">
              <a:spAutoFit/>
            </a:bodyPr>
            <a:lstStyle/>
            <a:p>
              <a:pPr algn="ctr" eaLnBrk="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2000" b="1">
                  <a:solidFill>
                    <a:srgbClr val="632523"/>
                  </a:solidFill>
                  <a:latin typeface="Calibri" pitchFamily="32" charset="0"/>
                </a:rPr>
                <a:t>CO</a:t>
              </a:r>
              <a:r>
                <a:rPr lang="en-IN" sz="2000" b="1" baseline="-25000">
                  <a:solidFill>
                    <a:srgbClr val="632523"/>
                  </a:solidFill>
                  <a:latin typeface="Calibri" pitchFamily="32" charset="0"/>
                </a:rPr>
                <a:t>2</a:t>
              </a:r>
            </a:p>
          </p:txBody>
        </p:sp>
        <p:sp>
          <p:nvSpPr>
            <p:cNvPr id="12298" name="Rectangle 10"/>
            <p:cNvSpPr>
              <a:spLocks noChangeArrowheads="1"/>
            </p:cNvSpPr>
            <p:nvPr/>
          </p:nvSpPr>
          <p:spPr bwMode="auto">
            <a:xfrm>
              <a:off x="2077" y="1150"/>
              <a:ext cx="344" cy="274"/>
            </a:xfrm>
            <a:prstGeom prst="rect">
              <a:avLst/>
            </a:prstGeom>
            <a:noFill/>
            <a:ln w="9525" cap="flat">
              <a:noFill/>
              <a:round/>
              <a:headEnd/>
              <a:tailEnd/>
            </a:ln>
            <a:effectLst/>
          </p:spPr>
          <p:txBody>
            <a:bodyPr wrap="none" lIns="90000" tIns="45000" rIns="90000" bIns="45000">
              <a:spAutoFit/>
            </a:bodyPr>
            <a:lstStyle/>
            <a:p>
              <a:pPr algn="ctr" eaLnBrk="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2000" b="1">
                  <a:solidFill>
                    <a:srgbClr val="632523"/>
                  </a:solidFill>
                  <a:latin typeface="Calibri" pitchFamily="32" charset="0"/>
                </a:rPr>
                <a:t>SO</a:t>
              </a:r>
              <a:r>
                <a:rPr lang="en-IN" sz="2000" b="1" baseline="-25000">
                  <a:solidFill>
                    <a:srgbClr val="632523"/>
                  </a:solidFill>
                  <a:latin typeface="Calibri" pitchFamily="32" charset="0"/>
                </a:rPr>
                <a:t>2</a:t>
              </a:r>
            </a:p>
          </p:txBody>
        </p:sp>
        <p:sp>
          <p:nvSpPr>
            <p:cNvPr id="12299" name="Rectangle 11"/>
            <p:cNvSpPr>
              <a:spLocks noChangeArrowheads="1"/>
            </p:cNvSpPr>
            <p:nvPr/>
          </p:nvSpPr>
          <p:spPr bwMode="auto">
            <a:xfrm>
              <a:off x="2548" y="1150"/>
              <a:ext cx="327" cy="248"/>
            </a:xfrm>
            <a:prstGeom prst="rect">
              <a:avLst/>
            </a:prstGeom>
            <a:noFill/>
            <a:ln w="9525" cap="flat">
              <a:noFill/>
              <a:round/>
              <a:headEnd/>
              <a:tailEnd/>
            </a:ln>
            <a:effectLst/>
          </p:spPr>
          <p:txBody>
            <a:bodyPr wrap="none" lIns="90000" tIns="45000" rIns="90000" bIns="45000">
              <a:spAutoFit/>
            </a:bodyPr>
            <a:lstStyle/>
            <a:p>
              <a:pPr algn="ctr" eaLnBrk="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2000" b="1">
                  <a:solidFill>
                    <a:srgbClr val="632523"/>
                  </a:solidFill>
                  <a:latin typeface="Calibri" pitchFamily="32" charset="0"/>
                </a:rPr>
                <a:t>NO</a:t>
              </a:r>
            </a:p>
          </p:txBody>
        </p:sp>
        <p:sp>
          <p:nvSpPr>
            <p:cNvPr id="12300" name="Rectangle 12"/>
            <p:cNvSpPr>
              <a:spLocks noChangeArrowheads="1"/>
            </p:cNvSpPr>
            <p:nvPr/>
          </p:nvSpPr>
          <p:spPr bwMode="auto">
            <a:xfrm>
              <a:off x="3006" y="1150"/>
              <a:ext cx="374" cy="274"/>
            </a:xfrm>
            <a:prstGeom prst="rect">
              <a:avLst/>
            </a:prstGeom>
            <a:noFill/>
            <a:ln w="9525" cap="flat">
              <a:noFill/>
              <a:round/>
              <a:headEnd/>
              <a:tailEnd/>
            </a:ln>
            <a:effectLst/>
          </p:spPr>
          <p:txBody>
            <a:bodyPr wrap="none" lIns="90000" tIns="45000" rIns="90000" bIns="45000">
              <a:spAutoFit/>
            </a:bodyPr>
            <a:lstStyle/>
            <a:p>
              <a:pPr algn="ctr" eaLnBrk="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2000" b="1">
                  <a:solidFill>
                    <a:srgbClr val="632523"/>
                  </a:solidFill>
                  <a:latin typeface="Calibri" pitchFamily="32" charset="0"/>
                </a:rPr>
                <a:t>NO</a:t>
              </a:r>
              <a:r>
                <a:rPr lang="en-IN" sz="2000" b="1" baseline="-25000">
                  <a:solidFill>
                    <a:srgbClr val="632523"/>
                  </a:solidFill>
                  <a:latin typeface="Calibri" pitchFamily="32" charset="0"/>
                </a:rPr>
                <a:t>2</a:t>
              </a:r>
            </a:p>
          </p:txBody>
        </p:sp>
        <p:sp>
          <p:nvSpPr>
            <p:cNvPr id="12301" name="Rectangle 13"/>
            <p:cNvSpPr>
              <a:spLocks noChangeArrowheads="1"/>
            </p:cNvSpPr>
            <p:nvPr/>
          </p:nvSpPr>
          <p:spPr bwMode="auto">
            <a:xfrm>
              <a:off x="2031" y="1398"/>
              <a:ext cx="1414" cy="248"/>
            </a:xfrm>
            <a:prstGeom prst="rect">
              <a:avLst/>
            </a:prstGeom>
            <a:noFill/>
            <a:ln w="9525" cap="flat">
              <a:noFill/>
              <a:round/>
              <a:headEnd/>
              <a:tailEnd/>
            </a:ln>
            <a:effectLst/>
          </p:spPr>
          <p:txBody>
            <a:bodyPr wrap="none" lIns="90000" tIns="45000" rIns="90000" bIns="45000">
              <a:spAutoFit/>
            </a:bodyPr>
            <a:lstStyle/>
            <a:p>
              <a:pPr algn="ctr" eaLnBrk="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2000" b="1">
                  <a:solidFill>
                    <a:srgbClr val="632523"/>
                  </a:solidFill>
                  <a:latin typeface="Calibri" pitchFamily="32" charset="0"/>
                </a:rPr>
                <a:t>Most hydrocarbons</a:t>
              </a:r>
            </a:p>
          </p:txBody>
        </p:sp>
        <p:sp>
          <p:nvSpPr>
            <p:cNvPr id="12302" name="Rectangle 14"/>
            <p:cNvSpPr>
              <a:spLocks noChangeArrowheads="1"/>
            </p:cNvSpPr>
            <p:nvPr/>
          </p:nvSpPr>
          <p:spPr bwMode="auto">
            <a:xfrm>
              <a:off x="2128" y="1630"/>
              <a:ext cx="1218" cy="440"/>
            </a:xfrm>
            <a:prstGeom prst="rect">
              <a:avLst/>
            </a:prstGeom>
            <a:noFill/>
            <a:ln w="9525" cap="flat">
              <a:noFill/>
              <a:round/>
              <a:headEnd/>
              <a:tailEnd/>
            </a:ln>
            <a:effectLst/>
          </p:spPr>
          <p:txBody>
            <a:bodyPr wrap="none" lIns="90000" tIns="45000" rIns="90000" bIns="45000">
              <a:spAutoFit/>
            </a:bodyPr>
            <a:lstStyle/>
            <a:p>
              <a:pPr algn="ctr" eaLnBrk="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2000" b="1">
                  <a:solidFill>
                    <a:srgbClr val="632523"/>
                  </a:solidFill>
                  <a:latin typeface="Calibri" pitchFamily="32" charset="0"/>
                </a:rPr>
                <a:t>Most suspended</a:t>
              </a:r>
            </a:p>
            <a:p>
              <a:pPr algn="ctr" eaLnBrk="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2000" b="1">
                  <a:solidFill>
                    <a:srgbClr val="632523"/>
                  </a:solidFill>
                  <a:latin typeface="Calibri" pitchFamily="32" charset="0"/>
                </a:rPr>
                <a:t>particles</a:t>
              </a:r>
            </a:p>
          </p:txBody>
        </p:sp>
        <p:sp>
          <p:nvSpPr>
            <p:cNvPr id="12303" name="Rectangle 15"/>
            <p:cNvSpPr>
              <a:spLocks noChangeArrowheads="1"/>
            </p:cNvSpPr>
            <p:nvPr/>
          </p:nvSpPr>
          <p:spPr bwMode="auto">
            <a:xfrm>
              <a:off x="4712" y="1192"/>
              <a:ext cx="340" cy="274"/>
            </a:xfrm>
            <a:prstGeom prst="rect">
              <a:avLst/>
            </a:prstGeom>
            <a:noFill/>
            <a:ln w="9525" cap="flat">
              <a:noFill/>
              <a:round/>
              <a:headEnd/>
              <a:tailEnd/>
            </a:ln>
            <a:effectLst/>
          </p:spPr>
          <p:txBody>
            <a:bodyPr wrap="none" lIns="90000" tIns="45000" rIns="90000" bIns="45000">
              <a:spAutoFit/>
            </a:bodyPr>
            <a:lstStyle/>
            <a:p>
              <a:pPr algn="ctr" eaLnBrk="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2000">
                  <a:solidFill>
                    <a:srgbClr val="632523"/>
                  </a:solidFill>
                  <a:latin typeface="Calibri" pitchFamily="32" charset="0"/>
                </a:rPr>
                <a:t>SO</a:t>
              </a:r>
              <a:r>
                <a:rPr lang="en-IN" sz="2000" baseline="-25000">
                  <a:solidFill>
                    <a:srgbClr val="632523"/>
                  </a:solidFill>
                  <a:latin typeface="Calibri" pitchFamily="32" charset="0"/>
                </a:rPr>
                <a:t>3</a:t>
              </a:r>
            </a:p>
          </p:txBody>
        </p:sp>
        <p:sp>
          <p:nvSpPr>
            <p:cNvPr id="12304" name="Rectangle 16"/>
            <p:cNvSpPr>
              <a:spLocks noChangeArrowheads="1"/>
            </p:cNvSpPr>
            <p:nvPr/>
          </p:nvSpPr>
          <p:spPr bwMode="auto">
            <a:xfrm>
              <a:off x="4370" y="1425"/>
              <a:ext cx="470" cy="274"/>
            </a:xfrm>
            <a:prstGeom prst="rect">
              <a:avLst/>
            </a:prstGeom>
            <a:noFill/>
            <a:ln w="9525" cap="flat">
              <a:noFill/>
              <a:round/>
              <a:headEnd/>
              <a:tailEnd/>
            </a:ln>
            <a:effectLst/>
          </p:spPr>
          <p:txBody>
            <a:bodyPr wrap="none" lIns="90000" tIns="45000" rIns="90000" bIns="45000">
              <a:spAutoFit/>
            </a:bodyPr>
            <a:lstStyle/>
            <a:p>
              <a:pPr algn="ctr" eaLnBrk="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2000">
                  <a:solidFill>
                    <a:srgbClr val="632523"/>
                  </a:solidFill>
                  <a:latin typeface="Calibri" pitchFamily="32" charset="0"/>
                </a:rPr>
                <a:t>HNO</a:t>
              </a:r>
              <a:r>
                <a:rPr lang="en-IN" sz="2000" baseline="-25000">
                  <a:solidFill>
                    <a:srgbClr val="632523"/>
                  </a:solidFill>
                  <a:latin typeface="Calibri" pitchFamily="32" charset="0"/>
                </a:rPr>
                <a:t>3</a:t>
              </a:r>
            </a:p>
          </p:txBody>
        </p:sp>
        <p:sp>
          <p:nvSpPr>
            <p:cNvPr id="12305" name="Rectangle 17"/>
            <p:cNvSpPr>
              <a:spLocks noChangeArrowheads="1"/>
            </p:cNvSpPr>
            <p:nvPr/>
          </p:nvSpPr>
          <p:spPr bwMode="auto">
            <a:xfrm>
              <a:off x="4979" y="1425"/>
              <a:ext cx="487" cy="274"/>
            </a:xfrm>
            <a:prstGeom prst="rect">
              <a:avLst/>
            </a:prstGeom>
            <a:noFill/>
            <a:ln w="9525" cap="flat">
              <a:noFill/>
              <a:round/>
              <a:headEnd/>
              <a:tailEnd/>
            </a:ln>
            <a:effectLst/>
          </p:spPr>
          <p:txBody>
            <a:bodyPr wrap="none" lIns="90000" tIns="45000" rIns="90000" bIns="45000">
              <a:spAutoFit/>
            </a:bodyPr>
            <a:lstStyle/>
            <a:p>
              <a:pPr algn="ctr" eaLnBrk="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2000">
                  <a:solidFill>
                    <a:srgbClr val="632523"/>
                  </a:solidFill>
                  <a:latin typeface="Calibri" pitchFamily="32" charset="0"/>
                </a:rPr>
                <a:t>H</a:t>
              </a:r>
              <a:r>
                <a:rPr lang="en-IN" sz="2000" baseline="-25000">
                  <a:solidFill>
                    <a:srgbClr val="632523"/>
                  </a:solidFill>
                  <a:latin typeface="Calibri" pitchFamily="32" charset="0"/>
                </a:rPr>
                <a:t>2</a:t>
              </a:r>
              <a:r>
                <a:rPr lang="en-IN" sz="2000">
                  <a:solidFill>
                    <a:srgbClr val="632523"/>
                  </a:solidFill>
                  <a:latin typeface="Calibri" pitchFamily="32" charset="0"/>
                </a:rPr>
                <a:t>SO</a:t>
              </a:r>
              <a:r>
                <a:rPr lang="en-IN" sz="2000" baseline="-25000">
                  <a:solidFill>
                    <a:srgbClr val="632523"/>
                  </a:solidFill>
                  <a:latin typeface="Calibri" pitchFamily="32" charset="0"/>
                </a:rPr>
                <a:t>4</a:t>
              </a:r>
            </a:p>
          </p:txBody>
        </p:sp>
        <p:sp>
          <p:nvSpPr>
            <p:cNvPr id="12306" name="Rectangle 18"/>
            <p:cNvSpPr>
              <a:spLocks noChangeArrowheads="1"/>
            </p:cNvSpPr>
            <p:nvPr/>
          </p:nvSpPr>
          <p:spPr bwMode="auto">
            <a:xfrm>
              <a:off x="4214" y="1674"/>
              <a:ext cx="413" cy="274"/>
            </a:xfrm>
            <a:prstGeom prst="rect">
              <a:avLst/>
            </a:prstGeom>
            <a:noFill/>
            <a:ln w="9525" cap="flat">
              <a:noFill/>
              <a:round/>
              <a:headEnd/>
              <a:tailEnd/>
            </a:ln>
            <a:effectLst/>
          </p:spPr>
          <p:txBody>
            <a:bodyPr wrap="none" lIns="90000" tIns="45000" rIns="90000" bIns="45000">
              <a:spAutoFit/>
            </a:bodyPr>
            <a:lstStyle/>
            <a:p>
              <a:pPr algn="ctr" eaLnBrk="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2000">
                  <a:solidFill>
                    <a:srgbClr val="632523"/>
                  </a:solidFill>
                  <a:latin typeface="Calibri" pitchFamily="32" charset="0"/>
                </a:rPr>
                <a:t>H</a:t>
              </a:r>
              <a:r>
                <a:rPr lang="en-IN" sz="2000" baseline="-25000">
                  <a:solidFill>
                    <a:srgbClr val="632523"/>
                  </a:solidFill>
                  <a:latin typeface="Calibri" pitchFamily="32" charset="0"/>
                </a:rPr>
                <a:t>2</a:t>
              </a:r>
              <a:r>
                <a:rPr lang="en-IN" sz="2000">
                  <a:solidFill>
                    <a:srgbClr val="632523"/>
                  </a:solidFill>
                  <a:latin typeface="Calibri" pitchFamily="32" charset="0"/>
                </a:rPr>
                <a:t>O</a:t>
              </a:r>
              <a:r>
                <a:rPr lang="en-IN" sz="2000" baseline="-25000">
                  <a:solidFill>
                    <a:srgbClr val="632523"/>
                  </a:solidFill>
                  <a:latin typeface="Calibri" pitchFamily="32" charset="0"/>
                </a:rPr>
                <a:t>2</a:t>
              </a:r>
            </a:p>
          </p:txBody>
        </p:sp>
        <p:sp>
          <p:nvSpPr>
            <p:cNvPr id="12307" name="Rectangle 19"/>
            <p:cNvSpPr>
              <a:spLocks noChangeArrowheads="1"/>
            </p:cNvSpPr>
            <p:nvPr/>
          </p:nvSpPr>
          <p:spPr bwMode="auto">
            <a:xfrm>
              <a:off x="4790" y="1674"/>
              <a:ext cx="266" cy="274"/>
            </a:xfrm>
            <a:prstGeom prst="rect">
              <a:avLst/>
            </a:prstGeom>
            <a:noFill/>
            <a:ln w="9525" cap="flat">
              <a:noFill/>
              <a:round/>
              <a:headEnd/>
              <a:tailEnd/>
            </a:ln>
            <a:effectLst/>
          </p:spPr>
          <p:txBody>
            <a:bodyPr wrap="none" lIns="90000" tIns="45000" rIns="90000" bIns="45000">
              <a:spAutoFit/>
            </a:bodyPr>
            <a:lstStyle/>
            <a:p>
              <a:pPr algn="ctr" eaLnBrk="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2000">
                  <a:solidFill>
                    <a:srgbClr val="632523"/>
                  </a:solidFill>
                  <a:latin typeface="Calibri" pitchFamily="32" charset="0"/>
                </a:rPr>
                <a:t>O</a:t>
              </a:r>
              <a:r>
                <a:rPr lang="en-IN" sz="2000" baseline="-25000">
                  <a:solidFill>
                    <a:srgbClr val="632523"/>
                  </a:solidFill>
                  <a:latin typeface="Calibri" pitchFamily="32" charset="0"/>
                </a:rPr>
                <a:t>3</a:t>
              </a:r>
            </a:p>
          </p:txBody>
        </p:sp>
        <p:sp>
          <p:nvSpPr>
            <p:cNvPr id="12308" name="Rectangle 20"/>
            <p:cNvSpPr>
              <a:spLocks noChangeArrowheads="1"/>
            </p:cNvSpPr>
            <p:nvPr/>
          </p:nvSpPr>
          <p:spPr bwMode="auto">
            <a:xfrm>
              <a:off x="5149" y="1674"/>
              <a:ext cx="113" cy="241"/>
            </a:xfrm>
            <a:prstGeom prst="rect">
              <a:avLst/>
            </a:prstGeom>
            <a:noFill/>
            <a:ln w="9525" cap="flat">
              <a:noFill/>
              <a:round/>
              <a:headEnd/>
              <a:tailEnd/>
            </a:ln>
            <a:effectLst/>
          </p:spPr>
          <p:txBody>
            <a:bodyPr wrap="none" anchor="ctr"/>
            <a:lstStyle/>
            <a:p>
              <a:endParaRPr lang="en-US"/>
            </a:p>
          </p:txBody>
        </p:sp>
        <p:sp>
          <p:nvSpPr>
            <p:cNvPr id="12309" name="Rectangle 21"/>
            <p:cNvSpPr>
              <a:spLocks noChangeArrowheads="1"/>
            </p:cNvSpPr>
            <p:nvPr/>
          </p:nvSpPr>
          <p:spPr bwMode="auto">
            <a:xfrm>
              <a:off x="3833" y="1949"/>
              <a:ext cx="451" cy="248"/>
            </a:xfrm>
            <a:prstGeom prst="rect">
              <a:avLst/>
            </a:prstGeom>
            <a:noFill/>
            <a:ln w="9525" cap="flat">
              <a:noFill/>
              <a:round/>
              <a:headEnd/>
              <a:tailEnd/>
            </a:ln>
            <a:effectLst/>
          </p:spPr>
          <p:txBody>
            <a:bodyPr wrap="none" lIns="90000" tIns="45000" rIns="90000" bIns="45000">
              <a:spAutoFit/>
            </a:bodyPr>
            <a:lstStyle/>
            <a:p>
              <a:pPr algn="ctr" eaLnBrk="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2000">
                  <a:solidFill>
                    <a:srgbClr val="000000"/>
                  </a:solidFill>
                  <a:latin typeface="Calibri" pitchFamily="32" charset="0"/>
                </a:rPr>
                <a:t>Most</a:t>
              </a:r>
            </a:p>
          </p:txBody>
        </p:sp>
        <p:sp>
          <p:nvSpPr>
            <p:cNvPr id="12310" name="Rectangle 22"/>
            <p:cNvSpPr>
              <a:spLocks noChangeArrowheads="1"/>
            </p:cNvSpPr>
            <p:nvPr/>
          </p:nvSpPr>
          <p:spPr bwMode="auto">
            <a:xfrm>
              <a:off x="4606" y="1934"/>
              <a:ext cx="359" cy="248"/>
            </a:xfrm>
            <a:prstGeom prst="rect">
              <a:avLst/>
            </a:prstGeom>
            <a:noFill/>
            <a:ln w="9525" cap="flat">
              <a:noFill/>
              <a:round/>
              <a:headEnd/>
              <a:tailEnd/>
            </a:ln>
            <a:effectLst/>
          </p:spPr>
          <p:txBody>
            <a:bodyPr wrap="none" lIns="90000" tIns="45000" rIns="90000" bIns="45000">
              <a:spAutoFit/>
            </a:bodyPr>
            <a:lstStyle/>
            <a:p>
              <a:pPr algn="ctr" eaLnBrk="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2000">
                  <a:solidFill>
                    <a:srgbClr val="632523"/>
                  </a:solidFill>
                  <a:latin typeface="Calibri" pitchFamily="32" charset="0"/>
                </a:rPr>
                <a:t>and</a:t>
              </a:r>
            </a:p>
          </p:txBody>
        </p:sp>
        <p:sp>
          <p:nvSpPr>
            <p:cNvPr id="12311" name="Rectangle 23"/>
            <p:cNvSpPr>
              <a:spLocks noChangeArrowheads="1"/>
            </p:cNvSpPr>
            <p:nvPr/>
          </p:nvSpPr>
          <p:spPr bwMode="auto">
            <a:xfrm>
              <a:off x="5350" y="1934"/>
              <a:ext cx="405" cy="248"/>
            </a:xfrm>
            <a:prstGeom prst="rect">
              <a:avLst/>
            </a:prstGeom>
            <a:noFill/>
            <a:ln w="9525" cap="flat">
              <a:noFill/>
              <a:round/>
              <a:headEnd/>
              <a:tailEnd/>
            </a:ln>
            <a:effectLst/>
          </p:spPr>
          <p:txBody>
            <a:bodyPr wrap="none" lIns="90000" tIns="45000" rIns="90000" bIns="45000">
              <a:spAutoFit/>
            </a:bodyPr>
            <a:lstStyle/>
            <a:p>
              <a:pPr algn="ctr" eaLnBrk="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2000">
                  <a:solidFill>
                    <a:srgbClr val="632523"/>
                  </a:solidFill>
                  <a:latin typeface="Calibri" pitchFamily="32" charset="0"/>
                </a:rPr>
                <a:t>salts</a:t>
              </a:r>
            </a:p>
          </p:txBody>
        </p:sp>
        <p:sp>
          <p:nvSpPr>
            <p:cNvPr id="12312" name="Rectangle 24"/>
            <p:cNvSpPr>
              <a:spLocks noChangeArrowheads="1"/>
            </p:cNvSpPr>
            <p:nvPr/>
          </p:nvSpPr>
          <p:spPr bwMode="auto">
            <a:xfrm>
              <a:off x="4198" y="1951"/>
              <a:ext cx="370" cy="274"/>
            </a:xfrm>
            <a:prstGeom prst="rect">
              <a:avLst/>
            </a:prstGeom>
            <a:noFill/>
            <a:ln w="9525" cap="flat">
              <a:noFill/>
              <a:round/>
              <a:headEnd/>
              <a:tailEnd/>
            </a:ln>
            <a:effectLst/>
          </p:spPr>
          <p:txBody>
            <a:bodyPr wrap="none" lIns="90000" tIns="45000" rIns="90000" bIns="45000">
              <a:spAutoFit/>
            </a:bodyPr>
            <a:lstStyle/>
            <a:p>
              <a:pPr algn="ctr" eaLnBrk="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2000">
                  <a:solidFill>
                    <a:srgbClr val="632523"/>
                  </a:solidFill>
                  <a:latin typeface="Calibri" pitchFamily="32" charset="0"/>
                </a:rPr>
                <a:t>NO</a:t>
              </a:r>
              <a:r>
                <a:rPr lang="en-IN" sz="2000" baseline="-25000">
                  <a:solidFill>
                    <a:srgbClr val="632523"/>
                  </a:solidFill>
                  <a:latin typeface="Calibri" pitchFamily="32" charset="0"/>
                </a:rPr>
                <a:t>3</a:t>
              </a:r>
            </a:p>
          </p:txBody>
        </p:sp>
        <p:sp>
          <p:nvSpPr>
            <p:cNvPr id="12313" name="Rectangle 25"/>
            <p:cNvSpPr>
              <a:spLocks noChangeArrowheads="1"/>
            </p:cNvSpPr>
            <p:nvPr/>
          </p:nvSpPr>
          <p:spPr bwMode="auto">
            <a:xfrm>
              <a:off x="4452" y="1965"/>
              <a:ext cx="159" cy="248"/>
            </a:xfrm>
            <a:prstGeom prst="rect">
              <a:avLst/>
            </a:prstGeom>
            <a:noFill/>
            <a:ln w="9525" cap="flat">
              <a:noFill/>
              <a:round/>
              <a:headEnd/>
              <a:tailEnd/>
            </a:ln>
            <a:effectLst/>
          </p:spPr>
          <p:txBody>
            <a:bodyPr wrap="none" lIns="90000" tIns="45000" rIns="90000" bIns="45000">
              <a:spAutoFit/>
            </a:bodyPr>
            <a:lstStyle/>
            <a:p>
              <a:pPr algn="ctr" eaLnBrk="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2000" baseline="30000">
                  <a:solidFill>
                    <a:srgbClr val="632523"/>
                  </a:solidFill>
                  <a:latin typeface="Calibri" pitchFamily="32" charset="0"/>
                </a:rPr>
                <a:t>–</a:t>
              </a:r>
            </a:p>
          </p:txBody>
        </p:sp>
        <p:sp>
          <p:nvSpPr>
            <p:cNvPr id="12314" name="Rectangle 26"/>
            <p:cNvSpPr>
              <a:spLocks noChangeArrowheads="1"/>
            </p:cNvSpPr>
            <p:nvPr/>
          </p:nvSpPr>
          <p:spPr bwMode="auto">
            <a:xfrm>
              <a:off x="1892" y="2360"/>
              <a:ext cx="585" cy="248"/>
            </a:xfrm>
            <a:prstGeom prst="rect">
              <a:avLst/>
            </a:prstGeom>
            <a:noFill/>
            <a:ln w="9525" cap="flat">
              <a:noFill/>
              <a:round/>
              <a:headEnd/>
              <a:tailEnd/>
            </a:ln>
            <a:effectLst/>
          </p:spPr>
          <p:txBody>
            <a:bodyPr wrap="none" lIns="90000" tIns="45000" rIns="90000" bIns="45000">
              <a:spAutoFit/>
            </a:bodyPr>
            <a:lstStyle/>
            <a:p>
              <a:pPr algn="ctr" eaLnBrk="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2000" b="1">
                  <a:solidFill>
                    <a:srgbClr val="632523"/>
                  </a:solidFill>
                  <a:latin typeface="Calibri" pitchFamily="32" charset="0"/>
                </a:rPr>
                <a:t>Mobile</a:t>
              </a:r>
            </a:p>
          </p:txBody>
        </p:sp>
        <p:sp>
          <p:nvSpPr>
            <p:cNvPr id="12315" name="Rectangle 27"/>
            <p:cNvSpPr>
              <a:spLocks noChangeArrowheads="1"/>
            </p:cNvSpPr>
            <p:nvPr/>
          </p:nvSpPr>
          <p:spPr bwMode="auto">
            <a:xfrm>
              <a:off x="4951" y="1947"/>
              <a:ext cx="340" cy="274"/>
            </a:xfrm>
            <a:prstGeom prst="rect">
              <a:avLst/>
            </a:prstGeom>
            <a:noFill/>
            <a:ln w="9525" cap="flat">
              <a:noFill/>
              <a:round/>
              <a:headEnd/>
              <a:tailEnd/>
            </a:ln>
            <a:effectLst/>
          </p:spPr>
          <p:txBody>
            <a:bodyPr wrap="none" lIns="90000" tIns="45000" rIns="90000" bIns="45000">
              <a:spAutoFit/>
            </a:bodyPr>
            <a:lstStyle/>
            <a:p>
              <a:pPr algn="ctr" eaLnBrk="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2000">
                  <a:solidFill>
                    <a:srgbClr val="632523"/>
                  </a:solidFill>
                  <a:latin typeface="Calibri" pitchFamily="32" charset="0"/>
                </a:rPr>
                <a:t>SO</a:t>
              </a:r>
              <a:r>
                <a:rPr lang="en-IN" sz="2000" baseline="-25000">
                  <a:solidFill>
                    <a:srgbClr val="632523"/>
                  </a:solidFill>
                  <a:latin typeface="Calibri" pitchFamily="32" charset="0"/>
                </a:rPr>
                <a:t>4</a:t>
              </a:r>
            </a:p>
          </p:txBody>
        </p:sp>
        <p:sp>
          <p:nvSpPr>
            <p:cNvPr id="12316" name="Rectangle 28"/>
            <p:cNvSpPr>
              <a:spLocks noChangeArrowheads="1"/>
            </p:cNvSpPr>
            <p:nvPr/>
          </p:nvSpPr>
          <p:spPr bwMode="auto">
            <a:xfrm>
              <a:off x="5155" y="1898"/>
              <a:ext cx="160" cy="274"/>
            </a:xfrm>
            <a:prstGeom prst="rect">
              <a:avLst/>
            </a:prstGeom>
            <a:noFill/>
            <a:ln w="9525" cap="flat">
              <a:noFill/>
              <a:round/>
              <a:headEnd/>
              <a:tailEnd/>
            </a:ln>
            <a:effectLst/>
          </p:spPr>
          <p:txBody>
            <a:bodyPr wrap="none" lIns="90000" tIns="45000" rIns="90000" bIns="45000">
              <a:spAutoFit/>
            </a:bodyPr>
            <a:lstStyle/>
            <a:p>
              <a:pPr algn="ctr" eaLnBrk="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2000" baseline="-25000">
                  <a:solidFill>
                    <a:srgbClr val="632523"/>
                  </a:solidFill>
                  <a:latin typeface="Calibri" pitchFamily="32" charset="0"/>
                </a:rPr>
                <a:t>2</a:t>
              </a:r>
            </a:p>
          </p:txBody>
        </p:sp>
        <p:sp>
          <p:nvSpPr>
            <p:cNvPr id="12317" name="Rectangle 29"/>
            <p:cNvSpPr>
              <a:spLocks noChangeArrowheads="1"/>
            </p:cNvSpPr>
            <p:nvPr/>
          </p:nvSpPr>
          <p:spPr bwMode="auto">
            <a:xfrm>
              <a:off x="5225" y="1914"/>
              <a:ext cx="176" cy="209"/>
            </a:xfrm>
            <a:prstGeom prst="rect">
              <a:avLst/>
            </a:prstGeom>
            <a:noFill/>
            <a:ln w="9525" cap="flat">
              <a:noFill/>
              <a:round/>
              <a:headEnd/>
              <a:tailEnd/>
            </a:ln>
            <a:effectLst/>
          </p:spPr>
          <p:txBody>
            <a:bodyPr wrap="none" lIns="90000" tIns="45000" rIns="90000" bIns="45000">
              <a:spAutoFit/>
            </a:bodyPr>
            <a:lstStyle/>
            <a:p>
              <a:pPr algn="ctr" eaLnBrk="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600">
                  <a:solidFill>
                    <a:srgbClr val="632523"/>
                  </a:solidFill>
                  <a:latin typeface="Calibri" pitchFamily="32" charset="0"/>
                </a:rPr>
                <a:t>–</a:t>
              </a:r>
            </a:p>
          </p:txBody>
        </p:sp>
      </p:grpSp>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Text Box 1"/>
          <p:cNvSpPr txBox="1">
            <a:spLocks noChangeArrowheads="1"/>
          </p:cNvSpPr>
          <p:nvPr/>
        </p:nvSpPr>
        <p:spPr bwMode="auto">
          <a:xfrm>
            <a:off x="457200" y="274638"/>
            <a:ext cx="8229600" cy="1143000"/>
          </a:xfrm>
          <a:prstGeom prst="rect">
            <a:avLst/>
          </a:prstGeom>
          <a:noFill/>
          <a:ln w="9525" cap="flat">
            <a:noFill/>
            <a:round/>
            <a:headEnd/>
            <a:tailEnd/>
          </a:ln>
          <a:effectLst/>
        </p:spPr>
        <p:txBody>
          <a:bodyPr anchor="ctr"/>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a:solidFill>
                  <a:srgbClr val="C3D69B"/>
                </a:solidFill>
                <a:latin typeface="Bahnschrift Light" pitchFamily="32" charset="0"/>
              </a:rPr>
              <a:t>Air Pollution</a:t>
            </a:r>
          </a:p>
        </p:txBody>
      </p:sp>
      <p:sp>
        <p:nvSpPr>
          <p:cNvPr id="13314" name="Text Box 2"/>
          <p:cNvSpPr txBox="1">
            <a:spLocks noChangeArrowheads="1"/>
          </p:cNvSpPr>
          <p:nvPr/>
        </p:nvSpPr>
        <p:spPr bwMode="auto">
          <a:xfrm>
            <a:off x="285720" y="1714488"/>
            <a:ext cx="8572560" cy="4522800"/>
          </a:xfrm>
          <a:prstGeom prst="rect">
            <a:avLst/>
          </a:prstGeom>
          <a:noFill/>
          <a:ln w="9525" cap="flat">
            <a:noFill/>
            <a:round/>
            <a:headEnd/>
            <a:tailEnd/>
          </a:ln>
          <a:effectLst/>
        </p:spPr>
        <p:txBody>
          <a:bodyPr/>
          <a:lstStyle/>
          <a:p>
            <a:pPr marL="339725" indent="-339725" eaLnBrk="1" hangingPunct="1">
              <a:lnSpc>
                <a:spcPct val="80000"/>
              </a:lnSpc>
              <a:spcBef>
                <a:spcPts val="625"/>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400" dirty="0">
                <a:solidFill>
                  <a:srgbClr val="003E07"/>
                </a:solidFill>
                <a:latin typeface="Bahnschrift" pitchFamily="32" charset="0"/>
              </a:rPr>
              <a:t>Major Air Pollutants</a:t>
            </a:r>
          </a:p>
          <a:p>
            <a:pPr marL="739775" lvl="1" indent="-282575" eaLnBrk="1" hangingPunct="1">
              <a:lnSpc>
                <a:spcPct val="80000"/>
              </a:lnSpc>
              <a:spcBef>
                <a:spcPts val="5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000" dirty="0">
                <a:solidFill>
                  <a:srgbClr val="4F6228"/>
                </a:solidFill>
                <a:latin typeface="Bahnschrift" pitchFamily="32" charset="0"/>
              </a:rPr>
              <a:t>Carbon Monoxide</a:t>
            </a:r>
          </a:p>
          <a:p>
            <a:pPr lvl="2" eaLnBrk="1" hangingPunct="1">
              <a:lnSpc>
                <a:spcPct val="80000"/>
              </a:lnSpc>
              <a:spcBef>
                <a:spcPts val="475"/>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dirty="0">
                <a:solidFill>
                  <a:srgbClr val="77933C"/>
                </a:solidFill>
                <a:latin typeface="Bahnschrift" pitchFamily="32" charset="0"/>
                <a:cs typeface="Times New Roman" pitchFamily="16" charset="0"/>
              </a:rPr>
              <a:t>Product by incomplete combustion of fuel such as natural gas, coal or wood. Vehicular exhaust is a major source of carbon monoxide.</a:t>
            </a:r>
          </a:p>
          <a:p>
            <a:pPr lvl="2" eaLnBrk="1" hangingPunct="1">
              <a:lnSpc>
                <a:spcPct val="80000"/>
              </a:lnSpc>
              <a:spcBef>
                <a:spcPts val="475"/>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dirty="0">
                <a:solidFill>
                  <a:srgbClr val="77933C"/>
                </a:solidFill>
                <a:latin typeface="Bahnschrift" pitchFamily="32" charset="0"/>
                <a:cs typeface="Times New Roman" pitchFamily="16" charset="0"/>
              </a:rPr>
              <a:t>Causes </a:t>
            </a:r>
            <a:r>
              <a:rPr lang="en-US" dirty="0" err="1">
                <a:solidFill>
                  <a:srgbClr val="77933C"/>
                </a:solidFill>
                <a:latin typeface="Bahnschrift" pitchFamily="32" charset="0"/>
                <a:cs typeface="Times New Roman" pitchFamily="16" charset="0"/>
              </a:rPr>
              <a:t>carboxyhaemoglobin</a:t>
            </a:r>
            <a:endParaRPr lang="en-US" dirty="0">
              <a:solidFill>
                <a:srgbClr val="77933C"/>
              </a:solidFill>
              <a:latin typeface="Bahnschrift" pitchFamily="32" charset="0"/>
              <a:cs typeface="Times New Roman" pitchFamily="16" charset="0"/>
            </a:endParaRPr>
          </a:p>
          <a:p>
            <a:pPr marL="739775" lvl="1" indent="-282575" eaLnBrk="1" hangingPunct="1">
              <a:lnSpc>
                <a:spcPct val="80000"/>
              </a:lnSpc>
              <a:spcBef>
                <a:spcPts val="5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000" dirty="0">
                <a:solidFill>
                  <a:srgbClr val="4F6228"/>
                </a:solidFill>
                <a:latin typeface="Bahnschrift" pitchFamily="32" charset="0"/>
              </a:rPr>
              <a:t>Carbon Dioxide</a:t>
            </a:r>
          </a:p>
          <a:p>
            <a:pPr lvl="2" eaLnBrk="1" hangingPunct="1">
              <a:lnSpc>
                <a:spcPct val="80000"/>
              </a:lnSpc>
              <a:spcBef>
                <a:spcPts val="475"/>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dirty="0">
                <a:solidFill>
                  <a:srgbClr val="77933C"/>
                </a:solidFill>
                <a:latin typeface="Bahnschrift" pitchFamily="32" charset="0"/>
                <a:cs typeface="Times New Roman" pitchFamily="16" charset="0"/>
              </a:rPr>
              <a:t>A greenhouse gas emitted from combustion but is also a gas vital to living organisms. It is a natural gas in the atmosphere.</a:t>
            </a:r>
          </a:p>
          <a:p>
            <a:pPr marL="739775" lvl="1" indent="-282575" eaLnBrk="1" hangingPunct="1">
              <a:lnSpc>
                <a:spcPct val="80000"/>
              </a:lnSpc>
              <a:spcBef>
                <a:spcPts val="5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000" dirty="0">
                <a:solidFill>
                  <a:srgbClr val="4F6228"/>
                </a:solidFill>
                <a:latin typeface="Bahnschrift" pitchFamily="32" charset="0"/>
              </a:rPr>
              <a:t>CFCs</a:t>
            </a:r>
          </a:p>
          <a:p>
            <a:pPr lvl="2" eaLnBrk="1" hangingPunct="1">
              <a:lnSpc>
                <a:spcPct val="80000"/>
              </a:lnSpc>
              <a:spcBef>
                <a:spcPts val="475"/>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dirty="0">
                <a:solidFill>
                  <a:srgbClr val="77933C"/>
                </a:solidFill>
                <a:latin typeface="Bahnschrift" pitchFamily="32" charset="0"/>
                <a:cs typeface="Times New Roman" pitchFamily="16" charset="0"/>
              </a:rPr>
              <a:t>Source: Refrigerators, air conditioners, foam shaving cream, spray cans and cleaning solvents</a:t>
            </a:r>
          </a:p>
          <a:p>
            <a:pPr lvl="2" eaLnBrk="1" hangingPunct="1">
              <a:lnSpc>
                <a:spcPct val="80000"/>
              </a:lnSpc>
              <a:spcBef>
                <a:spcPts val="475"/>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dirty="0">
                <a:solidFill>
                  <a:srgbClr val="77933C"/>
                </a:solidFill>
                <a:latin typeface="Bahnschrift" pitchFamily="32" charset="0"/>
                <a:cs typeface="Times New Roman" pitchFamily="16" charset="0"/>
              </a:rPr>
              <a:t>Destroy ozone layer</a:t>
            </a:r>
          </a:p>
          <a:p>
            <a:pPr marL="739775" lvl="1" indent="-282575" eaLnBrk="1" hangingPunct="1">
              <a:lnSpc>
                <a:spcPct val="80000"/>
              </a:lnSpc>
              <a:spcBef>
                <a:spcPts val="5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000" dirty="0">
                <a:solidFill>
                  <a:srgbClr val="4F6228"/>
                </a:solidFill>
                <a:latin typeface="Bahnschrift" pitchFamily="32" charset="0"/>
              </a:rPr>
              <a:t>Ozone</a:t>
            </a:r>
          </a:p>
          <a:p>
            <a:pPr lvl="2" eaLnBrk="1" hangingPunct="1">
              <a:lnSpc>
                <a:spcPct val="80000"/>
              </a:lnSpc>
              <a:spcBef>
                <a:spcPts val="475"/>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dirty="0">
                <a:solidFill>
                  <a:srgbClr val="77933C"/>
                </a:solidFill>
                <a:latin typeface="Bahnschrift" pitchFamily="32" charset="0"/>
                <a:cs typeface="Times New Roman" pitchFamily="16" charset="0"/>
              </a:rPr>
              <a:t>Ground level ozone (O</a:t>
            </a:r>
            <a:r>
              <a:rPr lang="en-US" baseline="-25000" dirty="0">
                <a:solidFill>
                  <a:srgbClr val="77933C"/>
                </a:solidFill>
                <a:latin typeface="Bahnschrift" pitchFamily="32" charset="0"/>
                <a:cs typeface="Times New Roman" pitchFamily="16" charset="0"/>
              </a:rPr>
              <a:t>3</a:t>
            </a:r>
            <a:r>
              <a:rPr lang="en-US" dirty="0">
                <a:solidFill>
                  <a:srgbClr val="77933C"/>
                </a:solidFill>
                <a:latin typeface="Bahnschrift" pitchFamily="32" charset="0"/>
                <a:cs typeface="Times New Roman" pitchFamily="16" charset="0"/>
              </a:rPr>
              <a:t>) formed from </a:t>
            </a:r>
            <a:r>
              <a:rPr lang="en-US" dirty="0" err="1">
                <a:solidFill>
                  <a:srgbClr val="77933C"/>
                </a:solidFill>
                <a:latin typeface="Bahnschrift" pitchFamily="32" charset="0"/>
                <a:cs typeface="Times New Roman" pitchFamily="16" charset="0"/>
              </a:rPr>
              <a:t>NO</a:t>
            </a:r>
            <a:r>
              <a:rPr lang="en-US" baseline="-25000" dirty="0" err="1">
                <a:solidFill>
                  <a:srgbClr val="77933C"/>
                </a:solidFill>
                <a:latin typeface="Bahnschrift" pitchFamily="32" charset="0"/>
                <a:cs typeface="Times New Roman" pitchFamily="16" charset="0"/>
              </a:rPr>
              <a:t>x</a:t>
            </a:r>
            <a:r>
              <a:rPr lang="en-US" dirty="0">
                <a:solidFill>
                  <a:srgbClr val="77933C"/>
                </a:solidFill>
                <a:latin typeface="Bahnschrift" pitchFamily="32" charset="0"/>
                <a:cs typeface="Times New Roman" pitchFamily="16" charset="0"/>
              </a:rPr>
              <a:t> and VOCs. Ozone (O</a:t>
            </a:r>
            <a:r>
              <a:rPr lang="en-US" baseline="-25000" dirty="0">
                <a:solidFill>
                  <a:srgbClr val="77933C"/>
                </a:solidFill>
                <a:latin typeface="Bahnschrift" pitchFamily="32" charset="0"/>
                <a:cs typeface="Times New Roman" pitchFamily="16" charset="0"/>
              </a:rPr>
              <a:t>3</a:t>
            </a:r>
            <a:r>
              <a:rPr lang="en-US" dirty="0">
                <a:solidFill>
                  <a:srgbClr val="77933C"/>
                </a:solidFill>
                <a:latin typeface="Bahnschrift" pitchFamily="32" charset="0"/>
                <a:cs typeface="Times New Roman" pitchFamily="16" charset="0"/>
              </a:rPr>
              <a:t>)</a:t>
            </a:r>
          </a:p>
          <a:p>
            <a:pPr lvl="2" eaLnBrk="1" hangingPunct="1">
              <a:lnSpc>
                <a:spcPct val="80000"/>
              </a:lnSpc>
              <a:spcBef>
                <a:spcPts val="475"/>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dirty="0">
                <a:solidFill>
                  <a:srgbClr val="77933C"/>
                </a:solidFill>
                <a:latin typeface="Bahnschrift" pitchFamily="32" charset="0"/>
                <a:cs typeface="Times New Roman" pitchFamily="16" charset="0"/>
              </a:rPr>
              <a:t> Damages skin and many materials, constituent of smog</a:t>
            </a:r>
          </a:p>
        </p:txBody>
      </p:sp>
      <p:sp>
        <p:nvSpPr>
          <p:cNvPr id="13315" name="Text Box 3"/>
          <p:cNvSpPr txBox="1">
            <a:spLocks noChangeArrowheads="1"/>
          </p:cNvSpPr>
          <p:nvPr/>
        </p:nvSpPr>
        <p:spPr bwMode="auto">
          <a:xfrm>
            <a:off x="457200" y="6356350"/>
            <a:ext cx="2133600" cy="365125"/>
          </a:xfrm>
          <a:prstGeom prst="rect">
            <a:avLst/>
          </a:prstGeom>
          <a:noFill/>
          <a:ln w="9525" cap="flat">
            <a:noFill/>
            <a:round/>
            <a:headEnd/>
            <a:tailEnd/>
          </a:ln>
          <a:effectLst/>
        </p:spPr>
        <p:txBody>
          <a:bodyPr lIns="90000" tIns="46800" rIns="90000" bIns="46800" anchor="ctr"/>
          <a:lstStyle/>
          <a:p>
            <a:pP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a:solidFill>
                  <a:srgbClr val="EBF1DE"/>
                </a:solidFill>
              </a:rPr>
              <a:t>12/03/19</a:t>
            </a:r>
          </a:p>
        </p:txBody>
      </p:sp>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ext Box 1"/>
          <p:cNvSpPr txBox="1">
            <a:spLocks noChangeArrowheads="1"/>
          </p:cNvSpPr>
          <p:nvPr/>
        </p:nvSpPr>
        <p:spPr bwMode="auto">
          <a:xfrm>
            <a:off x="457200" y="274638"/>
            <a:ext cx="8229600" cy="1143000"/>
          </a:xfrm>
          <a:prstGeom prst="rect">
            <a:avLst/>
          </a:prstGeom>
          <a:noFill/>
          <a:ln w="9525" cap="flat">
            <a:noFill/>
            <a:round/>
            <a:headEnd/>
            <a:tailEnd/>
          </a:ln>
          <a:effectLst/>
        </p:spPr>
        <p:txBody>
          <a:bodyPr anchor="ctr"/>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a:solidFill>
                  <a:srgbClr val="C3D69B"/>
                </a:solidFill>
                <a:latin typeface="Bahnschrift Light" pitchFamily="32" charset="0"/>
              </a:rPr>
              <a:t>Air Pollution</a:t>
            </a:r>
          </a:p>
        </p:txBody>
      </p:sp>
      <p:sp>
        <p:nvSpPr>
          <p:cNvPr id="14338" name="Text Box 2"/>
          <p:cNvSpPr txBox="1">
            <a:spLocks noChangeArrowheads="1"/>
          </p:cNvSpPr>
          <p:nvPr/>
        </p:nvSpPr>
        <p:spPr bwMode="auto">
          <a:xfrm>
            <a:off x="107950" y="1600200"/>
            <a:ext cx="8578850" cy="4756150"/>
          </a:xfrm>
          <a:prstGeom prst="rect">
            <a:avLst/>
          </a:prstGeom>
          <a:noFill/>
          <a:ln w="9525" cap="flat">
            <a:noFill/>
            <a:round/>
            <a:headEnd/>
            <a:tailEnd/>
          </a:ln>
          <a:effectLst/>
        </p:spPr>
        <p:txBody>
          <a:bodyPr/>
          <a:lstStyle/>
          <a:p>
            <a:pPr marL="339725" indent="-339725" eaLnBrk="1" hangingPunct="1">
              <a:lnSpc>
                <a:spcPct val="80000"/>
              </a:lnSpc>
              <a:spcBef>
                <a:spcPts val="625"/>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400" dirty="0">
                <a:solidFill>
                  <a:srgbClr val="003E07"/>
                </a:solidFill>
                <a:latin typeface="Bahnschrift" pitchFamily="32" charset="0"/>
              </a:rPr>
              <a:t>Major Air Pollutants</a:t>
            </a:r>
          </a:p>
          <a:p>
            <a:pPr marL="739775" lvl="1" indent="-282575" eaLnBrk="1" hangingPunct="1">
              <a:lnSpc>
                <a:spcPct val="80000"/>
              </a:lnSpc>
              <a:spcBef>
                <a:spcPts val="5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000" dirty="0">
                <a:solidFill>
                  <a:srgbClr val="4F6228"/>
                </a:solidFill>
                <a:latin typeface="Bahnschrift" pitchFamily="32" charset="0"/>
              </a:rPr>
              <a:t>Nitrogen </a:t>
            </a:r>
            <a:r>
              <a:rPr lang="en-IN" sz="2000" dirty="0" smtClean="0">
                <a:solidFill>
                  <a:srgbClr val="4F6228"/>
                </a:solidFill>
                <a:latin typeface="Bahnschrift" pitchFamily="32" charset="0"/>
              </a:rPr>
              <a:t>oxides</a:t>
            </a:r>
            <a:endParaRPr lang="en-IN" sz="2000" dirty="0">
              <a:solidFill>
                <a:srgbClr val="4F6228"/>
              </a:solidFill>
              <a:latin typeface="Bahnschrift" pitchFamily="32" charset="0"/>
            </a:endParaRPr>
          </a:p>
          <a:p>
            <a:pPr lvl="2" eaLnBrk="1" hangingPunct="1">
              <a:lnSpc>
                <a:spcPct val="80000"/>
              </a:lnSpc>
              <a:spcBef>
                <a:spcPts val="475"/>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dirty="0">
                <a:solidFill>
                  <a:srgbClr val="77933C"/>
                </a:solidFill>
                <a:latin typeface="Bahnschrift" pitchFamily="32" charset="0"/>
                <a:cs typeface="Times New Roman" pitchFamily="16" charset="0"/>
              </a:rPr>
              <a:t>Especially nitrogen dioxide are emitted from high temperature combustion. Nitrogen dioxide is the chemical compound with the formula N02. It is responsible for photochemical smog, acid rain etc.</a:t>
            </a:r>
          </a:p>
          <a:p>
            <a:pPr marL="739775" lvl="1" indent="-282575" eaLnBrk="1" hangingPunct="1">
              <a:lnSpc>
                <a:spcPct val="80000"/>
              </a:lnSpc>
              <a:spcBef>
                <a:spcPts val="5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000" dirty="0">
                <a:solidFill>
                  <a:srgbClr val="4F6228"/>
                </a:solidFill>
                <a:latin typeface="Bahnschrift" pitchFamily="32" charset="0"/>
              </a:rPr>
              <a:t>Sulphur dioxide</a:t>
            </a:r>
          </a:p>
          <a:p>
            <a:pPr lvl="2" eaLnBrk="1" hangingPunct="1">
              <a:lnSpc>
                <a:spcPct val="80000"/>
              </a:lnSpc>
              <a:spcBef>
                <a:spcPts val="475"/>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dirty="0">
                <a:solidFill>
                  <a:srgbClr val="77933C"/>
                </a:solidFill>
                <a:latin typeface="Bahnschrift" pitchFamily="32" charset="0"/>
                <a:cs typeface="Times New Roman" pitchFamily="16" charset="0"/>
              </a:rPr>
              <a:t>SO</a:t>
            </a:r>
            <a:r>
              <a:rPr lang="en-US" baseline="-25000" dirty="0">
                <a:solidFill>
                  <a:srgbClr val="77933C"/>
                </a:solidFill>
                <a:latin typeface="Bahnschrift" pitchFamily="32" charset="0"/>
                <a:cs typeface="Times New Roman" pitchFamily="16" charset="0"/>
              </a:rPr>
              <a:t>2</a:t>
            </a:r>
            <a:r>
              <a:rPr lang="en-US" dirty="0">
                <a:solidFill>
                  <a:srgbClr val="77933C"/>
                </a:solidFill>
                <a:latin typeface="Bahnschrift" pitchFamily="32" charset="0"/>
                <a:cs typeface="Times New Roman" pitchFamily="16" charset="0"/>
              </a:rPr>
              <a:t> is produced by volcanoes and in various industrial processes. Since coal and petroleum often contain </a:t>
            </a:r>
            <a:r>
              <a:rPr lang="en-US" dirty="0" err="1">
                <a:solidFill>
                  <a:srgbClr val="77933C"/>
                </a:solidFill>
                <a:latin typeface="Bahnschrift" pitchFamily="32" charset="0"/>
                <a:cs typeface="Times New Roman" pitchFamily="16" charset="0"/>
              </a:rPr>
              <a:t>sulphur</a:t>
            </a:r>
            <a:r>
              <a:rPr lang="en-US" dirty="0">
                <a:solidFill>
                  <a:srgbClr val="77933C"/>
                </a:solidFill>
                <a:latin typeface="Bahnschrift" pitchFamily="32" charset="0"/>
                <a:cs typeface="Times New Roman" pitchFamily="16" charset="0"/>
              </a:rPr>
              <a:t> compounds, their combustion generates </a:t>
            </a:r>
            <a:r>
              <a:rPr lang="en-US" dirty="0" err="1">
                <a:solidFill>
                  <a:srgbClr val="77933C"/>
                </a:solidFill>
                <a:latin typeface="Bahnschrift" pitchFamily="32" charset="0"/>
                <a:cs typeface="Times New Roman" pitchFamily="16" charset="0"/>
              </a:rPr>
              <a:t>sulphur</a:t>
            </a:r>
            <a:r>
              <a:rPr lang="en-US" dirty="0">
                <a:solidFill>
                  <a:srgbClr val="77933C"/>
                </a:solidFill>
                <a:latin typeface="Bahnschrift" pitchFamily="32" charset="0"/>
                <a:cs typeface="Times New Roman" pitchFamily="16" charset="0"/>
              </a:rPr>
              <a:t> dioxide. Further oxidation of SO</a:t>
            </a:r>
            <a:r>
              <a:rPr lang="en-US" baseline="-25000" dirty="0">
                <a:solidFill>
                  <a:srgbClr val="77933C"/>
                </a:solidFill>
                <a:latin typeface="Bahnschrift" pitchFamily="32" charset="0"/>
                <a:cs typeface="Times New Roman" pitchFamily="16" charset="0"/>
              </a:rPr>
              <a:t>2</a:t>
            </a:r>
            <a:r>
              <a:rPr lang="en-US" dirty="0">
                <a:solidFill>
                  <a:srgbClr val="77933C"/>
                </a:solidFill>
                <a:latin typeface="Bahnschrift" pitchFamily="32" charset="0"/>
                <a:cs typeface="Times New Roman" pitchFamily="16" charset="0"/>
              </a:rPr>
              <a:t>, usually in the presence of a catalyst such as NO</a:t>
            </a:r>
            <a:r>
              <a:rPr lang="en-US" baseline="-25000" dirty="0">
                <a:solidFill>
                  <a:srgbClr val="77933C"/>
                </a:solidFill>
                <a:latin typeface="Bahnschrift" pitchFamily="32" charset="0"/>
                <a:cs typeface="Times New Roman" pitchFamily="16" charset="0"/>
              </a:rPr>
              <a:t>2</a:t>
            </a:r>
            <a:r>
              <a:rPr lang="en-US" dirty="0">
                <a:solidFill>
                  <a:srgbClr val="77933C"/>
                </a:solidFill>
                <a:latin typeface="Bahnschrift" pitchFamily="32" charset="0"/>
                <a:cs typeface="Times New Roman" pitchFamily="16" charset="0"/>
              </a:rPr>
              <a:t>, forms H</a:t>
            </a:r>
            <a:r>
              <a:rPr lang="en-US" baseline="-25000" dirty="0">
                <a:solidFill>
                  <a:srgbClr val="77933C"/>
                </a:solidFill>
                <a:latin typeface="Bahnschrift" pitchFamily="32" charset="0"/>
                <a:cs typeface="Times New Roman" pitchFamily="16" charset="0"/>
              </a:rPr>
              <a:t>2</a:t>
            </a:r>
            <a:r>
              <a:rPr lang="en-US" dirty="0">
                <a:solidFill>
                  <a:srgbClr val="77933C"/>
                </a:solidFill>
                <a:latin typeface="Bahnschrift" pitchFamily="32" charset="0"/>
                <a:cs typeface="Times New Roman" pitchFamily="16" charset="0"/>
              </a:rPr>
              <a:t>SO</a:t>
            </a:r>
            <a:r>
              <a:rPr lang="en-US" baseline="-25000" dirty="0">
                <a:solidFill>
                  <a:srgbClr val="77933C"/>
                </a:solidFill>
                <a:latin typeface="Bahnschrift" pitchFamily="32" charset="0"/>
                <a:cs typeface="Times New Roman" pitchFamily="16" charset="0"/>
              </a:rPr>
              <a:t>4</a:t>
            </a:r>
            <a:r>
              <a:rPr lang="en-US" dirty="0">
                <a:solidFill>
                  <a:srgbClr val="77933C"/>
                </a:solidFill>
                <a:latin typeface="Bahnschrift" pitchFamily="32" charset="0"/>
                <a:cs typeface="Times New Roman" pitchFamily="16" charset="0"/>
              </a:rPr>
              <a:t>, and thus acid rain. </a:t>
            </a:r>
          </a:p>
          <a:p>
            <a:pPr marL="739775" lvl="1" indent="-282575" eaLnBrk="1" hangingPunct="1">
              <a:lnSpc>
                <a:spcPct val="80000"/>
              </a:lnSpc>
              <a:spcBef>
                <a:spcPts val="5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000" dirty="0">
                <a:solidFill>
                  <a:srgbClr val="4F6228"/>
                </a:solidFill>
                <a:latin typeface="Bahnschrift" pitchFamily="32" charset="0"/>
              </a:rPr>
              <a:t>Suspended Particulate Matter (SPM)</a:t>
            </a:r>
          </a:p>
          <a:p>
            <a:pPr lvl="2" eaLnBrk="1" hangingPunct="1">
              <a:lnSpc>
                <a:spcPct val="80000"/>
              </a:lnSpc>
              <a:spcBef>
                <a:spcPts val="475"/>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dirty="0">
                <a:solidFill>
                  <a:srgbClr val="77933C"/>
                </a:solidFill>
                <a:latin typeface="Bahnschrift" pitchFamily="32" charset="0"/>
                <a:cs typeface="Times New Roman" pitchFamily="16" charset="0"/>
              </a:rPr>
              <a:t>Particulates, alternatively referred to as particulate matter (PM) or fine particles, are tiny particles of solid or liquid suspended in a gas. Sources of particulate matter can be manmade or natural. Increased levels of fine particles in the air are linked to health hazards such as heart disease, altered lung function and lung cancer.</a:t>
            </a:r>
          </a:p>
        </p:txBody>
      </p:sp>
      <p:sp>
        <p:nvSpPr>
          <p:cNvPr id="14339" name="Text Box 3"/>
          <p:cNvSpPr txBox="1">
            <a:spLocks noChangeArrowheads="1"/>
          </p:cNvSpPr>
          <p:nvPr/>
        </p:nvSpPr>
        <p:spPr bwMode="auto">
          <a:xfrm>
            <a:off x="457200" y="6356350"/>
            <a:ext cx="2133600" cy="365125"/>
          </a:xfrm>
          <a:prstGeom prst="rect">
            <a:avLst/>
          </a:prstGeom>
          <a:noFill/>
          <a:ln w="9525" cap="flat">
            <a:noFill/>
            <a:round/>
            <a:headEnd/>
            <a:tailEnd/>
          </a:ln>
          <a:effectLst/>
        </p:spPr>
        <p:txBody>
          <a:bodyPr lIns="90000" tIns="46800" rIns="90000" bIns="46800" anchor="ctr"/>
          <a:lstStyle/>
          <a:p>
            <a:pP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a:solidFill>
                  <a:srgbClr val="EBF1DE"/>
                </a:solidFill>
              </a:rPr>
              <a:t>12/03/19</a:t>
            </a:r>
          </a:p>
        </p:txBody>
      </p:sp>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ext Box 1"/>
          <p:cNvSpPr txBox="1">
            <a:spLocks noChangeArrowheads="1"/>
          </p:cNvSpPr>
          <p:nvPr/>
        </p:nvSpPr>
        <p:spPr bwMode="auto">
          <a:xfrm>
            <a:off x="457200" y="274638"/>
            <a:ext cx="8229600" cy="1143000"/>
          </a:xfrm>
          <a:prstGeom prst="rect">
            <a:avLst/>
          </a:prstGeom>
          <a:noFill/>
          <a:ln w="9525" cap="flat">
            <a:noFill/>
            <a:round/>
            <a:headEnd/>
            <a:tailEnd/>
          </a:ln>
          <a:effectLst/>
        </p:spPr>
        <p:txBody>
          <a:bodyPr anchor="ctr"/>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a:solidFill>
                  <a:srgbClr val="C3D69B"/>
                </a:solidFill>
                <a:latin typeface="Bahnschrift Light" pitchFamily="32" charset="0"/>
              </a:rPr>
              <a:t>Air Pollution</a:t>
            </a:r>
          </a:p>
        </p:txBody>
      </p:sp>
      <p:sp>
        <p:nvSpPr>
          <p:cNvPr id="15362" name="Text Box 2"/>
          <p:cNvSpPr txBox="1">
            <a:spLocks noChangeArrowheads="1"/>
          </p:cNvSpPr>
          <p:nvPr/>
        </p:nvSpPr>
        <p:spPr bwMode="auto">
          <a:xfrm>
            <a:off x="457200" y="1600200"/>
            <a:ext cx="8229600" cy="4525963"/>
          </a:xfrm>
          <a:prstGeom prst="rect">
            <a:avLst/>
          </a:prstGeom>
          <a:noFill/>
          <a:ln w="9525" cap="flat">
            <a:noFill/>
            <a:round/>
            <a:headEnd/>
            <a:tailEnd/>
          </a:ln>
          <a:effectLst/>
        </p:spPr>
        <p:txBody>
          <a:bodyPr/>
          <a:lstStyle/>
          <a:p>
            <a:pPr marL="339725" indent="-339725" eaLnBrk="1" hangingPunct="1">
              <a:lnSpc>
                <a:spcPct val="80000"/>
              </a:lnSpc>
              <a:spcBef>
                <a:spcPts val="5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200" dirty="0">
                <a:solidFill>
                  <a:srgbClr val="003E07"/>
                </a:solidFill>
                <a:latin typeface="Bahnschrift" pitchFamily="32" charset="0"/>
              </a:rPr>
              <a:t>Causes of Air Pollution</a:t>
            </a:r>
          </a:p>
          <a:p>
            <a:pPr marL="339725" indent="-339725" eaLnBrk="1" hangingPunct="1">
              <a:lnSpc>
                <a:spcPct val="80000"/>
              </a:lnSpc>
              <a:spcBef>
                <a:spcPts val="5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200" dirty="0">
                <a:solidFill>
                  <a:srgbClr val="003E07"/>
                </a:solidFill>
                <a:latin typeface="Bahnschrift" pitchFamily="32" charset="0"/>
              </a:rPr>
              <a:t>Natural Causes</a:t>
            </a:r>
          </a:p>
          <a:p>
            <a:pPr marL="739775" lvl="1" indent="-282575" eaLnBrk="1" hangingPunct="1">
              <a:lnSpc>
                <a:spcPct val="80000"/>
              </a:lnSpc>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000" dirty="0">
                <a:solidFill>
                  <a:srgbClr val="4F6228"/>
                </a:solidFill>
                <a:latin typeface="Bahnschrift" pitchFamily="32" charset="0"/>
              </a:rPr>
              <a:t>Natural disasters like volcanic eruption, cyclones, forest fires, microbes(CH</a:t>
            </a:r>
            <a:r>
              <a:rPr lang="en-IN" sz="2000" baseline="-25000" dirty="0">
                <a:solidFill>
                  <a:srgbClr val="4F6228"/>
                </a:solidFill>
                <a:latin typeface="Bahnschrift" pitchFamily="32" charset="0"/>
              </a:rPr>
              <a:t>4</a:t>
            </a:r>
            <a:r>
              <a:rPr lang="en-IN" sz="2000" dirty="0">
                <a:solidFill>
                  <a:srgbClr val="4F6228"/>
                </a:solidFill>
                <a:latin typeface="Bahnschrift" pitchFamily="32" charset="0"/>
              </a:rPr>
              <a:t>)</a:t>
            </a:r>
          </a:p>
          <a:p>
            <a:pPr marL="739775" lvl="1" indent="-282575" eaLnBrk="1" hangingPunct="1">
              <a:lnSpc>
                <a:spcPct val="80000"/>
              </a:lnSpc>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000" dirty="0">
                <a:solidFill>
                  <a:srgbClr val="4F6228"/>
                </a:solidFill>
                <a:latin typeface="Bahnschrift" pitchFamily="32" charset="0"/>
              </a:rPr>
              <a:t>Natural emissions from animals, decaying organic matter</a:t>
            </a:r>
          </a:p>
          <a:p>
            <a:pPr marL="339725" indent="-339725" eaLnBrk="1" hangingPunct="1">
              <a:lnSpc>
                <a:spcPct val="80000"/>
              </a:lnSpc>
              <a:spcBef>
                <a:spcPts val="5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200" dirty="0">
                <a:solidFill>
                  <a:srgbClr val="003E07"/>
                </a:solidFill>
                <a:latin typeface="Bahnschrift" pitchFamily="32" charset="0"/>
              </a:rPr>
              <a:t>Anthropogenic (Man made) Causes</a:t>
            </a:r>
          </a:p>
          <a:p>
            <a:pPr marL="739775" lvl="1" indent="-282575" eaLnBrk="1" hangingPunct="1">
              <a:lnSpc>
                <a:spcPct val="80000"/>
              </a:lnSpc>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000" dirty="0">
                <a:solidFill>
                  <a:srgbClr val="4F6228"/>
                </a:solidFill>
                <a:latin typeface="Bahnschrift" pitchFamily="32" charset="0"/>
              </a:rPr>
              <a:t> Industrial emissions</a:t>
            </a:r>
          </a:p>
          <a:p>
            <a:pPr marL="739775" lvl="1" indent="-282575" eaLnBrk="1" hangingPunct="1">
              <a:lnSpc>
                <a:spcPct val="80000"/>
              </a:lnSpc>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000" dirty="0">
                <a:solidFill>
                  <a:srgbClr val="4F6228"/>
                </a:solidFill>
                <a:latin typeface="Bahnschrift" pitchFamily="32" charset="0"/>
              </a:rPr>
              <a:t>Automobiles </a:t>
            </a:r>
          </a:p>
          <a:p>
            <a:pPr marL="739775" lvl="1" indent="-282575" eaLnBrk="1" hangingPunct="1">
              <a:lnSpc>
                <a:spcPct val="80000"/>
              </a:lnSpc>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000" dirty="0">
                <a:solidFill>
                  <a:srgbClr val="4F6228"/>
                </a:solidFill>
                <a:latin typeface="Bahnschrift" pitchFamily="32" charset="0"/>
              </a:rPr>
              <a:t>Thermal power stations </a:t>
            </a:r>
          </a:p>
          <a:p>
            <a:pPr marL="739775" lvl="1" indent="-282575" eaLnBrk="1" hangingPunct="1">
              <a:lnSpc>
                <a:spcPct val="80000"/>
              </a:lnSpc>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000" dirty="0">
                <a:solidFill>
                  <a:srgbClr val="4F6228"/>
                </a:solidFill>
                <a:latin typeface="Bahnschrift" pitchFamily="32" charset="0"/>
              </a:rPr>
              <a:t>Nuclear explosions </a:t>
            </a:r>
          </a:p>
          <a:p>
            <a:pPr marL="739775" lvl="1" indent="-282575" eaLnBrk="1" hangingPunct="1">
              <a:lnSpc>
                <a:spcPct val="80000"/>
              </a:lnSpc>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000" dirty="0">
                <a:solidFill>
                  <a:srgbClr val="4F6228"/>
                </a:solidFill>
                <a:latin typeface="Bahnschrift" pitchFamily="32" charset="0"/>
              </a:rPr>
              <a:t>Nuclear power plants </a:t>
            </a:r>
          </a:p>
          <a:p>
            <a:pPr marL="739775" lvl="1" indent="-282575" eaLnBrk="1" hangingPunct="1">
              <a:lnSpc>
                <a:spcPct val="80000"/>
              </a:lnSpc>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000" dirty="0">
                <a:solidFill>
                  <a:srgbClr val="4F6228"/>
                </a:solidFill>
                <a:latin typeface="Bahnschrift" pitchFamily="32" charset="0"/>
              </a:rPr>
              <a:t>Agricultural activities </a:t>
            </a:r>
          </a:p>
          <a:p>
            <a:pPr marL="739775" lvl="1" indent="-282575" eaLnBrk="1" hangingPunct="1">
              <a:lnSpc>
                <a:spcPct val="80000"/>
              </a:lnSpc>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000" dirty="0">
                <a:solidFill>
                  <a:srgbClr val="4F6228"/>
                </a:solidFill>
                <a:latin typeface="Bahnschrift" pitchFamily="32" charset="0"/>
              </a:rPr>
              <a:t>Disposal of garbage </a:t>
            </a:r>
          </a:p>
          <a:p>
            <a:pPr marL="739775" lvl="1" indent="-282575" eaLnBrk="1" hangingPunct="1">
              <a:lnSpc>
                <a:spcPct val="80000"/>
              </a:lnSpc>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000" dirty="0">
                <a:solidFill>
                  <a:srgbClr val="4F6228"/>
                </a:solidFill>
                <a:latin typeface="Bahnschrift" pitchFamily="32" charset="0"/>
              </a:rPr>
              <a:t>Mining activities</a:t>
            </a:r>
          </a:p>
          <a:p>
            <a:pPr marL="341313" indent="-339725" eaLnBrk="1" hangingPunct="1">
              <a:lnSpc>
                <a:spcPct val="80000"/>
              </a:lnSpc>
              <a:spcBef>
                <a:spcPts val="550"/>
              </a:spcBef>
              <a:buClrTx/>
              <a:buFontTx/>
              <a:buNone/>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endParaRPr lang="en-IN" sz="2200" dirty="0">
              <a:solidFill>
                <a:srgbClr val="003E07"/>
              </a:solidFill>
              <a:latin typeface="Bahnschrift" pitchFamily="32" charset="0"/>
            </a:endParaRPr>
          </a:p>
          <a:p>
            <a:pPr marL="341313" indent="-339725" eaLnBrk="1" hangingPunct="1">
              <a:lnSpc>
                <a:spcPct val="80000"/>
              </a:lnSpc>
              <a:spcBef>
                <a:spcPts val="550"/>
              </a:spcBef>
              <a:buClrTx/>
              <a:buFontTx/>
              <a:buNone/>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endParaRPr lang="en-IN" sz="2200" dirty="0">
              <a:solidFill>
                <a:srgbClr val="003E07"/>
              </a:solidFill>
              <a:latin typeface="Bahnschrift" pitchFamily="32" charset="0"/>
            </a:endParaRPr>
          </a:p>
        </p:txBody>
      </p:sp>
      <p:sp>
        <p:nvSpPr>
          <p:cNvPr id="15363" name="Text Box 3"/>
          <p:cNvSpPr txBox="1">
            <a:spLocks noChangeArrowheads="1"/>
          </p:cNvSpPr>
          <p:nvPr/>
        </p:nvSpPr>
        <p:spPr bwMode="auto">
          <a:xfrm>
            <a:off x="457200" y="6356350"/>
            <a:ext cx="2133600" cy="365125"/>
          </a:xfrm>
          <a:prstGeom prst="rect">
            <a:avLst/>
          </a:prstGeom>
          <a:noFill/>
          <a:ln w="9525" cap="flat">
            <a:noFill/>
            <a:round/>
            <a:headEnd/>
            <a:tailEnd/>
          </a:ln>
          <a:effectLst/>
        </p:spPr>
        <p:txBody>
          <a:bodyPr lIns="90000" tIns="46800" rIns="90000" bIns="46800" anchor="ctr"/>
          <a:lstStyle/>
          <a:p>
            <a:pP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a:solidFill>
                  <a:srgbClr val="EBF1DE"/>
                </a:solidFill>
              </a:rPr>
              <a:t>12/03/19</a:t>
            </a:r>
          </a:p>
        </p:txBody>
      </p:sp>
      <p:pic>
        <p:nvPicPr>
          <p:cNvPr id="48130" name="Picture 2" descr="Air Pollution - Asthma for Mother Nature! - Envibrary"/>
          <p:cNvPicPr>
            <a:picLocks noChangeAspect="1" noChangeArrowheads="1"/>
          </p:cNvPicPr>
          <p:nvPr/>
        </p:nvPicPr>
        <p:blipFill>
          <a:blip r:embed="rId3" cstate="print"/>
          <a:srcRect/>
          <a:stretch>
            <a:fillRect/>
          </a:stretch>
        </p:blipFill>
        <p:spPr bwMode="auto">
          <a:xfrm>
            <a:off x="4929190" y="3599958"/>
            <a:ext cx="4214810" cy="2615099"/>
          </a:xfrm>
          <a:prstGeom prst="rect">
            <a:avLst/>
          </a:prstGeom>
          <a:noFill/>
        </p:spPr>
      </p:pic>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ext Box 1"/>
          <p:cNvSpPr txBox="1">
            <a:spLocks noChangeArrowheads="1"/>
          </p:cNvSpPr>
          <p:nvPr/>
        </p:nvSpPr>
        <p:spPr bwMode="auto">
          <a:xfrm>
            <a:off x="457200" y="274638"/>
            <a:ext cx="8229600" cy="1143000"/>
          </a:xfrm>
          <a:prstGeom prst="rect">
            <a:avLst/>
          </a:prstGeom>
          <a:noFill/>
          <a:ln w="9525" cap="flat">
            <a:noFill/>
            <a:round/>
            <a:headEnd/>
            <a:tailEnd/>
          </a:ln>
          <a:effectLst/>
        </p:spPr>
        <p:txBody>
          <a:bodyPr anchor="ctr"/>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a:solidFill>
                  <a:srgbClr val="C3D69B"/>
                </a:solidFill>
                <a:latin typeface="Bahnschrift Light" pitchFamily="32" charset="0"/>
              </a:rPr>
              <a:t>Air Pollution</a:t>
            </a:r>
          </a:p>
        </p:txBody>
      </p:sp>
      <p:sp>
        <p:nvSpPr>
          <p:cNvPr id="16386" name="Text Box 2"/>
          <p:cNvSpPr txBox="1">
            <a:spLocks noChangeArrowheads="1"/>
          </p:cNvSpPr>
          <p:nvPr/>
        </p:nvSpPr>
        <p:spPr bwMode="auto">
          <a:xfrm>
            <a:off x="457200" y="1500174"/>
            <a:ext cx="4400552" cy="4714908"/>
          </a:xfrm>
          <a:prstGeom prst="rect">
            <a:avLst/>
          </a:prstGeom>
          <a:noFill/>
          <a:ln w="9525" cap="flat">
            <a:noFill/>
            <a:round/>
            <a:headEnd/>
            <a:tailEnd/>
          </a:ln>
          <a:effectLst/>
        </p:spPr>
        <p:txBody>
          <a:bodyPr/>
          <a:lstStyle/>
          <a:p>
            <a:pPr marL="339725" indent="-339725" eaLnBrk="1" hangingPunct="1">
              <a:lnSpc>
                <a:spcPct val="80000"/>
              </a:lnSpc>
              <a:spcBef>
                <a:spcPts val="5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000" dirty="0">
                <a:solidFill>
                  <a:srgbClr val="003E07"/>
                </a:solidFill>
                <a:latin typeface="Bahnschrift" pitchFamily="32" charset="0"/>
              </a:rPr>
              <a:t>Effects of Air Pollution </a:t>
            </a:r>
          </a:p>
          <a:p>
            <a:pPr marL="339725" indent="-339725" eaLnBrk="1" hangingPunct="1">
              <a:lnSpc>
                <a:spcPct val="80000"/>
              </a:lnSpc>
              <a:spcBef>
                <a:spcPts val="5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000" dirty="0">
                <a:solidFill>
                  <a:srgbClr val="003E07"/>
                </a:solidFill>
                <a:latin typeface="Bahnschrift" pitchFamily="32" charset="0"/>
              </a:rPr>
              <a:t>Effects on Human Health</a:t>
            </a:r>
          </a:p>
          <a:p>
            <a:pPr marL="739775" lvl="1" indent="-282575" eaLnBrk="1" hangingPunct="1">
              <a:lnSpc>
                <a:spcPct val="80000"/>
              </a:lnSpc>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dirty="0" err="1">
                <a:solidFill>
                  <a:srgbClr val="4F6228"/>
                </a:solidFill>
                <a:latin typeface="Bahnschrift" pitchFamily="32" charset="0"/>
              </a:rPr>
              <a:t>Carboxyhaemoglobin</a:t>
            </a:r>
            <a:endParaRPr lang="en-US" dirty="0">
              <a:solidFill>
                <a:srgbClr val="4F6228"/>
              </a:solidFill>
              <a:latin typeface="Bahnschrift" pitchFamily="32" charset="0"/>
            </a:endParaRPr>
          </a:p>
          <a:p>
            <a:pPr marL="739775" lvl="1" indent="-282575" eaLnBrk="1" hangingPunct="1">
              <a:lnSpc>
                <a:spcPct val="80000"/>
              </a:lnSpc>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dirty="0">
                <a:solidFill>
                  <a:srgbClr val="4F6228"/>
                </a:solidFill>
                <a:latin typeface="Bahnschrift" pitchFamily="32" charset="0"/>
              </a:rPr>
              <a:t>Inflammation of lungs </a:t>
            </a:r>
          </a:p>
          <a:p>
            <a:pPr marL="739775" lvl="1" indent="-282575" eaLnBrk="1" hangingPunct="1">
              <a:lnSpc>
                <a:spcPct val="80000"/>
              </a:lnSpc>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dirty="0">
                <a:solidFill>
                  <a:srgbClr val="4F6228"/>
                </a:solidFill>
                <a:latin typeface="Bahnschrift" pitchFamily="32" charset="0"/>
              </a:rPr>
              <a:t>Damage to respiratory system, and blood vascular system, </a:t>
            </a:r>
          </a:p>
          <a:p>
            <a:pPr marL="739775" lvl="1" indent="-282575" eaLnBrk="1" hangingPunct="1">
              <a:lnSpc>
                <a:spcPct val="80000"/>
              </a:lnSpc>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dirty="0">
                <a:solidFill>
                  <a:srgbClr val="4F6228"/>
                </a:solidFill>
                <a:latin typeface="Bahnschrift" pitchFamily="32" charset="0"/>
              </a:rPr>
              <a:t>Cancer</a:t>
            </a:r>
          </a:p>
          <a:p>
            <a:pPr marL="339725" indent="-339725" eaLnBrk="1" hangingPunct="1">
              <a:lnSpc>
                <a:spcPct val="80000"/>
              </a:lnSpc>
              <a:spcBef>
                <a:spcPts val="5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000" dirty="0">
                <a:solidFill>
                  <a:srgbClr val="003E07"/>
                </a:solidFill>
                <a:latin typeface="Bahnschrift" pitchFamily="32" charset="0"/>
              </a:rPr>
              <a:t>Effects on Plants</a:t>
            </a:r>
          </a:p>
          <a:p>
            <a:pPr marL="739775" lvl="1" indent="-282575" eaLnBrk="1" hangingPunct="1">
              <a:lnSpc>
                <a:spcPct val="80000"/>
              </a:lnSpc>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dirty="0">
                <a:solidFill>
                  <a:srgbClr val="4F6228"/>
                </a:solidFill>
                <a:latin typeface="Bahnschrift" pitchFamily="32" charset="0"/>
              </a:rPr>
              <a:t>Bleaching of the leaf pigment </a:t>
            </a:r>
          </a:p>
          <a:p>
            <a:pPr marL="739775" lvl="1" indent="-282575" eaLnBrk="1" hangingPunct="1">
              <a:lnSpc>
                <a:spcPct val="80000"/>
              </a:lnSpc>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dirty="0">
                <a:solidFill>
                  <a:srgbClr val="4F6228"/>
                </a:solidFill>
                <a:latin typeface="Bahnschrift" pitchFamily="32" charset="0"/>
              </a:rPr>
              <a:t>Development of necrotic spots </a:t>
            </a:r>
          </a:p>
          <a:p>
            <a:pPr marL="739775" lvl="1" indent="-282575" eaLnBrk="1" hangingPunct="1">
              <a:lnSpc>
                <a:spcPct val="80000"/>
              </a:lnSpc>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dirty="0">
                <a:solidFill>
                  <a:srgbClr val="4F6228"/>
                </a:solidFill>
                <a:latin typeface="Bahnschrift" pitchFamily="32" charset="0"/>
              </a:rPr>
              <a:t>Premature falling of leaves </a:t>
            </a:r>
          </a:p>
          <a:p>
            <a:pPr marL="339725" indent="-339725" eaLnBrk="1" hangingPunct="1">
              <a:lnSpc>
                <a:spcPct val="80000"/>
              </a:lnSpc>
              <a:spcBef>
                <a:spcPts val="5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000" dirty="0">
                <a:solidFill>
                  <a:srgbClr val="003E07"/>
                </a:solidFill>
                <a:latin typeface="Bahnschrift" pitchFamily="32" charset="0"/>
              </a:rPr>
              <a:t>Effects on Climate</a:t>
            </a:r>
          </a:p>
          <a:p>
            <a:pPr marL="739775" lvl="1" indent="-282575" eaLnBrk="1" hangingPunct="1">
              <a:lnSpc>
                <a:spcPct val="80000"/>
              </a:lnSpc>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dirty="0">
                <a:solidFill>
                  <a:srgbClr val="4F6228"/>
                </a:solidFill>
                <a:latin typeface="Bahnschrift" pitchFamily="32" charset="0"/>
              </a:rPr>
              <a:t>Greenhouse effect and global warming </a:t>
            </a:r>
          </a:p>
          <a:p>
            <a:pPr marL="739775" lvl="1" indent="-282575" eaLnBrk="1" hangingPunct="1">
              <a:lnSpc>
                <a:spcPct val="80000"/>
              </a:lnSpc>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dirty="0">
                <a:solidFill>
                  <a:srgbClr val="4F6228"/>
                </a:solidFill>
                <a:latin typeface="Bahnschrift" pitchFamily="32" charset="0"/>
              </a:rPr>
              <a:t>Acid rain </a:t>
            </a:r>
          </a:p>
          <a:p>
            <a:pPr marL="739775" lvl="1" indent="-282575" eaLnBrk="1" hangingPunct="1">
              <a:lnSpc>
                <a:spcPct val="80000"/>
              </a:lnSpc>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dirty="0">
                <a:solidFill>
                  <a:srgbClr val="4F6228"/>
                </a:solidFill>
                <a:latin typeface="Bahnschrift" pitchFamily="32" charset="0"/>
              </a:rPr>
              <a:t>Ozone (O3) layer depletion </a:t>
            </a:r>
          </a:p>
          <a:p>
            <a:pPr marL="341313" indent="-339725" eaLnBrk="1" hangingPunct="1">
              <a:lnSpc>
                <a:spcPct val="80000"/>
              </a:lnSpc>
              <a:spcBef>
                <a:spcPts val="500"/>
              </a:spcBef>
              <a:buClrTx/>
              <a:buFontTx/>
              <a:buNone/>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endParaRPr lang="en-US" dirty="0">
              <a:solidFill>
                <a:srgbClr val="4F6228"/>
              </a:solidFill>
              <a:latin typeface="Bahnschrift" pitchFamily="32" charset="0"/>
            </a:endParaRPr>
          </a:p>
        </p:txBody>
      </p:sp>
      <p:pic>
        <p:nvPicPr>
          <p:cNvPr id="46082" name="Picture 2" descr="Hemoglobin and Carbon Monoxide | Grade 12U Chemistry-Systems and ..."/>
          <p:cNvPicPr>
            <a:picLocks noChangeAspect="1" noChangeArrowheads="1"/>
          </p:cNvPicPr>
          <p:nvPr/>
        </p:nvPicPr>
        <p:blipFill>
          <a:blip r:embed="rId3" cstate="print"/>
          <a:srcRect/>
          <a:stretch>
            <a:fillRect/>
          </a:stretch>
        </p:blipFill>
        <p:spPr bwMode="auto">
          <a:xfrm>
            <a:off x="4762500" y="1500174"/>
            <a:ext cx="4381500" cy="2857500"/>
          </a:xfrm>
          <a:prstGeom prst="rect">
            <a:avLst/>
          </a:prstGeom>
          <a:noFill/>
        </p:spPr>
      </p:pic>
      <p:pic>
        <p:nvPicPr>
          <p:cNvPr id="46084" name="Picture 4" descr="What is the impact of air pollutants on vegetation? - Encyclopédie ..."/>
          <p:cNvPicPr>
            <a:picLocks noChangeAspect="1" noChangeArrowheads="1"/>
          </p:cNvPicPr>
          <p:nvPr/>
        </p:nvPicPr>
        <p:blipFill>
          <a:blip r:embed="rId4" cstate="print"/>
          <a:srcRect/>
          <a:stretch>
            <a:fillRect/>
          </a:stretch>
        </p:blipFill>
        <p:spPr bwMode="auto">
          <a:xfrm>
            <a:off x="5715008" y="4387467"/>
            <a:ext cx="3428992" cy="1809633"/>
          </a:xfrm>
          <a:prstGeom prst="rect">
            <a:avLst/>
          </a:prstGeom>
          <a:noFill/>
        </p:spPr>
      </p:pic>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ext Box 1"/>
          <p:cNvSpPr txBox="1">
            <a:spLocks noChangeArrowheads="1"/>
          </p:cNvSpPr>
          <p:nvPr/>
        </p:nvSpPr>
        <p:spPr bwMode="auto">
          <a:xfrm>
            <a:off x="457200" y="274638"/>
            <a:ext cx="8229600" cy="1143000"/>
          </a:xfrm>
          <a:prstGeom prst="rect">
            <a:avLst/>
          </a:prstGeom>
          <a:noFill/>
          <a:ln w="9525" cap="flat">
            <a:noFill/>
            <a:round/>
            <a:headEnd/>
            <a:tailEnd/>
          </a:ln>
          <a:effectLst/>
        </p:spPr>
        <p:txBody>
          <a:bodyPr anchor="ctr"/>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a:solidFill>
                  <a:srgbClr val="C3D69B"/>
                </a:solidFill>
                <a:latin typeface="Bahnschrift Light" pitchFamily="32" charset="0"/>
              </a:rPr>
              <a:t>Air Pollution</a:t>
            </a:r>
          </a:p>
        </p:txBody>
      </p:sp>
      <p:sp>
        <p:nvSpPr>
          <p:cNvPr id="17410" name="Text Box 2"/>
          <p:cNvSpPr txBox="1">
            <a:spLocks noChangeArrowheads="1"/>
          </p:cNvSpPr>
          <p:nvPr/>
        </p:nvSpPr>
        <p:spPr bwMode="auto">
          <a:xfrm>
            <a:off x="457200" y="1600200"/>
            <a:ext cx="8229600" cy="4525963"/>
          </a:xfrm>
          <a:prstGeom prst="rect">
            <a:avLst/>
          </a:prstGeom>
          <a:noFill/>
          <a:ln w="9525" cap="flat">
            <a:noFill/>
            <a:round/>
            <a:headEnd/>
            <a:tailEnd/>
          </a:ln>
          <a:effectLst/>
        </p:spPr>
        <p:txBody>
          <a:bodyPr/>
          <a:lstStyle/>
          <a:p>
            <a:pPr marL="339725" indent="-339725" eaLnBrk="1" hangingPunct="1">
              <a:lnSpc>
                <a:spcPct val="80000"/>
              </a:lnSpc>
              <a:spcBef>
                <a:spcPts val="7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3000" dirty="0">
                <a:solidFill>
                  <a:srgbClr val="003E07"/>
                </a:solidFill>
                <a:latin typeface="Bahnschrift" pitchFamily="32" charset="0"/>
              </a:rPr>
              <a:t>Prevention and control of air pollution</a:t>
            </a:r>
          </a:p>
          <a:p>
            <a:pPr marL="739775" lvl="1" indent="-282575" eaLnBrk="1" hangingPunct="1">
              <a:lnSpc>
                <a:spcPct val="80000"/>
              </a:lnSpc>
              <a:spcBef>
                <a:spcPts val="6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600" dirty="0">
                <a:solidFill>
                  <a:srgbClr val="4F6228"/>
                </a:solidFill>
                <a:latin typeface="Bahnschrift" pitchFamily="32" charset="0"/>
              </a:rPr>
              <a:t>Air pollution can be prevented by</a:t>
            </a:r>
          </a:p>
          <a:p>
            <a:pPr lvl="2" eaLnBrk="1" hangingPunct="1">
              <a:lnSpc>
                <a:spcPct val="80000"/>
              </a:lnSpc>
              <a:spcBef>
                <a:spcPts val="5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200" dirty="0">
                <a:solidFill>
                  <a:srgbClr val="77933C"/>
                </a:solidFill>
                <a:latin typeface="Bahnschrift" pitchFamily="32" charset="0"/>
                <a:cs typeface="Times New Roman" pitchFamily="16" charset="0"/>
              </a:rPr>
              <a:t>Adopting cleaner technologies, </a:t>
            </a:r>
          </a:p>
          <a:p>
            <a:pPr lvl="2" eaLnBrk="1" hangingPunct="1">
              <a:lnSpc>
                <a:spcPct val="80000"/>
              </a:lnSpc>
              <a:spcBef>
                <a:spcPts val="5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200" dirty="0">
                <a:solidFill>
                  <a:srgbClr val="77933C"/>
                </a:solidFill>
                <a:latin typeface="Bahnschrift" pitchFamily="32" charset="0"/>
                <a:cs typeface="Times New Roman" pitchFamily="16" charset="0"/>
              </a:rPr>
              <a:t>Reducing pollution at the source, </a:t>
            </a:r>
          </a:p>
          <a:p>
            <a:pPr lvl="2" eaLnBrk="1" hangingPunct="1">
              <a:lnSpc>
                <a:spcPct val="80000"/>
              </a:lnSpc>
              <a:spcBef>
                <a:spcPts val="5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200" dirty="0">
                <a:solidFill>
                  <a:srgbClr val="77933C"/>
                </a:solidFill>
                <a:latin typeface="Bahnschrift" pitchFamily="32" charset="0"/>
                <a:cs typeface="Times New Roman" pitchFamily="16" charset="0"/>
              </a:rPr>
              <a:t>Implementing laws and regulations to make people pollute less, </a:t>
            </a:r>
          </a:p>
          <a:p>
            <a:pPr lvl="2" eaLnBrk="1" hangingPunct="1">
              <a:lnSpc>
                <a:spcPct val="80000"/>
              </a:lnSpc>
              <a:spcBef>
                <a:spcPts val="5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200" dirty="0">
                <a:solidFill>
                  <a:srgbClr val="77933C"/>
                </a:solidFill>
                <a:latin typeface="Bahnschrift" pitchFamily="32" charset="0"/>
                <a:cs typeface="Times New Roman" pitchFamily="16" charset="0"/>
              </a:rPr>
              <a:t>Introducing appropriate transportation policies</a:t>
            </a:r>
          </a:p>
          <a:p>
            <a:pPr lvl="2" eaLnBrk="1" hangingPunct="1">
              <a:lnSpc>
                <a:spcPct val="80000"/>
              </a:lnSpc>
              <a:spcBef>
                <a:spcPts val="5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200" dirty="0">
                <a:solidFill>
                  <a:srgbClr val="77933C"/>
                </a:solidFill>
                <a:latin typeface="Bahnschrift" pitchFamily="32" charset="0"/>
                <a:cs typeface="Times New Roman" pitchFamily="16" charset="0"/>
              </a:rPr>
              <a:t>Making cleaner and fuel-efficient vehicles </a:t>
            </a:r>
          </a:p>
          <a:p>
            <a:pPr marL="739775" lvl="1" indent="-282575" eaLnBrk="1" hangingPunct="1">
              <a:lnSpc>
                <a:spcPct val="80000"/>
              </a:lnSpc>
              <a:spcBef>
                <a:spcPts val="6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600" dirty="0">
                <a:solidFill>
                  <a:srgbClr val="4F6228"/>
                </a:solidFill>
                <a:latin typeface="Bahnschrift" pitchFamily="32" charset="0"/>
              </a:rPr>
              <a:t>Air pollution can be controlled by</a:t>
            </a:r>
          </a:p>
          <a:p>
            <a:pPr lvl="2" eaLnBrk="1" hangingPunct="1">
              <a:lnSpc>
                <a:spcPct val="80000"/>
              </a:lnSpc>
              <a:spcBef>
                <a:spcPts val="5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200" dirty="0">
                <a:solidFill>
                  <a:srgbClr val="77933C"/>
                </a:solidFill>
                <a:latin typeface="Bahnschrift" pitchFamily="32" charset="0"/>
                <a:cs typeface="Times New Roman" pitchFamily="16" charset="0"/>
              </a:rPr>
              <a:t>Various Air Pollution Control (APC) devices</a:t>
            </a:r>
          </a:p>
          <a:p>
            <a:pPr lvl="2" eaLnBrk="1" hangingPunct="1">
              <a:lnSpc>
                <a:spcPct val="80000"/>
              </a:lnSpc>
              <a:spcBef>
                <a:spcPts val="5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200" dirty="0">
                <a:solidFill>
                  <a:srgbClr val="77933C"/>
                </a:solidFill>
                <a:latin typeface="Bahnschrift" pitchFamily="32" charset="0"/>
                <a:cs typeface="Times New Roman" pitchFamily="16" charset="0"/>
              </a:rPr>
              <a:t>Sprinkling water on soil that is being evacuated during road construction</a:t>
            </a:r>
          </a:p>
          <a:p>
            <a:pPr marL="341313" indent="-339725" eaLnBrk="1" hangingPunct="1">
              <a:lnSpc>
                <a:spcPct val="80000"/>
              </a:lnSpc>
              <a:spcBef>
                <a:spcPts val="750"/>
              </a:spcBef>
              <a:buClrTx/>
              <a:buFontTx/>
              <a:buNone/>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endParaRPr lang="en-US" sz="3000" dirty="0">
              <a:solidFill>
                <a:srgbClr val="003E07"/>
              </a:solidFill>
              <a:latin typeface="Bahnschrift" pitchFamily="32" charset="0"/>
            </a:endParaRPr>
          </a:p>
          <a:p>
            <a:pPr marL="341313" indent="-339725" eaLnBrk="1" hangingPunct="1">
              <a:lnSpc>
                <a:spcPct val="80000"/>
              </a:lnSpc>
              <a:spcBef>
                <a:spcPts val="750"/>
              </a:spcBef>
              <a:buClrTx/>
              <a:buFontTx/>
              <a:buNone/>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endParaRPr lang="en-US" sz="3000" dirty="0">
              <a:solidFill>
                <a:srgbClr val="003E07"/>
              </a:solidFill>
              <a:latin typeface="Bahnschrift" pitchFamily="32" charset="0"/>
            </a:endParaRPr>
          </a:p>
        </p:txBody>
      </p:sp>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ext Box 1"/>
          <p:cNvSpPr txBox="1">
            <a:spLocks noChangeArrowheads="1"/>
          </p:cNvSpPr>
          <p:nvPr/>
        </p:nvSpPr>
        <p:spPr bwMode="auto">
          <a:xfrm>
            <a:off x="457200" y="274638"/>
            <a:ext cx="8229600" cy="1143000"/>
          </a:xfrm>
          <a:prstGeom prst="rect">
            <a:avLst/>
          </a:prstGeom>
          <a:noFill/>
          <a:ln w="9525" cap="flat">
            <a:noFill/>
            <a:round/>
            <a:headEnd/>
            <a:tailEnd/>
          </a:ln>
          <a:effectLst/>
        </p:spPr>
        <p:txBody>
          <a:bodyPr anchor="ctr"/>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dirty="0">
                <a:solidFill>
                  <a:srgbClr val="C3D69B"/>
                </a:solidFill>
                <a:latin typeface="Bahnschrift Light" pitchFamily="32" charset="0"/>
              </a:rPr>
              <a:t>Air Pollution</a:t>
            </a:r>
          </a:p>
        </p:txBody>
      </p:sp>
      <p:sp>
        <p:nvSpPr>
          <p:cNvPr id="18434" name="Text Box 2"/>
          <p:cNvSpPr txBox="1">
            <a:spLocks noChangeArrowheads="1"/>
          </p:cNvSpPr>
          <p:nvPr/>
        </p:nvSpPr>
        <p:spPr bwMode="auto">
          <a:xfrm>
            <a:off x="457200" y="1600200"/>
            <a:ext cx="8229600" cy="4525963"/>
          </a:xfrm>
          <a:prstGeom prst="rect">
            <a:avLst/>
          </a:prstGeom>
          <a:noFill/>
          <a:ln w="9525" cap="flat">
            <a:noFill/>
            <a:round/>
            <a:headEnd/>
            <a:tailEnd/>
          </a:ln>
          <a:effectLst/>
        </p:spPr>
        <p:txBody>
          <a:bodyPr/>
          <a:lstStyle/>
          <a:p>
            <a:pPr marL="339725" indent="-339725" eaLnBrk="1" hangingPunct="1">
              <a:spcBef>
                <a:spcPts val="7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fr-FR" sz="3000">
                <a:solidFill>
                  <a:srgbClr val="003E07"/>
                </a:solidFill>
                <a:latin typeface="Bahnschrift" pitchFamily="32" charset="0"/>
              </a:rPr>
              <a:t>Air Pollution Control (APC) devices</a:t>
            </a:r>
          </a:p>
          <a:p>
            <a:pPr marL="739775" lvl="1" indent="-282575" eaLnBrk="1" hangingPunct="1">
              <a:spcBef>
                <a:spcPts val="6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600">
                <a:solidFill>
                  <a:srgbClr val="4F6228"/>
                </a:solidFill>
                <a:latin typeface="Bahnschrift" pitchFamily="32" charset="0"/>
              </a:rPr>
              <a:t>Particulate Matter</a:t>
            </a:r>
          </a:p>
          <a:p>
            <a:pPr lvl="2" eaLnBrk="1" hangingPunct="1">
              <a:spcBef>
                <a:spcPts val="5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200">
                <a:solidFill>
                  <a:srgbClr val="77933C"/>
                </a:solidFill>
                <a:latin typeface="Bahnschrift" pitchFamily="32" charset="0"/>
                <a:cs typeface="Times New Roman" pitchFamily="16" charset="0"/>
              </a:rPr>
              <a:t>Cyclone separator</a:t>
            </a:r>
          </a:p>
          <a:p>
            <a:pPr lvl="2" eaLnBrk="1" hangingPunct="1">
              <a:spcBef>
                <a:spcPts val="5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200">
                <a:solidFill>
                  <a:srgbClr val="77933C"/>
                </a:solidFill>
                <a:latin typeface="Bahnschrift" pitchFamily="32" charset="0"/>
                <a:cs typeface="Times New Roman" pitchFamily="16" charset="0"/>
              </a:rPr>
              <a:t>Bag house filter</a:t>
            </a:r>
          </a:p>
          <a:p>
            <a:pPr lvl="2" eaLnBrk="1" hangingPunct="1">
              <a:spcBef>
                <a:spcPts val="5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200">
                <a:solidFill>
                  <a:srgbClr val="77933C"/>
                </a:solidFill>
                <a:latin typeface="Bahnschrift" pitchFamily="32" charset="0"/>
                <a:cs typeface="Times New Roman" pitchFamily="16" charset="0"/>
              </a:rPr>
              <a:t>Scrubbers</a:t>
            </a:r>
          </a:p>
          <a:p>
            <a:pPr lvl="2" eaLnBrk="1" hangingPunct="1">
              <a:spcBef>
                <a:spcPts val="5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200">
                <a:solidFill>
                  <a:srgbClr val="77933C"/>
                </a:solidFill>
                <a:latin typeface="Bahnschrift" pitchFamily="32" charset="0"/>
                <a:cs typeface="Times New Roman" pitchFamily="16" charset="0"/>
              </a:rPr>
              <a:t>Electrostatic precipitators</a:t>
            </a:r>
          </a:p>
          <a:p>
            <a:pPr marL="739775" lvl="1" indent="-282575" eaLnBrk="1" hangingPunct="1">
              <a:spcBef>
                <a:spcPts val="6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600">
                <a:solidFill>
                  <a:srgbClr val="4F6228"/>
                </a:solidFill>
                <a:latin typeface="Bahnschrift" pitchFamily="32" charset="0"/>
              </a:rPr>
              <a:t>Gaseous pollutants (Adsorption and Absorption)</a:t>
            </a:r>
          </a:p>
          <a:p>
            <a:pPr lvl="2" eaLnBrk="1" hangingPunct="1">
              <a:spcBef>
                <a:spcPts val="5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200">
                <a:solidFill>
                  <a:srgbClr val="77933C"/>
                </a:solidFill>
                <a:latin typeface="Bahnschrift" pitchFamily="32" charset="0"/>
                <a:cs typeface="Times New Roman" pitchFamily="16" charset="0"/>
              </a:rPr>
              <a:t>Venturi scrubbers</a:t>
            </a:r>
          </a:p>
          <a:p>
            <a:pPr lvl="2" eaLnBrk="1" hangingPunct="1">
              <a:spcBef>
                <a:spcPts val="5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200">
                <a:solidFill>
                  <a:srgbClr val="77933C"/>
                </a:solidFill>
                <a:latin typeface="Bahnschrift" pitchFamily="32" charset="0"/>
                <a:cs typeface="Times New Roman" pitchFamily="16" charset="0"/>
              </a:rPr>
              <a:t>Packed bed scrubbers</a:t>
            </a:r>
          </a:p>
          <a:p>
            <a:pPr lvl="2" eaLnBrk="1" hangingPunct="1">
              <a:spcBef>
                <a:spcPts val="5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200">
                <a:solidFill>
                  <a:srgbClr val="77933C"/>
                </a:solidFill>
                <a:latin typeface="Bahnschrift" pitchFamily="32" charset="0"/>
                <a:cs typeface="Times New Roman" pitchFamily="16" charset="0"/>
              </a:rPr>
              <a:t>Spray towers</a:t>
            </a:r>
          </a:p>
          <a:p>
            <a:pPr marL="741363" lvl="1" indent="-282575" eaLnBrk="1" hangingPunct="1">
              <a:spcBef>
                <a:spcPts val="650"/>
              </a:spcBef>
              <a:buClrTx/>
              <a:buFontTx/>
              <a:buNone/>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endParaRPr lang="en-IN" sz="2600">
              <a:solidFill>
                <a:srgbClr val="4F6228"/>
              </a:solidFill>
              <a:latin typeface="Bahnschrift" pitchFamily="32" charset="0"/>
            </a:endParaRPr>
          </a:p>
          <a:p>
            <a:pPr marL="741363" lvl="1" indent="-282575" eaLnBrk="1" hangingPunct="1">
              <a:spcBef>
                <a:spcPts val="650"/>
              </a:spcBef>
              <a:buClrTx/>
              <a:buFontTx/>
              <a:buNone/>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endParaRPr lang="en-IN" sz="2600">
              <a:solidFill>
                <a:srgbClr val="4F6228"/>
              </a:solidFill>
              <a:latin typeface="Bahnschrift" pitchFamily="32" charset="0"/>
            </a:endParaRPr>
          </a:p>
        </p:txBody>
      </p:sp>
      <p:sp>
        <p:nvSpPr>
          <p:cNvPr id="18435" name="Text Box 3"/>
          <p:cNvSpPr txBox="1">
            <a:spLocks noChangeArrowheads="1"/>
          </p:cNvSpPr>
          <p:nvPr/>
        </p:nvSpPr>
        <p:spPr bwMode="auto">
          <a:xfrm>
            <a:off x="457200" y="6356350"/>
            <a:ext cx="2133600" cy="365125"/>
          </a:xfrm>
          <a:prstGeom prst="rect">
            <a:avLst/>
          </a:prstGeom>
          <a:noFill/>
          <a:ln w="9525" cap="flat">
            <a:noFill/>
            <a:round/>
            <a:headEnd/>
            <a:tailEnd/>
          </a:ln>
          <a:effectLst/>
        </p:spPr>
        <p:txBody>
          <a:bodyPr lIns="90000" tIns="46800" rIns="90000" bIns="46800" anchor="ctr"/>
          <a:lstStyle/>
          <a:p>
            <a:pP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a:solidFill>
                  <a:srgbClr val="EBF1DE"/>
                </a:solidFill>
              </a:rPr>
              <a:t>12/03/19</a:t>
            </a:r>
          </a:p>
        </p:txBody>
      </p:sp>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yclone Separator - an overview | ScienceDirect Topics"/>
          <p:cNvPicPr>
            <a:picLocks noChangeAspect="1" noChangeArrowheads="1"/>
          </p:cNvPicPr>
          <p:nvPr/>
        </p:nvPicPr>
        <p:blipFill>
          <a:blip r:embed="rId2" cstate="print"/>
          <a:srcRect/>
          <a:stretch>
            <a:fillRect/>
          </a:stretch>
        </p:blipFill>
        <p:spPr bwMode="auto">
          <a:xfrm>
            <a:off x="-32" y="1500174"/>
            <a:ext cx="2071702" cy="3853205"/>
          </a:xfrm>
          <a:prstGeom prst="rect">
            <a:avLst/>
          </a:prstGeom>
          <a:noFill/>
          <a:ln>
            <a:solidFill>
              <a:schemeClr val="tx2"/>
            </a:solidFill>
          </a:ln>
        </p:spPr>
      </p:pic>
      <p:pic>
        <p:nvPicPr>
          <p:cNvPr id="3076" name="Picture 4" descr="Schematics of a baghouse filter. | Download Scientific Diagram"/>
          <p:cNvPicPr>
            <a:picLocks noChangeAspect="1" noChangeArrowheads="1"/>
          </p:cNvPicPr>
          <p:nvPr/>
        </p:nvPicPr>
        <p:blipFill>
          <a:blip r:embed="rId3" cstate="print"/>
          <a:srcRect/>
          <a:stretch>
            <a:fillRect/>
          </a:stretch>
        </p:blipFill>
        <p:spPr bwMode="auto">
          <a:xfrm>
            <a:off x="2071670" y="1500174"/>
            <a:ext cx="3214710" cy="2409369"/>
          </a:xfrm>
          <a:prstGeom prst="rect">
            <a:avLst/>
          </a:prstGeom>
          <a:noFill/>
          <a:ln>
            <a:solidFill>
              <a:schemeClr val="tx2"/>
            </a:solidFill>
          </a:ln>
        </p:spPr>
      </p:pic>
      <p:pic>
        <p:nvPicPr>
          <p:cNvPr id="3078" name="Picture 6" descr="Schematic of the electrostatic precipitator (ESP). | Download ..."/>
          <p:cNvPicPr>
            <a:picLocks noChangeAspect="1" noChangeArrowheads="1"/>
          </p:cNvPicPr>
          <p:nvPr/>
        </p:nvPicPr>
        <p:blipFill>
          <a:blip r:embed="rId4" cstate="print"/>
          <a:srcRect/>
          <a:stretch>
            <a:fillRect/>
          </a:stretch>
        </p:blipFill>
        <p:spPr bwMode="auto">
          <a:xfrm>
            <a:off x="5337249" y="1500174"/>
            <a:ext cx="3806751" cy="4143404"/>
          </a:xfrm>
          <a:prstGeom prst="rect">
            <a:avLst/>
          </a:prstGeom>
          <a:noFill/>
          <a:ln>
            <a:solidFill>
              <a:schemeClr val="tx2"/>
            </a:solidFill>
          </a:ln>
        </p:spPr>
      </p:pic>
      <p:sp>
        <p:nvSpPr>
          <p:cNvPr id="5" name="Text Box 1"/>
          <p:cNvSpPr txBox="1">
            <a:spLocks noChangeArrowheads="1"/>
          </p:cNvSpPr>
          <p:nvPr/>
        </p:nvSpPr>
        <p:spPr bwMode="auto">
          <a:xfrm>
            <a:off x="457200" y="274638"/>
            <a:ext cx="8229600" cy="1143000"/>
          </a:xfrm>
          <a:prstGeom prst="rect">
            <a:avLst/>
          </a:prstGeom>
          <a:noFill/>
          <a:ln w="9525" cap="flat">
            <a:noFill/>
            <a:round/>
            <a:headEnd/>
            <a:tailEnd/>
          </a:ln>
          <a:effectLst/>
        </p:spPr>
        <p:txBody>
          <a:bodyPr anchor="ctr"/>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dirty="0">
                <a:solidFill>
                  <a:srgbClr val="C3D69B"/>
                </a:solidFill>
                <a:latin typeface="Bahnschrift Light" pitchFamily="32" charset="0"/>
              </a:rPr>
              <a:t>Air </a:t>
            </a:r>
            <a:r>
              <a:rPr lang="en-IN" sz="4400" dirty="0" smtClean="0">
                <a:solidFill>
                  <a:srgbClr val="C3D69B"/>
                </a:solidFill>
                <a:latin typeface="Bahnschrift Light" pitchFamily="32" charset="0"/>
              </a:rPr>
              <a:t>Pollution Control Devices</a:t>
            </a:r>
            <a:endParaRPr lang="en-IN" sz="4400" dirty="0">
              <a:solidFill>
                <a:srgbClr val="C3D69B"/>
              </a:solidFill>
              <a:latin typeface="Bahnschrift Light" pitchFamily="32" charset="0"/>
            </a:endParaRPr>
          </a:p>
        </p:txBody>
      </p:sp>
      <p:sp>
        <p:nvSpPr>
          <p:cNvPr id="6" name="TextBox 5"/>
          <p:cNvSpPr txBox="1"/>
          <p:nvPr/>
        </p:nvSpPr>
        <p:spPr>
          <a:xfrm>
            <a:off x="0" y="5572140"/>
            <a:ext cx="2071670" cy="646331"/>
          </a:xfrm>
          <a:prstGeom prst="rect">
            <a:avLst/>
          </a:prstGeom>
          <a:noFill/>
        </p:spPr>
        <p:txBody>
          <a:bodyPr wrap="square" rtlCol="0">
            <a:spAutoFit/>
          </a:bodyPr>
          <a:lstStyle/>
          <a:p>
            <a:pPr algn="ctr"/>
            <a:r>
              <a:rPr lang="en-IN" b="1" dirty="0" smtClean="0">
                <a:solidFill>
                  <a:srgbClr val="006600"/>
                </a:solidFill>
              </a:rPr>
              <a:t>Cyclone separator</a:t>
            </a:r>
            <a:endParaRPr lang="en-US" b="1" dirty="0">
              <a:solidFill>
                <a:srgbClr val="006600"/>
              </a:solidFill>
            </a:endParaRPr>
          </a:p>
        </p:txBody>
      </p:sp>
      <p:sp>
        <p:nvSpPr>
          <p:cNvPr id="7" name="TextBox 6"/>
          <p:cNvSpPr txBox="1"/>
          <p:nvPr/>
        </p:nvSpPr>
        <p:spPr>
          <a:xfrm>
            <a:off x="2714612" y="4071942"/>
            <a:ext cx="2071670" cy="369332"/>
          </a:xfrm>
          <a:prstGeom prst="rect">
            <a:avLst/>
          </a:prstGeom>
          <a:noFill/>
        </p:spPr>
        <p:txBody>
          <a:bodyPr wrap="square" rtlCol="0">
            <a:spAutoFit/>
          </a:bodyPr>
          <a:lstStyle/>
          <a:p>
            <a:pPr algn="ctr"/>
            <a:r>
              <a:rPr lang="en-IN" b="1" dirty="0" err="1" smtClean="0">
                <a:solidFill>
                  <a:srgbClr val="006600"/>
                </a:solidFill>
              </a:rPr>
              <a:t>Baghouse</a:t>
            </a:r>
            <a:r>
              <a:rPr lang="en-IN" b="1" dirty="0" smtClean="0">
                <a:solidFill>
                  <a:srgbClr val="006600"/>
                </a:solidFill>
              </a:rPr>
              <a:t> Filter</a:t>
            </a:r>
            <a:endParaRPr lang="en-US" b="1" dirty="0">
              <a:solidFill>
                <a:srgbClr val="006600"/>
              </a:solidFill>
            </a:endParaRPr>
          </a:p>
        </p:txBody>
      </p:sp>
      <p:sp>
        <p:nvSpPr>
          <p:cNvPr id="8" name="TextBox 7"/>
          <p:cNvSpPr txBox="1"/>
          <p:nvPr/>
        </p:nvSpPr>
        <p:spPr>
          <a:xfrm>
            <a:off x="5429256" y="5715016"/>
            <a:ext cx="3714744" cy="369332"/>
          </a:xfrm>
          <a:prstGeom prst="rect">
            <a:avLst/>
          </a:prstGeom>
          <a:noFill/>
        </p:spPr>
        <p:txBody>
          <a:bodyPr wrap="square" rtlCol="0">
            <a:spAutoFit/>
          </a:bodyPr>
          <a:lstStyle/>
          <a:p>
            <a:pPr algn="ctr"/>
            <a:r>
              <a:rPr lang="en-IN" b="1" dirty="0" smtClean="0">
                <a:solidFill>
                  <a:srgbClr val="006600"/>
                </a:solidFill>
              </a:rPr>
              <a:t>Electrostatic Precipitator</a:t>
            </a:r>
            <a:endParaRPr lang="en-US" b="1" dirty="0">
              <a:solidFill>
                <a:srgbClr val="006600"/>
              </a:solidFill>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1"/>
          <p:cNvSpPr txBox="1">
            <a:spLocks noChangeArrowheads="1"/>
          </p:cNvSpPr>
          <p:nvPr/>
        </p:nvSpPr>
        <p:spPr bwMode="auto">
          <a:xfrm>
            <a:off x="457200" y="274638"/>
            <a:ext cx="8229600" cy="1143000"/>
          </a:xfrm>
          <a:prstGeom prst="rect">
            <a:avLst/>
          </a:prstGeom>
          <a:noFill/>
          <a:ln w="9525" cap="flat">
            <a:noFill/>
            <a:round/>
            <a:headEnd/>
            <a:tailEnd/>
          </a:ln>
          <a:effectLst/>
        </p:spPr>
        <p:txBody>
          <a:bodyPr anchor="ctr"/>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dirty="0">
                <a:solidFill>
                  <a:srgbClr val="C3D69B"/>
                </a:solidFill>
                <a:latin typeface="Bahnschrift Light" pitchFamily="32" charset="0"/>
              </a:rPr>
              <a:t>Air </a:t>
            </a:r>
            <a:r>
              <a:rPr lang="en-IN" sz="4400" dirty="0" smtClean="0">
                <a:solidFill>
                  <a:srgbClr val="C3D69B"/>
                </a:solidFill>
                <a:latin typeface="Bahnschrift Light" pitchFamily="32" charset="0"/>
              </a:rPr>
              <a:t>Pollution Control Devices</a:t>
            </a:r>
            <a:endParaRPr lang="en-IN" sz="4400" dirty="0">
              <a:solidFill>
                <a:srgbClr val="C3D69B"/>
              </a:solidFill>
              <a:latin typeface="Bahnschrift Light" pitchFamily="32" charset="0"/>
            </a:endParaRPr>
          </a:p>
        </p:txBody>
      </p:sp>
      <p:sp>
        <p:nvSpPr>
          <p:cNvPr id="6" name="TextBox 5"/>
          <p:cNvSpPr txBox="1"/>
          <p:nvPr/>
        </p:nvSpPr>
        <p:spPr>
          <a:xfrm>
            <a:off x="500066" y="5572140"/>
            <a:ext cx="2071670" cy="369332"/>
          </a:xfrm>
          <a:prstGeom prst="rect">
            <a:avLst/>
          </a:prstGeom>
          <a:noFill/>
        </p:spPr>
        <p:txBody>
          <a:bodyPr wrap="square" rtlCol="0">
            <a:spAutoFit/>
          </a:bodyPr>
          <a:lstStyle/>
          <a:p>
            <a:pPr algn="ctr"/>
            <a:r>
              <a:rPr lang="en-IN" b="1" dirty="0" err="1" smtClean="0">
                <a:solidFill>
                  <a:srgbClr val="006600"/>
                </a:solidFill>
              </a:rPr>
              <a:t>Venturi</a:t>
            </a:r>
            <a:r>
              <a:rPr lang="en-IN" b="1" dirty="0" smtClean="0">
                <a:solidFill>
                  <a:srgbClr val="006600"/>
                </a:solidFill>
              </a:rPr>
              <a:t> Scrubber</a:t>
            </a:r>
            <a:endParaRPr lang="en-US" b="1" dirty="0">
              <a:solidFill>
                <a:srgbClr val="006600"/>
              </a:solidFill>
            </a:endParaRPr>
          </a:p>
        </p:txBody>
      </p:sp>
      <p:sp>
        <p:nvSpPr>
          <p:cNvPr id="7" name="TextBox 6"/>
          <p:cNvSpPr txBox="1"/>
          <p:nvPr/>
        </p:nvSpPr>
        <p:spPr>
          <a:xfrm>
            <a:off x="3428992" y="5572140"/>
            <a:ext cx="2071670" cy="646331"/>
          </a:xfrm>
          <a:prstGeom prst="rect">
            <a:avLst/>
          </a:prstGeom>
          <a:noFill/>
        </p:spPr>
        <p:txBody>
          <a:bodyPr wrap="square" rtlCol="0">
            <a:spAutoFit/>
          </a:bodyPr>
          <a:lstStyle/>
          <a:p>
            <a:pPr algn="ctr"/>
            <a:r>
              <a:rPr lang="en-IN" b="1" dirty="0" smtClean="0">
                <a:solidFill>
                  <a:srgbClr val="006600"/>
                </a:solidFill>
              </a:rPr>
              <a:t>Packed bed Scrubber</a:t>
            </a:r>
            <a:endParaRPr lang="en-US" b="1" dirty="0">
              <a:solidFill>
                <a:srgbClr val="006600"/>
              </a:solidFill>
            </a:endParaRPr>
          </a:p>
        </p:txBody>
      </p:sp>
      <p:sp>
        <p:nvSpPr>
          <p:cNvPr id="8" name="TextBox 7"/>
          <p:cNvSpPr txBox="1"/>
          <p:nvPr/>
        </p:nvSpPr>
        <p:spPr>
          <a:xfrm>
            <a:off x="5429256" y="5715016"/>
            <a:ext cx="3714744" cy="369332"/>
          </a:xfrm>
          <a:prstGeom prst="rect">
            <a:avLst/>
          </a:prstGeom>
          <a:noFill/>
        </p:spPr>
        <p:txBody>
          <a:bodyPr wrap="square" rtlCol="0">
            <a:spAutoFit/>
          </a:bodyPr>
          <a:lstStyle/>
          <a:p>
            <a:pPr algn="ctr"/>
            <a:r>
              <a:rPr lang="en-IN" b="1" dirty="0" smtClean="0">
                <a:solidFill>
                  <a:srgbClr val="006600"/>
                </a:solidFill>
              </a:rPr>
              <a:t>Spay Tower</a:t>
            </a:r>
            <a:endParaRPr lang="en-US" b="1" dirty="0">
              <a:solidFill>
                <a:srgbClr val="006600"/>
              </a:solidFill>
            </a:endParaRPr>
          </a:p>
        </p:txBody>
      </p:sp>
      <p:pic>
        <p:nvPicPr>
          <p:cNvPr id="103426" name="Picture 2" descr="Venturi scrubber - Wikipedia"/>
          <p:cNvPicPr>
            <a:picLocks noChangeAspect="1" noChangeArrowheads="1"/>
          </p:cNvPicPr>
          <p:nvPr/>
        </p:nvPicPr>
        <p:blipFill>
          <a:blip r:embed="rId2" cstate="print"/>
          <a:srcRect/>
          <a:stretch>
            <a:fillRect/>
          </a:stretch>
        </p:blipFill>
        <p:spPr bwMode="auto">
          <a:xfrm>
            <a:off x="1" y="1500175"/>
            <a:ext cx="2726134" cy="3643337"/>
          </a:xfrm>
          <a:prstGeom prst="rect">
            <a:avLst/>
          </a:prstGeom>
          <a:noFill/>
        </p:spPr>
      </p:pic>
      <p:pic>
        <p:nvPicPr>
          <p:cNvPr id="103428" name="Picture 4" descr="Packed Bed Wet Scrubbers - Acid Gas-Odors-Fumes | Monroe Environmental"/>
          <p:cNvPicPr>
            <a:picLocks noChangeAspect="1" noChangeArrowheads="1"/>
          </p:cNvPicPr>
          <p:nvPr/>
        </p:nvPicPr>
        <p:blipFill>
          <a:blip r:embed="rId3" cstate="print"/>
          <a:srcRect/>
          <a:stretch>
            <a:fillRect/>
          </a:stretch>
        </p:blipFill>
        <p:spPr bwMode="auto">
          <a:xfrm>
            <a:off x="2786050" y="1571612"/>
            <a:ext cx="2801249" cy="3429024"/>
          </a:xfrm>
          <a:prstGeom prst="rect">
            <a:avLst/>
          </a:prstGeom>
          <a:noFill/>
        </p:spPr>
      </p:pic>
      <p:pic>
        <p:nvPicPr>
          <p:cNvPr id="103430" name="Picture 6" descr="Monitoring by Control Technique - Wet Scrubber For Particulate ..."/>
          <p:cNvPicPr>
            <a:picLocks noChangeAspect="1" noChangeArrowheads="1"/>
          </p:cNvPicPr>
          <p:nvPr/>
        </p:nvPicPr>
        <p:blipFill>
          <a:blip r:embed="rId4" cstate="print"/>
          <a:srcRect/>
          <a:stretch>
            <a:fillRect/>
          </a:stretch>
        </p:blipFill>
        <p:spPr bwMode="auto">
          <a:xfrm>
            <a:off x="5595755" y="1500174"/>
            <a:ext cx="3548245" cy="3214710"/>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ext Box 1"/>
          <p:cNvSpPr txBox="1">
            <a:spLocks noChangeArrowheads="1"/>
          </p:cNvSpPr>
          <p:nvPr/>
        </p:nvSpPr>
        <p:spPr bwMode="auto">
          <a:xfrm>
            <a:off x="457200" y="274638"/>
            <a:ext cx="8229600" cy="1143000"/>
          </a:xfrm>
          <a:prstGeom prst="rect">
            <a:avLst/>
          </a:prstGeom>
          <a:noFill/>
          <a:ln w="9525" cap="flat">
            <a:noFill/>
            <a:round/>
            <a:headEnd/>
            <a:tailEnd/>
          </a:ln>
          <a:effectLst/>
        </p:spPr>
        <p:txBody>
          <a:bodyPr anchor="ctr"/>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a:solidFill>
                  <a:srgbClr val="C3D69B"/>
                </a:solidFill>
                <a:latin typeface="Bahnschrift Light" pitchFamily="32" charset="0"/>
              </a:rPr>
              <a:t>Ill Effects of Fireworks</a:t>
            </a:r>
          </a:p>
        </p:txBody>
      </p:sp>
      <p:sp>
        <p:nvSpPr>
          <p:cNvPr id="19458" name="Text Box 2"/>
          <p:cNvSpPr txBox="1">
            <a:spLocks noChangeArrowheads="1"/>
          </p:cNvSpPr>
          <p:nvPr/>
        </p:nvSpPr>
        <p:spPr bwMode="auto">
          <a:xfrm>
            <a:off x="357158" y="1643050"/>
            <a:ext cx="8229600" cy="4411675"/>
          </a:xfrm>
          <a:prstGeom prst="rect">
            <a:avLst/>
          </a:prstGeom>
          <a:noFill/>
          <a:ln w="9525" cap="flat">
            <a:noFill/>
            <a:round/>
            <a:headEnd/>
            <a:tailEnd/>
          </a:ln>
          <a:effectLst/>
        </p:spPr>
        <p:txBody>
          <a:bodyPr/>
          <a:lstStyle/>
          <a:p>
            <a:pPr marL="339725" indent="-339725" eaLnBrk="1" hangingPunct="1">
              <a:lnSpc>
                <a:spcPct val="80000"/>
              </a:lnSpc>
              <a:spcBef>
                <a:spcPts val="625"/>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500" b="1" dirty="0">
                <a:solidFill>
                  <a:srgbClr val="003E07"/>
                </a:solidFill>
                <a:latin typeface="Bahnschrift" pitchFamily="32" charset="0"/>
              </a:rPr>
              <a:t>Fire Hazards</a:t>
            </a:r>
            <a:r>
              <a:rPr lang="en-US" sz="2500" dirty="0">
                <a:solidFill>
                  <a:srgbClr val="003E07"/>
                </a:solidFill>
                <a:latin typeface="Bahnschrift" pitchFamily="32" charset="0"/>
              </a:rPr>
              <a:t>: Fireworks can set fire to huts, heaps of dry grass and even houses.</a:t>
            </a:r>
          </a:p>
          <a:p>
            <a:pPr marL="339725" indent="-339725" eaLnBrk="1" hangingPunct="1">
              <a:lnSpc>
                <a:spcPct val="80000"/>
              </a:lnSpc>
              <a:spcBef>
                <a:spcPts val="625"/>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500" b="1" dirty="0">
                <a:solidFill>
                  <a:srgbClr val="003E07"/>
                </a:solidFill>
                <a:latin typeface="Bahnschrift" pitchFamily="32" charset="0"/>
              </a:rPr>
              <a:t>Noise Pollution</a:t>
            </a:r>
            <a:r>
              <a:rPr lang="en-US" sz="2500" dirty="0">
                <a:solidFill>
                  <a:srgbClr val="003E07"/>
                </a:solidFill>
                <a:latin typeface="Bahnschrift" pitchFamily="32" charset="0"/>
              </a:rPr>
              <a:t>: Firecrackers make more noise than the allowed decibel limit.</a:t>
            </a:r>
          </a:p>
          <a:p>
            <a:pPr marL="339725" indent="-339725" eaLnBrk="1" hangingPunct="1">
              <a:lnSpc>
                <a:spcPct val="80000"/>
              </a:lnSpc>
              <a:spcBef>
                <a:spcPts val="625"/>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500" b="1" dirty="0">
                <a:solidFill>
                  <a:srgbClr val="003E07"/>
                </a:solidFill>
                <a:latin typeface="Bahnschrift" pitchFamily="32" charset="0"/>
              </a:rPr>
              <a:t>Air Pollution</a:t>
            </a:r>
            <a:r>
              <a:rPr lang="en-US" sz="2500" dirty="0">
                <a:solidFill>
                  <a:srgbClr val="003E07"/>
                </a:solidFill>
                <a:latin typeface="Bahnschrift" pitchFamily="32" charset="0"/>
              </a:rPr>
              <a:t>: Components of the smog caused by firecrackers are harmful when inhaled. Such as, </a:t>
            </a:r>
          </a:p>
          <a:p>
            <a:pPr marL="739775" lvl="1" indent="-282575" eaLnBrk="1" hangingPunct="1">
              <a:lnSpc>
                <a:spcPct val="80000"/>
              </a:lnSpc>
              <a:spcBef>
                <a:spcPts val="5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200" b="1" dirty="0">
                <a:solidFill>
                  <a:srgbClr val="4F6228"/>
                </a:solidFill>
                <a:latin typeface="Bahnschrift" pitchFamily="32" charset="0"/>
              </a:rPr>
              <a:t>Copper</a:t>
            </a:r>
            <a:r>
              <a:rPr lang="en-US" sz="2200" dirty="0">
                <a:solidFill>
                  <a:srgbClr val="4F6228"/>
                </a:solidFill>
                <a:latin typeface="Bahnschrift" pitchFamily="32" charset="0"/>
              </a:rPr>
              <a:t> causes irritation in the respiratory tract. Cadmium causes anemia.</a:t>
            </a:r>
          </a:p>
          <a:p>
            <a:pPr marL="739775" lvl="1" indent="-282575" eaLnBrk="1" hangingPunct="1">
              <a:lnSpc>
                <a:spcPct val="80000"/>
              </a:lnSpc>
              <a:spcBef>
                <a:spcPts val="5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200" b="1" dirty="0">
                <a:solidFill>
                  <a:srgbClr val="4F6228"/>
                </a:solidFill>
                <a:latin typeface="Bahnschrift" pitchFamily="32" charset="0"/>
              </a:rPr>
              <a:t>Lead</a:t>
            </a:r>
            <a:r>
              <a:rPr lang="en-US" sz="2200" dirty="0">
                <a:solidFill>
                  <a:srgbClr val="4F6228"/>
                </a:solidFill>
                <a:latin typeface="Bahnschrift" pitchFamily="32" charset="0"/>
              </a:rPr>
              <a:t> in the body has a harmful effect on the nervous system.</a:t>
            </a:r>
          </a:p>
          <a:p>
            <a:pPr marL="739775" lvl="1" indent="-282575" eaLnBrk="1" hangingPunct="1">
              <a:lnSpc>
                <a:spcPct val="80000"/>
              </a:lnSpc>
              <a:spcBef>
                <a:spcPts val="5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200" b="1" dirty="0">
                <a:solidFill>
                  <a:srgbClr val="4F6228"/>
                </a:solidFill>
                <a:latin typeface="Bahnschrift" pitchFamily="32" charset="0"/>
              </a:rPr>
              <a:t>Magnesium</a:t>
            </a:r>
            <a:r>
              <a:rPr lang="en-US" sz="2200" dirty="0">
                <a:solidFill>
                  <a:srgbClr val="4F6228"/>
                </a:solidFill>
                <a:latin typeface="Bahnschrift" pitchFamily="32" charset="0"/>
              </a:rPr>
              <a:t>: Magnesium and zinc fumes cause metal fume fever. </a:t>
            </a:r>
          </a:p>
          <a:p>
            <a:pPr marL="739775" lvl="1" indent="-282575" eaLnBrk="1" hangingPunct="1">
              <a:lnSpc>
                <a:spcPct val="80000"/>
              </a:lnSpc>
              <a:spcBef>
                <a:spcPts val="5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200" b="1" dirty="0">
                <a:solidFill>
                  <a:srgbClr val="4F6228"/>
                </a:solidFill>
                <a:latin typeface="Bahnschrift" pitchFamily="32" charset="0"/>
              </a:rPr>
              <a:t>Smokes</a:t>
            </a:r>
            <a:r>
              <a:rPr lang="en-US" sz="2200" dirty="0">
                <a:solidFill>
                  <a:srgbClr val="4F6228"/>
                </a:solidFill>
                <a:latin typeface="Bahnschrift" pitchFamily="32" charset="0"/>
              </a:rPr>
              <a:t> from fireworks causes reduced visibility.</a:t>
            </a:r>
          </a:p>
        </p:txBody>
      </p:sp>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ext Box 1"/>
          <p:cNvSpPr txBox="1">
            <a:spLocks noChangeArrowheads="1"/>
          </p:cNvSpPr>
          <p:nvPr/>
        </p:nvSpPr>
        <p:spPr bwMode="auto">
          <a:xfrm>
            <a:off x="457200" y="274638"/>
            <a:ext cx="8229600" cy="1143000"/>
          </a:xfrm>
          <a:prstGeom prst="rect">
            <a:avLst/>
          </a:prstGeom>
          <a:noFill/>
          <a:ln w="9525" cap="flat">
            <a:noFill/>
            <a:round/>
            <a:headEnd/>
            <a:tailEnd/>
          </a:ln>
          <a:effectLst/>
        </p:spPr>
        <p:txBody>
          <a:bodyPr anchor="ctr"/>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a:solidFill>
                  <a:srgbClr val="C3D69B"/>
                </a:solidFill>
                <a:latin typeface="Bahnschrift Light" pitchFamily="32" charset="0"/>
              </a:rPr>
              <a:t>Water Pollution </a:t>
            </a:r>
          </a:p>
        </p:txBody>
      </p:sp>
      <p:sp>
        <p:nvSpPr>
          <p:cNvPr id="20482" name="Text Box 2"/>
          <p:cNvSpPr txBox="1">
            <a:spLocks noChangeArrowheads="1"/>
          </p:cNvSpPr>
          <p:nvPr/>
        </p:nvSpPr>
        <p:spPr bwMode="auto">
          <a:xfrm>
            <a:off x="457200" y="1600200"/>
            <a:ext cx="4829180" cy="4525963"/>
          </a:xfrm>
          <a:prstGeom prst="rect">
            <a:avLst/>
          </a:prstGeom>
          <a:noFill/>
          <a:ln w="9525" cap="flat">
            <a:noFill/>
            <a:round/>
            <a:headEnd/>
            <a:tailEnd/>
          </a:ln>
          <a:effectLst/>
        </p:spPr>
        <p:txBody>
          <a:bodyPr/>
          <a:lstStyle/>
          <a:p>
            <a:pPr marL="339725" indent="-339725" eaLnBrk="1" hangingPunct="1">
              <a:spcBef>
                <a:spcPts val="8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800" dirty="0">
                <a:solidFill>
                  <a:srgbClr val="003E07"/>
                </a:solidFill>
                <a:latin typeface="Bahnschrift" pitchFamily="32" charset="0"/>
              </a:rPr>
              <a:t>The addition of various organic and inorganic substances that change the physical and chemical properties of water thereby leading to detrimental effects on living organisms and reducing water usability is termed as water pollution. </a:t>
            </a:r>
          </a:p>
          <a:p>
            <a:pPr marL="341313" indent="-339725" eaLnBrk="1" hangingPunct="1">
              <a:spcBef>
                <a:spcPts val="800"/>
              </a:spcBef>
              <a:buClrTx/>
              <a:buFontTx/>
              <a:buNone/>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endParaRPr lang="en-US" sz="2800" dirty="0">
              <a:solidFill>
                <a:srgbClr val="003E07"/>
              </a:solidFill>
              <a:latin typeface="Bahnschrift" pitchFamily="32" charset="0"/>
            </a:endParaRPr>
          </a:p>
        </p:txBody>
      </p:sp>
      <p:sp>
        <p:nvSpPr>
          <p:cNvPr id="20483" name="Text Box 3"/>
          <p:cNvSpPr txBox="1">
            <a:spLocks noChangeArrowheads="1"/>
          </p:cNvSpPr>
          <p:nvPr/>
        </p:nvSpPr>
        <p:spPr bwMode="auto">
          <a:xfrm>
            <a:off x="457200" y="6356350"/>
            <a:ext cx="2133600" cy="365125"/>
          </a:xfrm>
          <a:prstGeom prst="rect">
            <a:avLst/>
          </a:prstGeom>
          <a:noFill/>
          <a:ln w="9525" cap="flat">
            <a:noFill/>
            <a:round/>
            <a:headEnd/>
            <a:tailEnd/>
          </a:ln>
          <a:effectLst/>
        </p:spPr>
        <p:txBody>
          <a:bodyPr lIns="90000" tIns="46800" rIns="90000" bIns="46800" anchor="ctr"/>
          <a:lstStyle/>
          <a:p>
            <a:pP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a:solidFill>
                  <a:srgbClr val="EBF1DE"/>
                </a:solidFill>
              </a:rPr>
              <a:t>12/03/19</a:t>
            </a:r>
          </a:p>
        </p:txBody>
      </p:sp>
      <p:pic>
        <p:nvPicPr>
          <p:cNvPr id="37890" name="Picture 2" descr="World Water Day 2019: What are the biggest water problems facing ..."/>
          <p:cNvPicPr>
            <a:picLocks noChangeAspect="1" noChangeArrowheads="1"/>
          </p:cNvPicPr>
          <p:nvPr/>
        </p:nvPicPr>
        <p:blipFill>
          <a:blip r:embed="rId3" cstate="print"/>
          <a:srcRect/>
          <a:stretch>
            <a:fillRect/>
          </a:stretch>
        </p:blipFill>
        <p:spPr bwMode="auto">
          <a:xfrm>
            <a:off x="5281650" y="1500174"/>
            <a:ext cx="3862350" cy="2717211"/>
          </a:xfrm>
          <a:prstGeom prst="rect">
            <a:avLst/>
          </a:prstGeom>
          <a:noFill/>
        </p:spPr>
      </p:pic>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ext Box 1"/>
          <p:cNvSpPr txBox="1">
            <a:spLocks noChangeArrowheads="1"/>
          </p:cNvSpPr>
          <p:nvPr/>
        </p:nvSpPr>
        <p:spPr bwMode="auto">
          <a:xfrm>
            <a:off x="457200" y="274638"/>
            <a:ext cx="8229600" cy="1143000"/>
          </a:xfrm>
          <a:prstGeom prst="rect">
            <a:avLst/>
          </a:prstGeom>
          <a:noFill/>
          <a:ln w="9525" cap="flat">
            <a:noFill/>
            <a:round/>
            <a:headEnd/>
            <a:tailEnd/>
          </a:ln>
          <a:effectLst/>
        </p:spPr>
        <p:txBody>
          <a:bodyPr anchor="ctr"/>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a:solidFill>
                  <a:srgbClr val="C3D69B"/>
                </a:solidFill>
                <a:latin typeface="Bahnschrift Light" pitchFamily="32" charset="0"/>
              </a:rPr>
              <a:t>Causes of Water Pollution</a:t>
            </a:r>
          </a:p>
        </p:txBody>
      </p:sp>
      <p:sp>
        <p:nvSpPr>
          <p:cNvPr id="21506" name="Text Box 2"/>
          <p:cNvSpPr txBox="1">
            <a:spLocks noChangeArrowheads="1"/>
          </p:cNvSpPr>
          <p:nvPr/>
        </p:nvSpPr>
        <p:spPr bwMode="auto">
          <a:xfrm>
            <a:off x="457200" y="1600200"/>
            <a:ext cx="8229600" cy="4492625"/>
          </a:xfrm>
          <a:prstGeom prst="rect">
            <a:avLst/>
          </a:prstGeom>
          <a:noFill/>
          <a:ln w="9525" cap="flat">
            <a:noFill/>
            <a:round/>
            <a:headEnd/>
            <a:tailEnd/>
          </a:ln>
          <a:effectLst/>
        </p:spPr>
        <p:txBody>
          <a:bodyPr/>
          <a:lstStyle/>
          <a:p>
            <a:pPr marL="339725" indent="-339725" eaLnBrk="1" hangingPunct="1">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000">
                <a:solidFill>
                  <a:srgbClr val="003E07"/>
                </a:solidFill>
                <a:latin typeface="Bahnschrift" pitchFamily="32" charset="0"/>
              </a:rPr>
              <a:t>Natural Causes-</a:t>
            </a:r>
          </a:p>
          <a:p>
            <a:pPr marL="739775" lvl="1" indent="-282575" eaLnBrk="1" hangingPunct="1">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000" b="1">
                <a:solidFill>
                  <a:srgbClr val="4F6228"/>
                </a:solidFill>
                <a:latin typeface="Bahnschrift" pitchFamily="32" charset="0"/>
              </a:rPr>
              <a:t>Soil erosion </a:t>
            </a:r>
            <a:r>
              <a:rPr lang="en-US" sz="2000">
                <a:solidFill>
                  <a:srgbClr val="4F6228"/>
                </a:solidFill>
                <a:latin typeface="Bahnschrift" pitchFamily="32" charset="0"/>
              </a:rPr>
              <a:t>due to rain, floods, high speed wind.</a:t>
            </a:r>
          </a:p>
          <a:p>
            <a:pPr marL="739775" lvl="1" indent="-282575" eaLnBrk="1" hangingPunct="1">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000" b="1">
                <a:solidFill>
                  <a:srgbClr val="4F6228"/>
                </a:solidFill>
                <a:latin typeface="Bahnschrift" pitchFamily="32" charset="0"/>
              </a:rPr>
              <a:t>Deposition of dead and decaying remains</a:t>
            </a:r>
            <a:r>
              <a:rPr lang="en-US" sz="2000">
                <a:solidFill>
                  <a:srgbClr val="4F6228"/>
                </a:solidFill>
                <a:latin typeface="Bahnschrift" pitchFamily="32" charset="0"/>
              </a:rPr>
              <a:t> of plants and animals.</a:t>
            </a:r>
          </a:p>
          <a:p>
            <a:pPr marL="339725" indent="-339725" eaLnBrk="1" hangingPunct="1">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000">
                <a:solidFill>
                  <a:srgbClr val="003E07"/>
                </a:solidFill>
                <a:latin typeface="Bahnschrift" pitchFamily="32" charset="0"/>
              </a:rPr>
              <a:t>Man-made Causes-</a:t>
            </a:r>
          </a:p>
          <a:p>
            <a:pPr marL="739775" lvl="1" indent="-282575" eaLnBrk="1" hangingPunct="1">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000" b="1">
                <a:solidFill>
                  <a:srgbClr val="4F6228"/>
                </a:solidFill>
                <a:latin typeface="Bahnschrift" pitchFamily="32" charset="0"/>
              </a:rPr>
              <a:t>Sewage and other wastes: </a:t>
            </a:r>
            <a:r>
              <a:rPr lang="en-US" sz="2000">
                <a:solidFill>
                  <a:srgbClr val="4F6228"/>
                </a:solidFill>
                <a:latin typeface="Bahnschrift" pitchFamily="32" charset="0"/>
              </a:rPr>
              <a:t>Includes papers, cloth, soap, detergents, waste. </a:t>
            </a:r>
          </a:p>
          <a:p>
            <a:pPr marL="739775" lvl="1" indent="-282575" eaLnBrk="1" hangingPunct="1">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000" b="1">
                <a:solidFill>
                  <a:srgbClr val="4F6228"/>
                </a:solidFill>
                <a:latin typeface="Bahnschrift" pitchFamily="32" charset="0"/>
              </a:rPr>
              <a:t>Industrial waste: </a:t>
            </a:r>
            <a:r>
              <a:rPr lang="en-US" sz="2000">
                <a:solidFill>
                  <a:srgbClr val="4F6228"/>
                </a:solidFill>
                <a:latin typeface="Bahnschrift" pitchFamily="32" charset="0"/>
              </a:rPr>
              <a:t>effluents such as oil, grease, plastic, metals, acids and other toxic chemicals.</a:t>
            </a:r>
          </a:p>
          <a:p>
            <a:pPr marL="739775" lvl="1" indent="-282575" eaLnBrk="1" hangingPunct="1">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000" b="1">
                <a:solidFill>
                  <a:srgbClr val="4F6228"/>
                </a:solidFill>
                <a:latin typeface="Bahnschrift" pitchFamily="32" charset="0"/>
              </a:rPr>
              <a:t>Agricultural waste: </a:t>
            </a:r>
            <a:r>
              <a:rPr lang="en-US" sz="2000">
                <a:solidFill>
                  <a:srgbClr val="4F6228"/>
                </a:solidFill>
                <a:latin typeface="Bahnschrift" pitchFamily="32" charset="0"/>
              </a:rPr>
              <a:t>fertilizers, pesticides.</a:t>
            </a:r>
          </a:p>
          <a:p>
            <a:pPr marL="739775" lvl="1" indent="-282575" eaLnBrk="1" hangingPunct="1">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000" b="1">
                <a:solidFill>
                  <a:srgbClr val="4F6228"/>
                </a:solidFill>
                <a:latin typeface="Bahnschrift" pitchFamily="32" charset="0"/>
              </a:rPr>
              <a:t>Human activities: </a:t>
            </a:r>
            <a:r>
              <a:rPr lang="en-US" sz="2000">
                <a:solidFill>
                  <a:srgbClr val="4F6228"/>
                </a:solidFill>
                <a:latin typeface="Bahnschrift" pitchFamily="32" charset="0"/>
              </a:rPr>
              <a:t>bathing, washing clothes (use of synthetic detergents).</a:t>
            </a:r>
          </a:p>
          <a:p>
            <a:pPr marL="739775" lvl="1" indent="-282575" eaLnBrk="1" hangingPunct="1">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000" b="1">
                <a:solidFill>
                  <a:srgbClr val="4F6228"/>
                </a:solidFill>
                <a:latin typeface="Bahnschrift" pitchFamily="32" charset="0"/>
              </a:rPr>
              <a:t>Customs and traditions: </a:t>
            </a:r>
            <a:r>
              <a:rPr lang="en-US" sz="2000">
                <a:solidFill>
                  <a:srgbClr val="4F6228"/>
                </a:solidFill>
                <a:latin typeface="Bahnschrift" pitchFamily="32" charset="0"/>
              </a:rPr>
              <a:t>disposal of dead bodies, immersion of idols of gods. </a:t>
            </a:r>
          </a:p>
        </p:txBody>
      </p:sp>
      <p:sp>
        <p:nvSpPr>
          <p:cNvPr id="21507" name="Text Box 3"/>
          <p:cNvSpPr txBox="1">
            <a:spLocks noChangeArrowheads="1"/>
          </p:cNvSpPr>
          <p:nvPr/>
        </p:nvSpPr>
        <p:spPr bwMode="auto">
          <a:xfrm>
            <a:off x="457200" y="6356350"/>
            <a:ext cx="2133600" cy="365125"/>
          </a:xfrm>
          <a:prstGeom prst="rect">
            <a:avLst/>
          </a:prstGeom>
          <a:noFill/>
          <a:ln w="9525" cap="flat">
            <a:noFill/>
            <a:round/>
            <a:headEnd/>
            <a:tailEnd/>
          </a:ln>
          <a:effectLst/>
        </p:spPr>
        <p:txBody>
          <a:bodyPr lIns="90000" tIns="46800" rIns="90000" bIns="46800" anchor="ctr"/>
          <a:lstStyle/>
          <a:p>
            <a:pP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a:solidFill>
                  <a:srgbClr val="EBF1DE"/>
                </a:solidFill>
              </a:rPr>
              <a:t>12/03/19</a:t>
            </a:r>
          </a:p>
        </p:txBody>
      </p:sp>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ext Box 1"/>
          <p:cNvSpPr txBox="1">
            <a:spLocks noChangeArrowheads="1"/>
          </p:cNvSpPr>
          <p:nvPr/>
        </p:nvSpPr>
        <p:spPr bwMode="auto">
          <a:xfrm>
            <a:off x="457200" y="274638"/>
            <a:ext cx="8229600" cy="1143000"/>
          </a:xfrm>
          <a:prstGeom prst="rect">
            <a:avLst/>
          </a:prstGeom>
          <a:noFill/>
          <a:ln w="9525" cap="flat">
            <a:noFill/>
            <a:round/>
            <a:headEnd/>
            <a:tailEnd/>
          </a:ln>
          <a:effectLst/>
        </p:spPr>
        <p:txBody>
          <a:bodyPr anchor="ctr"/>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a:solidFill>
                  <a:srgbClr val="C3D69B"/>
                </a:solidFill>
                <a:latin typeface="Bahnschrift Light" pitchFamily="32" charset="0"/>
              </a:rPr>
              <a:t>Sources of water pollutants</a:t>
            </a:r>
          </a:p>
        </p:txBody>
      </p:sp>
      <p:sp>
        <p:nvSpPr>
          <p:cNvPr id="22530" name="Text Box 2"/>
          <p:cNvSpPr txBox="1">
            <a:spLocks noChangeArrowheads="1"/>
          </p:cNvSpPr>
          <p:nvPr/>
        </p:nvSpPr>
        <p:spPr bwMode="auto">
          <a:xfrm>
            <a:off x="457200" y="1600200"/>
            <a:ext cx="8115328" cy="4525963"/>
          </a:xfrm>
          <a:prstGeom prst="rect">
            <a:avLst/>
          </a:prstGeom>
          <a:noFill/>
          <a:ln w="9525" cap="flat">
            <a:noFill/>
            <a:round/>
            <a:headEnd/>
            <a:tailEnd/>
          </a:ln>
          <a:effectLst/>
        </p:spPr>
        <p:txBody>
          <a:bodyPr/>
          <a:lstStyle/>
          <a:p>
            <a:pPr marL="339725" indent="-339725" eaLnBrk="1" hangingPunct="1">
              <a:spcBef>
                <a:spcPts val="8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800" dirty="0">
                <a:solidFill>
                  <a:srgbClr val="003E07"/>
                </a:solidFill>
                <a:latin typeface="Bahnschrift" pitchFamily="32" charset="0"/>
              </a:rPr>
              <a:t>Point sources</a:t>
            </a:r>
          </a:p>
          <a:p>
            <a:pPr marL="739775" lvl="1" indent="-282575" eaLnBrk="1" hangingPunct="1">
              <a:spcBef>
                <a:spcPts val="7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400" dirty="0">
                <a:solidFill>
                  <a:srgbClr val="4F6228"/>
                </a:solidFill>
                <a:latin typeface="Bahnschrift" pitchFamily="32" charset="0"/>
              </a:rPr>
              <a:t>Pollutants enter the water at a single point. Examples: sewage treatment plant and factories.  These can be regulated through law.</a:t>
            </a:r>
          </a:p>
          <a:p>
            <a:pPr marL="339725" indent="-339725" eaLnBrk="1" hangingPunct="1">
              <a:spcBef>
                <a:spcPts val="8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800" dirty="0">
                <a:solidFill>
                  <a:srgbClr val="003E07"/>
                </a:solidFill>
                <a:latin typeface="Bahnschrift" pitchFamily="32" charset="0"/>
              </a:rPr>
              <a:t>Non point source</a:t>
            </a:r>
          </a:p>
          <a:p>
            <a:pPr marL="739775" lvl="1" indent="-282575" eaLnBrk="1" hangingPunct="1">
              <a:spcBef>
                <a:spcPts val="7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400" dirty="0">
                <a:solidFill>
                  <a:srgbClr val="4F6228"/>
                </a:solidFill>
                <a:latin typeface="Bahnschrift" pitchFamily="32" charset="0"/>
              </a:rPr>
              <a:t>pollutants enter the water over large areas. Examples: Surface run off, mining wastes, municipal wastes, acid rain and soil erosion</a:t>
            </a:r>
          </a:p>
        </p:txBody>
      </p:sp>
      <p:sp>
        <p:nvSpPr>
          <p:cNvPr id="22531" name="Text Box 3"/>
          <p:cNvSpPr txBox="1">
            <a:spLocks noChangeArrowheads="1"/>
          </p:cNvSpPr>
          <p:nvPr/>
        </p:nvSpPr>
        <p:spPr bwMode="auto">
          <a:xfrm>
            <a:off x="457200" y="6356350"/>
            <a:ext cx="2133600" cy="365125"/>
          </a:xfrm>
          <a:prstGeom prst="rect">
            <a:avLst/>
          </a:prstGeom>
          <a:noFill/>
          <a:ln w="9525" cap="flat">
            <a:noFill/>
            <a:round/>
            <a:headEnd/>
            <a:tailEnd/>
          </a:ln>
          <a:effectLst/>
        </p:spPr>
        <p:txBody>
          <a:bodyPr lIns="90000" tIns="46800" rIns="90000" bIns="46800" anchor="ctr"/>
          <a:lstStyle/>
          <a:p>
            <a:pP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a:solidFill>
                  <a:srgbClr val="EBF1DE"/>
                </a:solidFill>
              </a:rPr>
              <a:t>12/03/19</a:t>
            </a:r>
          </a:p>
        </p:txBody>
      </p:sp>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ext Box 1"/>
          <p:cNvSpPr txBox="1">
            <a:spLocks noChangeArrowheads="1"/>
          </p:cNvSpPr>
          <p:nvPr/>
        </p:nvSpPr>
        <p:spPr bwMode="auto">
          <a:xfrm>
            <a:off x="457200" y="274638"/>
            <a:ext cx="8229600" cy="1143000"/>
          </a:xfrm>
          <a:prstGeom prst="rect">
            <a:avLst/>
          </a:prstGeom>
          <a:noFill/>
          <a:ln w="9525" cap="flat">
            <a:noFill/>
            <a:round/>
            <a:headEnd/>
            <a:tailEnd/>
          </a:ln>
          <a:effectLst/>
        </p:spPr>
        <p:txBody>
          <a:bodyPr anchor="ctr"/>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4400">
                <a:solidFill>
                  <a:srgbClr val="C3D69B"/>
                </a:solidFill>
                <a:latin typeface="Bahnschrift Light" pitchFamily="32" charset="0"/>
              </a:rPr>
              <a:t>Water Pollutants and its effects</a:t>
            </a:r>
          </a:p>
        </p:txBody>
      </p:sp>
      <p:sp>
        <p:nvSpPr>
          <p:cNvPr id="23554" name="Text Box 2"/>
          <p:cNvSpPr txBox="1">
            <a:spLocks noChangeArrowheads="1"/>
          </p:cNvSpPr>
          <p:nvPr/>
        </p:nvSpPr>
        <p:spPr bwMode="auto">
          <a:xfrm>
            <a:off x="457200" y="1600200"/>
            <a:ext cx="8229600" cy="4525963"/>
          </a:xfrm>
          <a:prstGeom prst="rect">
            <a:avLst/>
          </a:prstGeom>
          <a:noFill/>
          <a:ln w="9525" cap="flat">
            <a:noFill/>
            <a:round/>
            <a:headEnd/>
            <a:tailEnd/>
          </a:ln>
          <a:effectLst/>
        </p:spPr>
        <p:txBody>
          <a:bodyPr/>
          <a:lstStyle/>
          <a:p>
            <a:pPr marL="339725" indent="-339725" eaLnBrk="1" hangingPunct="1">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b="1" dirty="0">
                <a:solidFill>
                  <a:srgbClr val="003E07"/>
                </a:solidFill>
                <a:latin typeface="Bahnschrift" pitchFamily="32" charset="0"/>
              </a:rPr>
              <a:t>Sediments</a:t>
            </a:r>
            <a:r>
              <a:rPr lang="en-US" dirty="0">
                <a:solidFill>
                  <a:srgbClr val="003E07"/>
                </a:solidFill>
                <a:latin typeface="Bahnschrift" pitchFamily="32" charset="0"/>
              </a:rPr>
              <a:t>: Excessive amounts of soil particles carried by flowing water, when there is severe soil erosion. Sediments cloud the water and reduces photosynthesis, destroys feeding ground of fishes, clogs reservoirs and channels.</a:t>
            </a:r>
          </a:p>
          <a:p>
            <a:pPr marL="339725" indent="-339725" eaLnBrk="1" hangingPunct="1">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b="1" dirty="0">
                <a:solidFill>
                  <a:srgbClr val="003E07"/>
                </a:solidFill>
                <a:latin typeface="Bahnschrift" pitchFamily="32" charset="0"/>
              </a:rPr>
              <a:t>Oxygen-demanding wastes (BOD and COD)</a:t>
            </a:r>
            <a:r>
              <a:rPr lang="en-US" dirty="0">
                <a:solidFill>
                  <a:srgbClr val="003E07"/>
                </a:solidFill>
                <a:latin typeface="Bahnschrift" pitchFamily="32" charset="0"/>
              </a:rPr>
              <a:t>: Organic waste such as animal manure and plant debris that are decomposed by bacteria, from sewage, animal feedlots, paper mills, and food processing facilities. These bacteria deplete the oxygen and causes death of fish.</a:t>
            </a:r>
          </a:p>
          <a:p>
            <a:pPr marL="339725" indent="-339725" eaLnBrk="1" hangingPunct="1">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b="1" dirty="0">
                <a:solidFill>
                  <a:srgbClr val="003E07"/>
                </a:solidFill>
                <a:latin typeface="Bahnschrift" pitchFamily="32" charset="0"/>
              </a:rPr>
              <a:t>Infectious microorganisms (Pathogens)</a:t>
            </a:r>
            <a:r>
              <a:rPr lang="en-US" dirty="0">
                <a:solidFill>
                  <a:srgbClr val="003E07"/>
                </a:solidFill>
                <a:latin typeface="Bahnschrift" pitchFamily="32" charset="0"/>
              </a:rPr>
              <a:t>: Parasitic worms, viruses and bacteria from infected organisms as well as human and animal wastes. They are responsible for water borne diseases.</a:t>
            </a:r>
          </a:p>
          <a:p>
            <a:pPr marL="339725" indent="-339725" eaLnBrk="1" hangingPunct="1">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b="1" dirty="0">
                <a:solidFill>
                  <a:srgbClr val="003E07"/>
                </a:solidFill>
                <a:latin typeface="Bahnschrift" pitchFamily="32" charset="0"/>
              </a:rPr>
              <a:t>Synthetic chemicals</a:t>
            </a:r>
            <a:r>
              <a:rPr lang="en-US" dirty="0">
                <a:solidFill>
                  <a:srgbClr val="003E07"/>
                </a:solidFill>
                <a:latin typeface="Bahnschrift" pitchFamily="32" charset="0"/>
              </a:rPr>
              <a:t>: Synthetic chemicals from industrial effluents, surface runoff, and cleaning agents. These chemicals causes health problems for humans and harm fishes.</a:t>
            </a:r>
          </a:p>
        </p:txBody>
      </p:sp>
      <p:sp>
        <p:nvSpPr>
          <p:cNvPr id="23555" name="Text Box 3"/>
          <p:cNvSpPr txBox="1">
            <a:spLocks noChangeArrowheads="1"/>
          </p:cNvSpPr>
          <p:nvPr/>
        </p:nvSpPr>
        <p:spPr bwMode="auto">
          <a:xfrm>
            <a:off x="457200" y="6356350"/>
            <a:ext cx="2133600" cy="365125"/>
          </a:xfrm>
          <a:prstGeom prst="rect">
            <a:avLst/>
          </a:prstGeom>
          <a:noFill/>
          <a:ln w="9525" cap="flat">
            <a:noFill/>
            <a:round/>
            <a:headEnd/>
            <a:tailEnd/>
          </a:ln>
          <a:effectLst/>
        </p:spPr>
        <p:txBody>
          <a:bodyPr lIns="90000" tIns="46800" rIns="90000" bIns="46800" anchor="ctr"/>
          <a:lstStyle/>
          <a:p>
            <a:pP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a:solidFill>
                  <a:srgbClr val="EBF1DE"/>
                </a:solidFill>
              </a:rPr>
              <a:t>12/03/19</a:t>
            </a:r>
          </a:p>
        </p:txBody>
      </p:sp>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ext Box 1"/>
          <p:cNvSpPr txBox="1">
            <a:spLocks noChangeArrowheads="1"/>
          </p:cNvSpPr>
          <p:nvPr/>
        </p:nvSpPr>
        <p:spPr bwMode="auto">
          <a:xfrm>
            <a:off x="457200" y="274638"/>
            <a:ext cx="8229600" cy="1143000"/>
          </a:xfrm>
          <a:prstGeom prst="rect">
            <a:avLst/>
          </a:prstGeom>
          <a:noFill/>
          <a:ln w="9525" cap="flat">
            <a:noFill/>
            <a:round/>
            <a:headEnd/>
            <a:tailEnd/>
          </a:ln>
          <a:effectLst/>
        </p:spPr>
        <p:txBody>
          <a:bodyPr anchor="ctr"/>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4400">
                <a:solidFill>
                  <a:srgbClr val="C3D69B"/>
                </a:solidFill>
                <a:latin typeface="Bahnschrift Light" pitchFamily="32" charset="0"/>
              </a:rPr>
              <a:t>Water Pollutants and its effects</a:t>
            </a:r>
          </a:p>
        </p:txBody>
      </p:sp>
      <p:sp>
        <p:nvSpPr>
          <p:cNvPr id="24578" name="Text Box 2"/>
          <p:cNvSpPr txBox="1">
            <a:spLocks noChangeArrowheads="1"/>
          </p:cNvSpPr>
          <p:nvPr/>
        </p:nvSpPr>
        <p:spPr bwMode="auto">
          <a:xfrm>
            <a:off x="457200" y="1600200"/>
            <a:ext cx="8229600" cy="4525963"/>
          </a:xfrm>
          <a:prstGeom prst="rect">
            <a:avLst/>
          </a:prstGeom>
          <a:noFill/>
          <a:ln w="9525" cap="flat">
            <a:noFill/>
            <a:round/>
            <a:headEnd/>
            <a:tailEnd/>
          </a:ln>
          <a:effectLst/>
        </p:spPr>
        <p:txBody>
          <a:bodyPr/>
          <a:lstStyle/>
          <a:p>
            <a:pPr marL="339725" indent="-339725" eaLnBrk="1" hangingPunct="1">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000" b="1">
                <a:solidFill>
                  <a:srgbClr val="003E07"/>
                </a:solidFill>
                <a:latin typeface="Bahnschrift" pitchFamily="32" charset="0"/>
              </a:rPr>
              <a:t>Inorganic nutrients</a:t>
            </a:r>
            <a:r>
              <a:rPr lang="en-US" sz="2000">
                <a:solidFill>
                  <a:srgbClr val="003E07"/>
                </a:solidFill>
                <a:latin typeface="Bahnschrift" pitchFamily="32" charset="0"/>
              </a:rPr>
              <a:t>: Substances like nitrogen and phosphorus from animal waste, plant residues, and fertilizer runoff. These nutrients causes eutrophication. </a:t>
            </a:r>
          </a:p>
          <a:p>
            <a:pPr marL="339725" indent="-339725" eaLnBrk="1" hangingPunct="1">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000" b="1">
                <a:solidFill>
                  <a:srgbClr val="003E07"/>
                </a:solidFill>
                <a:latin typeface="Bahnschrift" pitchFamily="32" charset="0"/>
              </a:rPr>
              <a:t>Radioactive substances</a:t>
            </a:r>
            <a:r>
              <a:rPr lang="en-US" sz="2000">
                <a:solidFill>
                  <a:srgbClr val="003E07"/>
                </a:solidFill>
                <a:latin typeface="Bahnschrift" pitchFamily="32" charset="0"/>
              </a:rPr>
              <a:t>: Wastes from nuclear power plants, nuclear weapons production, mining and refining uranium and other ores. Such substances causes cancer and birth defects.</a:t>
            </a:r>
          </a:p>
          <a:p>
            <a:pPr marL="339725" indent="-339725" eaLnBrk="1" hangingPunct="1">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000" b="1">
                <a:solidFill>
                  <a:srgbClr val="003E07"/>
                </a:solidFill>
                <a:latin typeface="Bahnschrift" pitchFamily="32" charset="0"/>
              </a:rPr>
              <a:t>Thermal pollution</a:t>
            </a:r>
            <a:r>
              <a:rPr lang="en-US" sz="2000">
                <a:solidFill>
                  <a:srgbClr val="003E07"/>
                </a:solidFill>
                <a:latin typeface="Bahnschrift" pitchFamily="32" charset="0"/>
              </a:rPr>
              <a:t>: Hot water from industrial processes. Heat lowers oxygen demand and makes aquatic life more vulnerable to diseases, parasites. Thermal shock in aquatic organisms. </a:t>
            </a:r>
          </a:p>
          <a:p>
            <a:pPr marL="341313" indent="-339725" eaLnBrk="1" hangingPunct="1">
              <a:spcBef>
                <a:spcPts val="500"/>
              </a:spcBef>
              <a:buClrTx/>
              <a:buFontTx/>
              <a:buNone/>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endParaRPr lang="en-US" sz="2000">
              <a:solidFill>
                <a:srgbClr val="003E07"/>
              </a:solidFill>
              <a:latin typeface="Bahnschrift" pitchFamily="32" charset="0"/>
            </a:endParaRPr>
          </a:p>
        </p:txBody>
      </p:sp>
      <p:sp>
        <p:nvSpPr>
          <p:cNvPr id="24579" name="Text Box 3"/>
          <p:cNvSpPr txBox="1">
            <a:spLocks noChangeArrowheads="1"/>
          </p:cNvSpPr>
          <p:nvPr/>
        </p:nvSpPr>
        <p:spPr bwMode="auto">
          <a:xfrm>
            <a:off x="457200" y="6356350"/>
            <a:ext cx="2133600" cy="365125"/>
          </a:xfrm>
          <a:prstGeom prst="rect">
            <a:avLst/>
          </a:prstGeom>
          <a:noFill/>
          <a:ln w="9525" cap="flat">
            <a:noFill/>
            <a:round/>
            <a:headEnd/>
            <a:tailEnd/>
          </a:ln>
          <a:effectLst/>
        </p:spPr>
        <p:txBody>
          <a:bodyPr lIns="90000" tIns="46800" rIns="90000" bIns="46800" anchor="ctr"/>
          <a:lstStyle/>
          <a:p>
            <a:pP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a:solidFill>
                  <a:srgbClr val="EBF1DE"/>
                </a:solidFill>
              </a:rPr>
              <a:t>12/03/19</a:t>
            </a:r>
          </a:p>
        </p:txBody>
      </p:sp>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ext Box 1"/>
          <p:cNvSpPr txBox="1">
            <a:spLocks noChangeArrowheads="1"/>
          </p:cNvSpPr>
          <p:nvPr/>
        </p:nvSpPr>
        <p:spPr bwMode="auto">
          <a:xfrm>
            <a:off x="457200" y="274638"/>
            <a:ext cx="8229600" cy="1143000"/>
          </a:xfrm>
          <a:prstGeom prst="rect">
            <a:avLst/>
          </a:prstGeom>
          <a:noFill/>
          <a:ln w="9525" cap="flat">
            <a:noFill/>
            <a:round/>
            <a:headEnd/>
            <a:tailEnd/>
          </a:ln>
          <a:effectLst/>
        </p:spPr>
        <p:txBody>
          <a:bodyPr anchor="ctr"/>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a:solidFill>
                  <a:srgbClr val="C3D69B"/>
                </a:solidFill>
                <a:latin typeface="Bahnschrift Light" pitchFamily="32" charset="0"/>
              </a:rPr>
              <a:t>Effects of Water Pollution </a:t>
            </a:r>
          </a:p>
        </p:txBody>
      </p:sp>
      <p:sp>
        <p:nvSpPr>
          <p:cNvPr id="25602" name="Text Box 2"/>
          <p:cNvSpPr txBox="1">
            <a:spLocks noChangeArrowheads="1"/>
          </p:cNvSpPr>
          <p:nvPr/>
        </p:nvSpPr>
        <p:spPr bwMode="auto">
          <a:xfrm>
            <a:off x="428596" y="1571613"/>
            <a:ext cx="8229600" cy="4572032"/>
          </a:xfrm>
          <a:prstGeom prst="rect">
            <a:avLst/>
          </a:prstGeom>
          <a:noFill/>
          <a:ln w="9525" cap="flat">
            <a:noFill/>
            <a:round/>
            <a:headEnd/>
            <a:tailEnd/>
          </a:ln>
          <a:effectLst/>
        </p:spPr>
        <p:txBody>
          <a:bodyPr/>
          <a:lstStyle/>
          <a:p>
            <a:pPr marL="339725" indent="-339725" eaLnBrk="1" hangingPunct="1">
              <a:spcBef>
                <a:spcPts val="6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000" dirty="0">
                <a:solidFill>
                  <a:srgbClr val="003E07"/>
                </a:solidFill>
                <a:latin typeface="Bahnschrift" pitchFamily="32" charset="0"/>
              </a:rPr>
              <a:t>Effect on human health</a:t>
            </a:r>
          </a:p>
          <a:p>
            <a:pPr marL="739775" lvl="1" indent="-282575" eaLnBrk="1" hangingPunct="1">
              <a:spcBef>
                <a:spcPts val="4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1600" dirty="0">
                <a:solidFill>
                  <a:srgbClr val="4F6228"/>
                </a:solidFill>
                <a:latin typeface="Bahnschrift" pitchFamily="32" charset="0"/>
              </a:rPr>
              <a:t>Infectious diseases can be spread  through contaminated water. These water-borne diseases are caused by bacteria (Typhoid, Cholera, </a:t>
            </a:r>
            <a:r>
              <a:rPr lang="en-US" sz="1600" dirty="0" err="1">
                <a:solidFill>
                  <a:srgbClr val="4F6228"/>
                </a:solidFill>
                <a:latin typeface="Bahnschrift" pitchFamily="32" charset="0"/>
              </a:rPr>
              <a:t>diarrhoea</a:t>
            </a:r>
            <a:r>
              <a:rPr lang="en-US" sz="1600" dirty="0">
                <a:solidFill>
                  <a:srgbClr val="4F6228"/>
                </a:solidFill>
                <a:latin typeface="Bahnschrift" pitchFamily="32" charset="0"/>
              </a:rPr>
              <a:t> etc. ) or by viruses (Infectious Hepatitis)</a:t>
            </a:r>
          </a:p>
          <a:p>
            <a:pPr marL="739775" lvl="1" indent="-282575" eaLnBrk="1" hangingPunct="1">
              <a:spcBef>
                <a:spcPts val="4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1600" dirty="0">
                <a:solidFill>
                  <a:srgbClr val="4F6228"/>
                </a:solidFill>
                <a:latin typeface="Bahnschrift" pitchFamily="32" charset="0"/>
              </a:rPr>
              <a:t>Pesticides – can damage the nervous system and cause cancer.</a:t>
            </a:r>
          </a:p>
          <a:p>
            <a:pPr marL="739775" lvl="1" indent="-282575" eaLnBrk="1" hangingPunct="1">
              <a:spcBef>
                <a:spcPts val="4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1600" dirty="0">
                <a:solidFill>
                  <a:srgbClr val="4F6228"/>
                </a:solidFill>
                <a:latin typeface="Bahnschrift" pitchFamily="32" charset="0"/>
              </a:rPr>
              <a:t>Mercury – </a:t>
            </a:r>
            <a:r>
              <a:rPr lang="en-US" sz="1600" dirty="0" err="1">
                <a:solidFill>
                  <a:srgbClr val="4F6228"/>
                </a:solidFill>
                <a:latin typeface="Bahnschrift" pitchFamily="32" charset="0"/>
              </a:rPr>
              <a:t>Minamata</a:t>
            </a:r>
            <a:r>
              <a:rPr lang="en-US" sz="1600" dirty="0">
                <a:solidFill>
                  <a:srgbClr val="4F6228"/>
                </a:solidFill>
                <a:latin typeface="Bahnschrift" pitchFamily="32" charset="0"/>
              </a:rPr>
              <a:t> disease</a:t>
            </a:r>
          </a:p>
          <a:p>
            <a:pPr marL="739775" lvl="1" indent="-282575" eaLnBrk="1" hangingPunct="1">
              <a:spcBef>
                <a:spcPts val="4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1600" dirty="0">
                <a:solidFill>
                  <a:srgbClr val="4F6228"/>
                </a:solidFill>
                <a:latin typeface="Bahnschrift" pitchFamily="32" charset="0"/>
              </a:rPr>
              <a:t>Chlorides can cause reproductive and endocrinal damage.</a:t>
            </a:r>
          </a:p>
          <a:p>
            <a:pPr marL="739775" lvl="1" indent="-282575" eaLnBrk="1" hangingPunct="1">
              <a:spcBef>
                <a:spcPts val="4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1600" dirty="0">
                <a:solidFill>
                  <a:srgbClr val="4F6228"/>
                </a:solidFill>
                <a:latin typeface="Bahnschrift" pitchFamily="32" charset="0"/>
              </a:rPr>
              <a:t>Nitrates – are especially dangerous to babies that drink formula milk. It restricts the amount of oxygen in the brain and cause the “</a:t>
            </a:r>
            <a:r>
              <a:rPr lang="en-US" sz="1600" b="1" dirty="0">
                <a:solidFill>
                  <a:srgbClr val="FF0000"/>
                </a:solidFill>
                <a:latin typeface="Bahnschrift" pitchFamily="32" charset="0"/>
              </a:rPr>
              <a:t>blue baby” syndrome</a:t>
            </a:r>
            <a:r>
              <a:rPr lang="en-US" sz="1600" dirty="0">
                <a:solidFill>
                  <a:srgbClr val="4F6228"/>
                </a:solidFill>
                <a:latin typeface="Bahnschrift" pitchFamily="32" charset="0"/>
              </a:rPr>
              <a:t>.</a:t>
            </a:r>
          </a:p>
          <a:p>
            <a:pPr marL="739775" lvl="1" indent="-282575" eaLnBrk="1" hangingPunct="1">
              <a:spcBef>
                <a:spcPts val="4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1600" dirty="0">
                <a:solidFill>
                  <a:srgbClr val="4F6228"/>
                </a:solidFill>
                <a:latin typeface="Bahnschrift" pitchFamily="32" charset="0"/>
              </a:rPr>
              <a:t>Lead – can accumulate in the body and damage the central nervous system. </a:t>
            </a:r>
          </a:p>
          <a:p>
            <a:pPr marL="739775" lvl="1" indent="-282575" eaLnBrk="1" hangingPunct="1">
              <a:spcBef>
                <a:spcPts val="4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1600" dirty="0">
                <a:solidFill>
                  <a:srgbClr val="4F6228"/>
                </a:solidFill>
                <a:latin typeface="Bahnschrift" pitchFamily="32" charset="0"/>
              </a:rPr>
              <a:t>Arsenic – causes liver damage, skin cancer and vascular diseases</a:t>
            </a:r>
          </a:p>
          <a:p>
            <a:pPr marL="739775" lvl="1" indent="-282575" eaLnBrk="1" hangingPunct="1">
              <a:spcBef>
                <a:spcPts val="45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1600" dirty="0" err="1">
                <a:solidFill>
                  <a:srgbClr val="4F6228"/>
                </a:solidFill>
                <a:latin typeface="Bahnschrift" pitchFamily="32" charset="0"/>
              </a:rPr>
              <a:t>Flourides</a:t>
            </a:r>
            <a:r>
              <a:rPr lang="en-US" sz="1600" dirty="0">
                <a:solidFill>
                  <a:srgbClr val="4F6228"/>
                </a:solidFill>
                <a:latin typeface="Bahnschrift" pitchFamily="32" charset="0"/>
              </a:rPr>
              <a:t> -  in excessive amounts can make your teeth yellow and cause damage to the spinal cord.</a:t>
            </a:r>
          </a:p>
        </p:txBody>
      </p:sp>
      <p:sp>
        <p:nvSpPr>
          <p:cNvPr id="25603" name="Text Box 3"/>
          <p:cNvSpPr txBox="1">
            <a:spLocks noChangeArrowheads="1"/>
          </p:cNvSpPr>
          <p:nvPr/>
        </p:nvSpPr>
        <p:spPr bwMode="auto">
          <a:xfrm>
            <a:off x="457200" y="6356350"/>
            <a:ext cx="2133600" cy="365125"/>
          </a:xfrm>
          <a:prstGeom prst="rect">
            <a:avLst/>
          </a:prstGeom>
          <a:noFill/>
          <a:ln w="9525" cap="flat">
            <a:noFill/>
            <a:round/>
            <a:headEnd/>
            <a:tailEnd/>
          </a:ln>
          <a:effectLst/>
        </p:spPr>
        <p:txBody>
          <a:bodyPr lIns="90000" tIns="46800" rIns="90000" bIns="46800" anchor="ctr"/>
          <a:lstStyle/>
          <a:p>
            <a:pP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a:solidFill>
                  <a:srgbClr val="EBF1DE"/>
                </a:solidFill>
              </a:rPr>
              <a:t>12/03/19</a:t>
            </a:r>
          </a:p>
        </p:txBody>
      </p:sp>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ext Box 1"/>
          <p:cNvSpPr txBox="1">
            <a:spLocks noChangeArrowheads="1"/>
          </p:cNvSpPr>
          <p:nvPr/>
        </p:nvSpPr>
        <p:spPr bwMode="auto">
          <a:xfrm>
            <a:off x="457200" y="274638"/>
            <a:ext cx="8229600" cy="1143000"/>
          </a:xfrm>
          <a:prstGeom prst="rect">
            <a:avLst/>
          </a:prstGeom>
          <a:noFill/>
          <a:ln w="9525" cap="flat">
            <a:noFill/>
            <a:round/>
            <a:headEnd/>
            <a:tailEnd/>
          </a:ln>
          <a:effectLst/>
        </p:spPr>
        <p:txBody>
          <a:bodyPr anchor="ctr"/>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a:solidFill>
                  <a:srgbClr val="C3D69B"/>
                </a:solidFill>
                <a:latin typeface="Bahnschrift Light" pitchFamily="32" charset="0"/>
              </a:rPr>
              <a:t>Effects of Water Pollution </a:t>
            </a:r>
          </a:p>
        </p:txBody>
      </p:sp>
      <p:sp>
        <p:nvSpPr>
          <p:cNvPr id="26626" name="Text Box 2"/>
          <p:cNvSpPr txBox="1">
            <a:spLocks noChangeArrowheads="1"/>
          </p:cNvSpPr>
          <p:nvPr/>
        </p:nvSpPr>
        <p:spPr bwMode="auto">
          <a:xfrm>
            <a:off x="457200" y="1600200"/>
            <a:ext cx="8229600" cy="4525963"/>
          </a:xfrm>
          <a:prstGeom prst="rect">
            <a:avLst/>
          </a:prstGeom>
          <a:noFill/>
          <a:ln w="9525" cap="flat">
            <a:noFill/>
            <a:round/>
            <a:headEnd/>
            <a:tailEnd/>
          </a:ln>
          <a:effectLst/>
        </p:spPr>
        <p:txBody>
          <a:bodyPr/>
          <a:lstStyle/>
          <a:p>
            <a:pPr marL="339725" indent="-339725" eaLnBrk="1" hangingPunct="1">
              <a:spcBef>
                <a:spcPts val="7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800">
                <a:solidFill>
                  <a:srgbClr val="003E07"/>
                </a:solidFill>
                <a:latin typeface="Bahnschrift" pitchFamily="32" charset="0"/>
              </a:rPr>
              <a:t>Effects on animals</a:t>
            </a:r>
          </a:p>
          <a:p>
            <a:pPr marL="739775" lvl="1" indent="-282575" eaLnBrk="1" hangingPunct="1">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000" b="1">
                <a:solidFill>
                  <a:srgbClr val="4F6228"/>
                </a:solidFill>
                <a:latin typeface="Bahnschrift" pitchFamily="32" charset="0"/>
              </a:rPr>
              <a:t>Loss of aquatic biodiversity: </a:t>
            </a:r>
            <a:r>
              <a:rPr lang="en-US" sz="2000">
                <a:solidFill>
                  <a:srgbClr val="4F6228"/>
                </a:solidFill>
                <a:latin typeface="Bahnschrift" pitchFamily="32" charset="0"/>
              </a:rPr>
              <a:t>Harmful chemicals and pollutants in water effect survival of aquatic organisms</a:t>
            </a:r>
          </a:p>
          <a:p>
            <a:pPr marL="339725" indent="-339725" eaLnBrk="1" hangingPunct="1">
              <a:spcBef>
                <a:spcPts val="7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800">
                <a:solidFill>
                  <a:srgbClr val="003E07"/>
                </a:solidFill>
                <a:latin typeface="Bahnschrift" pitchFamily="32" charset="0"/>
              </a:rPr>
              <a:t>Effects on plants</a:t>
            </a:r>
          </a:p>
          <a:p>
            <a:pPr marL="739775" lvl="1" indent="-282575" eaLnBrk="1" hangingPunct="1">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000" b="1">
                <a:solidFill>
                  <a:srgbClr val="4F6228"/>
                </a:solidFill>
                <a:latin typeface="Bahnschrift" pitchFamily="32" charset="0"/>
              </a:rPr>
              <a:t>Eutrophication of water bodies: </a:t>
            </a:r>
            <a:r>
              <a:rPr lang="en-US" sz="2000">
                <a:solidFill>
                  <a:srgbClr val="4F6228"/>
                </a:solidFill>
                <a:latin typeface="Bahnschrift" pitchFamily="32" charset="0"/>
              </a:rPr>
              <a:t>Nitrate and phosphate fertilizer  used to increase nitrogen and phosphate content of soil goes in water and increases the growth of certain plants on surface of water body.</a:t>
            </a:r>
          </a:p>
          <a:p>
            <a:pPr marL="739775" lvl="1" indent="-282575" eaLnBrk="1" hangingPunct="1">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000">
                <a:solidFill>
                  <a:srgbClr val="4F6228"/>
                </a:solidFill>
                <a:latin typeface="Bahnschrift" pitchFamily="32" charset="0"/>
              </a:rPr>
              <a:t>Polluted water contains high concentration of </a:t>
            </a:r>
            <a:r>
              <a:rPr lang="en-US" sz="2000" b="1">
                <a:solidFill>
                  <a:srgbClr val="4F6228"/>
                </a:solidFill>
                <a:latin typeface="Bahnschrift" pitchFamily="32" charset="0"/>
              </a:rPr>
              <a:t>heavy metals </a:t>
            </a:r>
            <a:r>
              <a:rPr lang="en-US" sz="2000">
                <a:solidFill>
                  <a:srgbClr val="4F6228"/>
                </a:solidFill>
                <a:latin typeface="Bahnschrift" pitchFamily="32" charset="0"/>
              </a:rPr>
              <a:t>becomes toxic for plants. </a:t>
            </a:r>
          </a:p>
        </p:txBody>
      </p:sp>
      <p:sp>
        <p:nvSpPr>
          <p:cNvPr id="26627" name="Text Box 3"/>
          <p:cNvSpPr txBox="1">
            <a:spLocks noChangeArrowheads="1"/>
          </p:cNvSpPr>
          <p:nvPr/>
        </p:nvSpPr>
        <p:spPr bwMode="auto">
          <a:xfrm>
            <a:off x="457200" y="6356350"/>
            <a:ext cx="2133600" cy="365125"/>
          </a:xfrm>
          <a:prstGeom prst="rect">
            <a:avLst/>
          </a:prstGeom>
          <a:noFill/>
          <a:ln w="9525" cap="flat">
            <a:noFill/>
            <a:round/>
            <a:headEnd/>
            <a:tailEnd/>
          </a:ln>
          <a:effectLst/>
        </p:spPr>
        <p:txBody>
          <a:bodyPr lIns="90000" tIns="46800" rIns="90000" bIns="46800" anchor="ctr"/>
          <a:lstStyle/>
          <a:p>
            <a:pP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a:solidFill>
                  <a:srgbClr val="EBF1DE"/>
                </a:solidFill>
              </a:rPr>
              <a:t>12/03/19</a:t>
            </a:r>
          </a:p>
        </p:txBody>
      </p:sp>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ext Box 1"/>
          <p:cNvSpPr txBox="1">
            <a:spLocks noChangeArrowheads="1"/>
          </p:cNvSpPr>
          <p:nvPr/>
        </p:nvSpPr>
        <p:spPr bwMode="auto">
          <a:xfrm>
            <a:off x="457200" y="274638"/>
            <a:ext cx="8229600" cy="1143000"/>
          </a:xfrm>
          <a:prstGeom prst="rect">
            <a:avLst/>
          </a:prstGeom>
          <a:noFill/>
          <a:ln w="9525" cap="flat">
            <a:noFill/>
            <a:round/>
            <a:headEnd/>
            <a:tailEnd/>
          </a:ln>
          <a:effectLst/>
        </p:spPr>
        <p:txBody>
          <a:bodyPr anchor="ctr"/>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a:solidFill>
                  <a:srgbClr val="C3D69B"/>
                </a:solidFill>
                <a:latin typeface="Bahnschrift Light" pitchFamily="32" charset="0"/>
              </a:rPr>
              <a:t>Pollution of Groundwater</a:t>
            </a:r>
          </a:p>
        </p:txBody>
      </p:sp>
      <p:sp>
        <p:nvSpPr>
          <p:cNvPr id="27650" name="Text Box 2"/>
          <p:cNvSpPr txBox="1">
            <a:spLocks noChangeArrowheads="1"/>
          </p:cNvSpPr>
          <p:nvPr/>
        </p:nvSpPr>
        <p:spPr bwMode="auto">
          <a:xfrm>
            <a:off x="457200" y="1600200"/>
            <a:ext cx="8229600" cy="4525963"/>
          </a:xfrm>
          <a:prstGeom prst="rect">
            <a:avLst/>
          </a:prstGeom>
          <a:noFill/>
          <a:ln w="9525" cap="flat">
            <a:noFill/>
            <a:round/>
            <a:headEnd/>
            <a:tailEnd/>
          </a:ln>
          <a:effectLst/>
        </p:spPr>
        <p:txBody>
          <a:bodyPr/>
          <a:lstStyle/>
          <a:p>
            <a:pPr marL="339725" indent="-339725" eaLnBrk="1" hangingPunct="1">
              <a:spcBef>
                <a:spcPts val="8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3200">
                <a:solidFill>
                  <a:srgbClr val="003E07"/>
                </a:solidFill>
                <a:latin typeface="Bahnschrift" pitchFamily="32" charset="0"/>
              </a:rPr>
              <a:t>Excessive extraction of groundwater leads to the natural pollution of groundwater. Examples are fluoride and arsenic contamination.</a:t>
            </a:r>
          </a:p>
          <a:p>
            <a:pPr marL="339725" indent="-339725" eaLnBrk="1" hangingPunct="1">
              <a:spcBef>
                <a:spcPts val="8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3200">
                <a:solidFill>
                  <a:srgbClr val="003E07"/>
                </a:solidFill>
                <a:latin typeface="Bahnschrift" pitchFamily="32" charset="0"/>
              </a:rPr>
              <a:t>Groundwater receives pollutants from septic tanks, landfills, hazardous waste dumps, and underground tanks containing petrol, oil, chemicals, etc.</a:t>
            </a:r>
          </a:p>
          <a:p>
            <a:pPr marL="341313" indent="-339725" eaLnBrk="1" hangingPunct="1">
              <a:spcBef>
                <a:spcPts val="800"/>
              </a:spcBef>
              <a:buClrTx/>
              <a:buFontTx/>
              <a:buNone/>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endParaRPr lang="en-US" sz="3200">
              <a:solidFill>
                <a:srgbClr val="003E07"/>
              </a:solidFill>
              <a:latin typeface="Bahnschrift" pitchFamily="32" charset="0"/>
            </a:endParaRPr>
          </a:p>
        </p:txBody>
      </p:sp>
      <p:sp>
        <p:nvSpPr>
          <p:cNvPr id="27651" name="Text Box 3"/>
          <p:cNvSpPr txBox="1">
            <a:spLocks noChangeArrowheads="1"/>
          </p:cNvSpPr>
          <p:nvPr/>
        </p:nvSpPr>
        <p:spPr bwMode="auto">
          <a:xfrm>
            <a:off x="457200" y="6356350"/>
            <a:ext cx="2133600" cy="365125"/>
          </a:xfrm>
          <a:prstGeom prst="rect">
            <a:avLst/>
          </a:prstGeom>
          <a:noFill/>
          <a:ln w="9525" cap="flat">
            <a:noFill/>
            <a:round/>
            <a:headEnd/>
            <a:tailEnd/>
          </a:ln>
          <a:effectLst/>
        </p:spPr>
        <p:txBody>
          <a:bodyPr lIns="90000" tIns="46800" rIns="90000" bIns="46800" anchor="ctr"/>
          <a:lstStyle/>
          <a:p>
            <a:pP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a:solidFill>
                  <a:srgbClr val="EBF1DE"/>
                </a:solidFill>
              </a:rPr>
              <a:t>12/03/19</a:t>
            </a:r>
          </a:p>
        </p:txBody>
      </p:sp>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ext Box 1"/>
          <p:cNvSpPr txBox="1">
            <a:spLocks noChangeArrowheads="1"/>
          </p:cNvSpPr>
          <p:nvPr/>
        </p:nvSpPr>
        <p:spPr bwMode="auto">
          <a:xfrm>
            <a:off x="457200" y="274638"/>
            <a:ext cx="8229600" cy="1143000"/>
          </a:xfrm>
          <a:prstGeom prst="rect">
            <a:avLst/>
          </a:prstGeom>
          <a:noFill/>
          <a:ln w="9525" cap="flat">
            <a:noFill/>
            <a:round/>
            <a:headEnd/>
            <a:tailEnd/>
          </a:ln>
          <a:effectLst/>
        </p:spPr>
        <p:txBody>
          <a:bodyPr anchor="ctr"/>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a:solidFill>
                  <a:srgbClr val="C3D69B"/>
                </a:solidFill>
                <a:latin typeface="Bahnschrift Light" pitchFamily="32" charset="0"/>
              </a:rPr>
              <a:t>Eutrophication</a:t>
            </a:r>
          </a:p>
        </p:txBody>
      </p:sp>
      <p:sp>
        <p:nvSpPr>
          <p:cNvPr id="28674" name="Text Box 2"/>
          <p:cNvSpPr txBox="1">
            <a:spLocks noChangeArrowheads="1"/>
          </p:cNvSpPr>
          <p:nvPr/>
        </p:nvSpPr>
        <p:spPr bwMode="auto">
          <a:xfrm>
            <a:off x="457200" y="1600200"/>
            <a:ext cx="4972056" cy="4525963"/>
          </a:xfrm>
          <a:prstGeom prst="rect">
            <a:avLst/>
          </a:prstGeom>
          <a:noFill/>
          <a:ln w="9525" cap="flat">
            <a:noFill/>
            <a:round/>
            <a:headEnd/>
            <a:tailEnd/>
          </a:ln>
          <a:effectLst/>
        </p:spPr>
        <p:txBody>
          <a:bodyPr/>
          <a:lstStyle/>
          <a:p>
            <a:pPr marL="339725" indent="-339725" eaLnBrk="1" hangingPunct="1">
              <a:spcBef>
                <a:spcPts val="8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400" dirty="0">
                <a:solidFill>
                  <a:srgbClr val="003E07"/>
                </a:solidFill>
                <a:latin typeface="Bahnschrift" pitchFamily="32" charset="0"/>
              </a:rPr>
              <a:t>Enrichment of a standing water body by nutrients, such as phosphorus and nitrogen.</a:t>
            </a:r>
          </a:p>
          <a:p>
            <a:pPr marL="339725" indent="-339725" eaLnBrk="1" hangingPunct="1">
              <a:spcBef>
                <a:spcPts val="8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400" dirty="0">
                <a:solidFill>
                  <a:srgbClr val="003E07"/>
                </a:solidFill>
                <a:latin typeface="Bahnschrift" pitchFamily="32" charset="0"/>
              </a:rPr>
              <a:t>Increased photosynthetic activity.</a:t>
            </a:r>
          </a:p>
          <a:p>
            <a:pPr marL="339725" indent="-339725" eaLnBrk="1" hangingPunct="1">
              <a:spcBef>
                <a:spcPts val="8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400" dirty="0">
                <a:solidFill>
                  <a:srgbClr val="003E07"/>
                </a:solidFill>
                <a:latin typeface="Bahnschrift" pitchFamily="32" charset="0"/>
              </a:rPr>
              <a:t>Excessive algae die, they fall to the bottom and gets decomposed. This process requires dissolved oxygen, some fish species die.</a:t>
            </a:r>
          </a:p>
          <a:p>
            <a:pPr marL="341313" indent="-339725" eaLnBrk="1" hangingPunct="1">
              <a:spcBef>
                <a:spcPts val="800"/>
              </a:spcBef>
              <a:buClrTx/>
              <a:buFontTx/>
              <a:buNone/>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endParaRPr lang="en-US" sz="2400" dirty="0">
              <a:solidFill>
                <a:srgbClr val="003E07"/>
              </a:solidFill>
              <a:latin typeface="Bahnschrift" pitchFamily="32" charset="0"/>
            </a:endParaRPr>
          </a:p>
        </p:txBody>
      </p:sp>
      <p:sp>
        <p:nvSpPr>
          <p:cNvPr id="28675" name="Text Box 3"/>
          <p:cNvSpPr txBox="1">
            <a:spLocks noChangeArrowheads="1"/>
          </p:cNvSpPr>
          <p:nvPr/>
        </p:nvSpPr>
        <p:spPr bwMode="auto">
          <a:xfrm>
            <a:off x="457200" y="6356350"/>
            <a:ext cx="2133600" cy="365125"/>
          </a:xfrm>
          <a:prstGeom prst="rect">
            <a:avLst/>
          </a:prstGeom>
          <a:noFill/>
          <a:ln w="9525" cap="flat">
            <a:noFill/>
            <a:round/>
            <a:headEnd/>
            <a:tailEnd/>
          </a:ln>
          <a:effectLst/>
        </p:spPr>
        <p:txBody>
          <a:bodyPr lIns="90000" tIns="46800" rIns="90000" bIns="46800" anchor="ctr"/>
          <a:lstStyle/>
          <a:p>
            <a:pP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a:solidFill>
                  <a:srgbClr val="EBF1DE"/>
                </a:solidFill>
              </a:rPr>
              <a:t>12/03/19</a:t>
            </a:r>
          </a:p>
        </p:txBody>
      </p:sp>
      <p:pic>
        <p:nvPicPr>
          <p:cNvPr id="21506" name="Picture 2" descr="Eutrophication - Wikiwand"/>
          <p:cNvPicPr>
            <a:picLocks noChangeAspect="1" noChangeArrowheads="1"/>
          </p:cNvPicPr>
          <p:nvPr/>
        </p:nvPicPr>
        <p:blipFill>
          <a:blip r:embed="rId3" cstate="print"/>
          <a:srcRect/>
          <a:stretch>
            <a:fillRect/>
          </a:stretch>
        </p:blipFill>
        <p:spPr bwMode="auto">
          <a:xfrm>
            <a:off x="5572132" y="1500174"/>
            <a:ext cx="3571868" cy="4760632"/>
          </a:xfrm>
          <a:prstGeom prst="rect">
            <a:avLst/>
          </a:prstGeom>
          <a:noFill/>
        </p:spPr>
      </p:pic>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ext Box 1"/>
          <p:cNvSpPr txBox="1">
            <a:spLocks noChangeArrowheads="1"/>
          </p:cNvSpPr>
          <p:nvPr/>
        </p:nvSpPr>
        <p:spPr bwMode="auto">
          <a:xfrm>
            <a:off x="457200" y="274638"/>
            <a:ext cx="8229600" cy="1143000"/>
          </a:xfrm>
          <a:prstGeom prst="rect">
            <a:avLst/>
          </a:prstGeom>
          <a:noFill/>
          <a:ln w="9525" cap="flat">
            <a:noFill/>
            <a:round/>
            <a:headEnd/>
            <a:tailEnd/>
          </a:ln>
          <a:effectLst/>
        </p:spPr>
        <p:txBody>
          <a:bodyPr anchor="ctr"/>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a:solidFill>
                  <a:srgbClr val="C3D69B"/>
                </a:solidFill>
                <a:latin typeface="Bahnschrift Light" pitchFamily="32" charset="0"/>
              </a:rPr>
              <a:t>Biomagnification </a:t>
            </a:r>
          </a:p>
        </p:txBody>
      </p:sp>
      <p:sp>
        <p:nvSpPr>
          <p:cNvPr id="29698" name="Text Box 2"/>
          <p:cNvSpPr txBox="1">
            <a:spLocks noChangeArrowheads="1"/>
          </p:cNvSpPr>
          <p:nvPr/>
        </p:nvSpPr>
        <p:spPr bwMode="auto">
          <a:xfrm>
            <a:off x="285720" y="1714488"/>
            <a:ext cx="5000660" cy="4071966"/>
          </a:xfrm>
          <a:prstGeom prst="rect">
            <a:avLst/>
          </a:prstGeom>
          <a:noFill/>
          <a:ln w="9525" cap="flat">
            <a:noFill/>
            <a:round/>
            <a:headEnd/>
            <a:tailEnd/>
          </a:ln>
          <a:effectLst/>
        </p:spPr>
        <p:txBody>
          <a:bodyPr/>
          <a:lstStyle/>
          <a:p>
            <a:pPr marL="339725" indent="-339725" eaLnBrk="1" hangingPunct="1">
              <a:spcBef>
                <a:spcPts val="6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dirty="0" err="1">
                <a:solidFill>
                  <a:srgbClr val="003E07"/>
                </a:solidFill>
                <a:latin typeface="Bahnschrift" pitchFamily="32" charset="0"/>
              </a:rPr>
              <a:t>Biomagnification</a:t>
            </a:r>
            <a:r>
              <a:rPr lang="en-US" dirty="0">
                <a:solidFill>
                  <a:srgbClr val="003E07"/>
                </a:solidFill>
                <a:latin typeface="Bahnschrift" pitchFamily="32" charset="0"/>
              </a:rPr>
              <a:t> is the increase in concentration of a substance, such as the pesticide, that occurs in a food chain. The pollutant enters the first organism in a food chain. When the second organism in the chain consumes the first one, the pollutant too moves into the second organism. </a:t>
            </a:r>
          </a:p>
          <a:p>
            <a:pPr marL="339725" indent="-339725" eaLnBrk="1" hangingPunct="1">
              <a:spcBef>
                <a:spcPts val="6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dirty="0">
                <a:solidFill>
                  <a:srgbClr val="003E07"/>
                </a:solidFill>
                <a:latin typeface="Bahnschrift" pitchFamily="32" charset="0"/>
              </a:rPr>
              <a:t>	As we go up the levels of the ecological pyramid, there is energy loss. Hence, at each succeeding level, the predator consumes more of the prey. As a result, the organisms at higher levels have greater concentrations of the pollutant. </a:t>
            </a:r>
          </a:p>
        </p:txBody>
      </p:sp>
      <p:sp>
        <p:nvSpPr>
          <p:cNvPr id="29699" name="Text Box 3"/>
          <p:cNvSpPr txBox="1">
            <a:spLocks noChangeArrowheads="1"/>
          </p:cNvSpPr>
          <p:nvPr/>
        </p:nvSpPr>
        <p:spPr bwMode="auto">
          <a:xfrm>
            <a:off x="457200" y="6356350"/>
            <a:ext cx="2133600" cy="365125"/>
          </a:xfrm>
          <a:prstGeom prst="rect">
            <a:avLst/>
          </a:prstGeom>
          <a:noFill/>
          <a:ln w="9525" cap="flat">
            <a:noFill/>
            <a:round/>
            <a:headEnd/>
            <a:tailEnd/>
          </a:ln>
          <a:effectLst/>
        </p:spPr>
        <p:txBody>
          <a:bodyPr lIns="90000" tIns="46800" rIns="90000" bIns="46800" anchor="ctr"/>
          <a:lstStyle/>
          <a:p>
            <a:pP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a:solidFill>
                  <a:srgbClr val="EBF1DE"/>
                </a:solidFill>
              </a:rPr>
              <a:t>12/03/19</a:t>
            </a:r>
          </a:p>
        </p:txBody>
      </p:sp>
      <p:pic>
        <p:nvPicPr>
          <p:cNvPr id="19458" name="Picture 2" descr="In a polluted environment, maximum pollution will toppr.com"/>
          <p:cNvPicPr>
            <a:picLocks noChangeAspect="1" noChangeArrowheads="1"/>
          </p:cNvPicPr>
          <p:nvPr/>
        </p:nvPicPr>
        <p:blipFill>
          <a:blip r:embed="rId3" cstate="print"/>
          <a:srcRect/>
          <a:stretch>
            <a:fillRect/>
          </a:stretch>
        </p:blipFill>
        <p:spPr bwMode="auto">
          <a:xfrm>
            <a:off x="5357818" y="1546270"/>
            <a:ext cx="3786182" cy="4659251"/>
          </a:xfrm>
          <a:prstGeom prst="rect">
            <a:avLst/>
          </a:prstGeom>
          <a:noFill/>
        </p:spPr>
      </p:pic>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ext Box 1"/>
          <p:cNvSpPr txBox="1">
            <a:spLocks noChangeArrowheads="1"/>
          </p:cNvSpPr>
          <p:nvPr/>
        </p:nvSpPr>
        <p:spPr bwMode="auto">
          <a:xfrm>
            <a:off x="457200" y="274638"/>
            <a:ext cx="8229600" cy="1143000"/>
          </a:xfrm>
          <a:prstGeom prst="rect">
            <a:avLst/>
          </a:prstGeom>
          <a:noFill/>
          <a:ln w="9525" cap="flat">
            <a:noFill/>
            <a:round/>
            <a:headEnd/>
            <a:tailEnd/>
          </a:ln>
          <a:effectLst/>
        </p:spPr>
        <p:txBody>
          <a:bodyPr anchor="ctr"/>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a:solidFill>
                  <a:srgbClr val="C3D69B"/>
                </a:solidFill>
                <a:latin typeface="Bahnschrift Light" pitchFamily="32" charset="0"/>
              </a:rPr>
              <a:t>Control of Water Pollution</a:t>
            </a:r>
          </a:p>
        </p:txBody>
      </p:sp>
      <p:sp>
        <p:nvSpPr>
          <p:cNvPr id="30722" name="Text Box 2"/>
          <p:cNvSpPr txBox="1">
            <a:spLocks noChangeArrowheads="1"/>
          </p:cNvSpPr>
          <p:nvPr/>
        </p:nvSpPr>
        <p:spPr bwMode="auto">
          <a:xfrm>
            <a:off x="457200" y="1600200"/>
            <a:ext cx="8229600" cy="4525963"/>
          </a:xfrm>
          <a:prstGeom prst="rect">
            <a:avLst/>
          </a:prstGeom>
          <a:noFill/>
          <a:ln w="9525" cap="flat">
            <a:noFill/>
            <a:round/>
            <a:headEnd/>
            <a:tailEnd/>
          </a:ln>
          <a:effectLst/>
        </p:spPr>
        <p:txBody>
          <a:bodyPr/>
          <a:lstStyle/>
          <a:p>
            <a:pPr marL="339725" indent="-339725" eaLnBrk="1" hangingPunct="1">
              <a:spcBef>
                <a:spcPts val="6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400" b="1">
                <a:solidFill>
                  <a:srgbClr val="003E07"/>
                </a:solidFill>
                <a:latin typeface="Bahnschrift" pitchFamily="32" charset="0"/>
              </a:rPr>
              <a:t>Treatment</a:t>
            </a:r>
            <a:r>
              <a:rPr lang="en-US" sz="2400">
                <a:solidFill>
                  <a:srgbClr val="003E07"/>
                </a:solidFill>
                <a:latin typeface="Bahnschrift" pitchFamily="32" charset="0"/>
              </a:rPr>
              <a:t> of domestic and industrial waste in order to reduce toxicity.</a:t>
            </a:r>
          </a:p>
          <a:p>
            <a:pPr marL="339725" indent="-339725" eaLnBrk="1" hangingPunct="1">
              <a:spcBef>
                <a:spcPts val="6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400">
                <a:solidFill>
                  <a:srgbClr val="003E07"/>
                </a:solidFill>
                <a:latin typeface="Bahnschrift" pitchFamily="32" charset="0"/>
              </a:rPr>
              <a:t>Control on excess use of </a:t>
            </a:r>
            <a:r>
              <a:rPr lang="en-US" sz="2400" b="1">
                <a:solidFill>
                  <a:srgbClr val="003E07"/>
                </a:solidFill>
                <a:latin typeface="Bahnschrift" pitchFamily="32" charset="0"/>
              </a:rPr>
              <a:t>fertilizers and pesticides</a:t>
            </a:r>
            <a:r>
              <a:rPr lang="en-US" sz="2400">
                <a:solidFill>
                  <a:srgbClr val="003E07"/>
                </a:solidFill>
                <a:latin typeface="Bahnschrift" pitchFamily="32" charset="0"/>
              </a:rPr>
              <a:t> in agriculture</a:t>
            </a:r>
          </a:p>
          <a:p>
            <a:pPr marL="339725" indent="-339725" eaLnBrk="1" hangingPunct="1">
              <a:spcBef>
                <a:spcPts val="6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400">
                <a:solidFill>
                  <a:srgbClr val="003E07"/>
                </a:solidFill>
                <a:latin typeface="Bahnschrift" pitchFamily="32" charset="0"/>
              </a:rPr>
              <a:t>Human activities  such as bathing, washing ; throwing dead bodies should be stopped.</a:t>
            </a:r>
          </a:p>
          <a:p>
            <a:pPr marL="339725" indent="-339725" eaLnBrk="1" hangingPunct="1">
              <a:spcBef>
                <a:spcPts val="6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400">
                <a:solidFill>
                  <a:srgbClr val="003E07"/>
                </a:solidFill>
                <a:latin typeface="Bahnschrift" pitchFamily="32" charset="0"/>
              </a:rPr>
              <a:t>Non- biodegradable waste material such as plastic should not be disposed in water bodies.</a:t>
            </a:r>
          </a:p>
          <a:p>
            <a:pPr marL="339725" indent="-339725" eaLnBrk="1" hangingPunct="1">
              <a:spcBef>
                <a:spcPts val="6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400">
                <a:solidFill>
                  <a:srgbClr val="003E07"/>
                </a:solidFill>
                <a:latin typeface="Bahnschrift" pitchFamily="32" charset="0"/>
              </a:rPr>
              <a:t>Strict enforcement of rules</a:t>
            </a:r>
          </a:p>
          <a:p>
            <a:pPr marL="339725" indent="-339725" eaLnBrk="1" hangingPunct="1">
              <a:spcBef>
                <a:spcPts val="6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400">
                <a:solidFill>
                  <a:srgbClr val="003E07"/>
                </a:solidFill>
                <a:latin typeface="Bahnschrift" pitchFamily="32" charset="0"/>
              </a:rPr>
              <a:t>Public awareness </a:t>
            </a:r>
          </a:p>
          <a:p>
            <a:pPr marL="341313" indent="-339725" eaLnBrk="1" hangingPunct="1">
              <a:spcBef>
                <a:spcPts val="600"/>
              </a:spcBef>
              <a:buClrTx/>
              <a:buFontTx/>
              <a:buNone/>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endParaRPr lang="en-US" sz="2400">
              <a:solidFill>
                <a:srgbClr val="003E07"/>
              </a:solidFill>
              <a:latin typeface="Bahnschrift" pitchFamily="32" charset="0"/>
            </a:endParaRPr>
          </a:p>
        </p:txBody>
      </p:sp>
      <p:sp>
        <p:nvSpPr>
          <p:cNvPr id="30723" name="Text Box 3"/>
          <p:cNvSpPr txBox="1">
            <a:spLocks noChangeArrowheads="1"/>
          </p:cNvSpPr>
          <p:nvPr/>
        </p:nvSpPr>
        <p:spPr bwMode="auto">
          <a:xfrm>
            <a:off x="457200" y="6356350"/>
            <a:ext cx="2133600" cy="365125"/>
          </a:xfrm>
          <a:prstGeom prst="rect">
            <a:avLst/>
          </a:prstGeom>
          <a:noFill/>
          <a:ln w="9525" cap="flat">
            <a:noFill/>
            <a:round/>
            <a:headEnd/>
            <a:tailEnd/>
          </a:ln>
          <a:effectLst/>
        </p:spPr>
        <p:txBody>
          <a:bodyPr lIns="90000" tIns="46800" rIns="90000" bIns="46800" anchor="ctr"/>
          <a:lstStyle/>
          <a:p>
            <a:pP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a:solidFill>
                  <a:srgbClr val="EBF1DE"/>
                </a:solidFill>
              </a:rPr>
              <a:t>12/03/19</a:t>
            </a:r>
          </a:p>
        </p:txBody>
      </p:sp>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ext Box 1"/>
          <p:cNvSpPr txBox="1">
            <a:spLocks noChangeArrowheads="1"/>
          </p:cNvSpPr>
          <p:nvPr/>
        </p:nvSpPr>
        <p:spPr bwMode="auto">
          <a:xfrm>
            <a:off x="457200" y="274638"/>
            <a:ext cx="8229600" cy="1143000"/>
          </a:xfrm>
          <a:prstGeom prst="rect">
            <a:avLst/>
          </a:prstGeom>
          <a:noFill/>
          <a:ln w="9525" cap="flat">
            <a:noFill/>
            <a:round/>
            <a:headEnd/>
            <a:tailEnd/>
          </a:ln>
          <a:effectLst/>
        </p:spPr>
        <p:txBody>
          <a:bodyPr anchor="ctr"/>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a:solidFill>
                  <a:srgbClr val="C3D69B"/>
                </a:solidFill>
                <a:latin typeface="Bahnschrift Light" pitchFamily="32" charset="0"/>
              </a:rPr>
              <a:t>Waste water treatment</a:t>
            </a:r>
          </a:p>
        </p:txBody>
      </p:sp>
      <p:sp>
        <p:nvSpPr>
          <p:cNvPr id="31746" name="Text Box 2"/>
          <p:cNvSpPr txBox="1">
            <a:spLocks noChangeArrowheads="1"/>
          </p:cNvSpPr>
          <p:nvPr/>
        </p:nvSpPr>
        <p:spPr bwMode="auto">
          <a:xfrm>
            <a:off x="477838" y="1500174"/>
            <a:ext cx="8229600" cy="4786346"/>
          </a:xfrm>
          <a:prstGeom prst="rect">
            <a:avLst/>
          </a:prstGeom>
          <a:noFill/>
          <a:ln w="9525" cap="flat">
            <a:noFill/>
            <a:round/>
            <a:headEnd/>
            <a:tailEnd/>
          </a:ln>
          <a:effectLst/>
        </p:spPr>
        <p:txBody>
          <a:bodyPr/>
          <a:lstStyle/>
          <a:p>
            <a:pPr marL="339725" indent="-339725" eaLnBrk="1" hangingPunct="1">
              <a:spcBef>
                <a:spcPts val="6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400" dirty="0">
                <a:solidFill>
                  <a:srgbClr val="003E07"/>
                </a:solidFill>
                <a:latin typeface="Bahnschrift" pitchFamily="32" charset="0"/>
              </a:rPr>
              <a:t>Primary treatment</a:t>
            </a:r>
          </a:p>
          <a:p>
            <a:pPr marL="739775" lvl="1" indent="-282575" eaLnBrk="1" hangingPunct="1">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000" dirty="0">
                <a:solidFill>
                  <a:srgbClr val="4F6228"/>
                </a:solidFill>
                <a:latin typeface="Bahnschrift" pitchFamily="32" charset="0"/>
              </a:rPr>
              <a:t>Grit removal</a:t>
            </a:r>
          </a:p>
          <a:p>
            <a:pPr marL="739775" lvl="1" indent="-282575" eaLnBrk="1" hangingPunct="1">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000" dirty="0">
                <a:solidFill>
                  <a:srgbClr val="4F6228"/>
                </a:solidFill>
                <a:latin typeface="Bahnschrift" pitchFamily="32" charset="0"/>
              </a:rPr>
              <a:t>Sedimentation</a:t>
            </a:r>
          </a:p>
          <a:p>
            <a:pPr marL="739775" lvl="1" indent="-282575" eaLnBrk="1" hangingPunct="1">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000" dirty="0">
                <a:solidFill>
                  <a:srgbClr val="4F6228"/>
                </a:solidFill>
                <a:latin typeface="Bahnschrift" pitchFamily="32" charset="0"/>
              </a:rPr>
              <a:t>Floatation</a:t>
            </a:r>
          </a:p>
          <a:p>
            <a:pPr marL="339725" indent="-339725" eaLnBrk="1" hangingPunct="1">
              <a:spcBef>
                <a:spcPts val="6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400" dirty="0">
                <a:solidFill>
                  <a:srgbClr val="003E07"/>
                </a:solidFill>
                <a:latin typeface="Bahnschrift" pitchFamily="32" charset="0"/>
              </a:rPr>
              <a:t>Secondary treatment</a:t>
            </a:r>
          </a:p>
          <a:p>
            <a:pPr marL="739775" lvl="1" indent="-282575" eaLnBrk="1" hangingPunct="1">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000" dirty="0">
                <a:solidFill>
                  <a:srgbClr val="4F6228"/>
                </a:solidFill>
                <a:latin typeface="Bahnschrift" pitchFamily="32" charset="0"/>
              </a:rPr>
              <a:t>Trickling filters</a:t>
            </a:r>
          </a:p>
          <a:p>
            <a:pPr marL="739775" lvl="1" indent="-282575" eaLnBrk="1" hangingPunct="1">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000" dirty="0">
                <a:solidFill>
                  <a:srgbClr val="4F6228"/>
                </a:solidFill>
                <a:latin typeface="Bahnschrift" pitchFamily="32" charset="0"/>
              </a:rPr>
              <a:t>Activated sludge process</a:t>
            </a:r>
          </a:p>
          <a:p>
            <a:pPr marL="739775" lvl="1" indent="-282575" eaLnBrk="1" hangingPunct="1">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000" dirty="0">
                <a:solidFill>
                  <a:srgbClr val="4F6228"/>
                </a:solidFill>
                <a:latin typeface="Bahnschrift" pitchFamily="32" charset="0"/>
              </a:rPr>
              <a:t>Rotating biological contactor</a:t>
            </a:r>
          </a:p>
          <a:p>
            <a:pPr marL="339725" indent="-339725" eaLnBrk="1" hangingPunct="1">
              <a:spcBef>
                <a:spcPts val="6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400" dirty="0">
                <a:solidFill>
                  <a:srgbClr val="003E07"/>
                </a:solidFill>
                <a:latin typeface="Bahnschrift" pitchFamily="32" charset="0"/>
              </a:rPr>
              <a:t>Tertiary treatment</a:t>
            </a:r>
          </a:p>
          <a:p>
            <a:pPr marL="739775" lvl="1" indent="-282575" eaLnBrk="1" hangingPunct="1">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000" dirty="0">
                <a:solidFill>
                  <a:srgbClr val="4F6228"/>
                </a:solidFill>
                <a:latin typeface="Bahnschrift" pitchFamily="32" charset="0"/>
              </a:rPr>
              <a:t>Chlorination</a:t>
            </a:r>
          </a:p>
          <a:p>
            <a:pPr marL="739775" lvl="1" indent="-282575" eaLnBrk="1" hangingPunct="1">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000" dirty="0">
                <a:solidFill>
                  <a:srgbClr val="4F6228"/>
                </a:solidFill>
                <a:latin typeface="Bahnschrift" pitchFamily="32" charset="0"/>
              </a:rPr>
              <a:t>Anaerobic </a:t>
            </a:r>
            <a:r>
              <a:rPr lang="en-IN" sz="2000" dirty="0" smtClean="0">
                <a:solidFill>
                  <a:srgbClr val="4F6228"/>
                </a:solidFill>
                <a:latin typeface="Bahnschrift" pitchFamily="32" charset="0"/>
              </a:rPr>
              <a:t>treatment</a:t>
            </a:r>
            <a:endParaRPr lang="en-IN" sz="2000" dirty="0">
              <a:solidFill>
                <a:srgbClr val="4F6228"/>
              </a:solidFill>
              <a:latin typeface="Bahnschrift" pitchFamily="32" charset="0"/>
            </a:endParaRPr>
          </a:p>
          <a:p>
            <a:pPr lvl="2" eaLnBrk="1" hangingPunct="1">
              <a:spcBef>
                <a:spcPts val="4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1600" dirty="0">
                <a:solidFill>
                  <a:srgbClr val="77933C"/>
                </a:solidFill>
                <a:latin typeface="Bahnschrift" pitchFamily="32" charset="0"/>
                <a:cs typeface="Times New Roman" pitchFamily="16" charset="0"/>
              </a:rPr>
              <a:t>Hydrolysis, </a:t>
            </a:r>
            <a:r>
              <a:rPr lang="en-IN" sz="1600" dirty="0" err="1">
                <a:solidFill>
                  <a:srgbClr val="77933C"/>
                </a:solidFill>
                <a:latin typeface="Bahnschrift" pitchFamily="32" charset="0"/>
                <a:cs typeface="Times New Roman" pitchFamily="16" charset="0"/>
              </a:rPr>
              <a:t>Acidogenesis</a:t>
            </a:r>
            <a:r>
              <a:rPr lang="en-IN" sz="1600" dirty="0">
                <a:solidFill>
                  <a:srgbClr val="77933C"/>
                </a:solidFill>
                <a:latin typeface="Bahnschrift" pitchFamily="32" charset="0"/>
                <a:cs typeface="Times New Roman" pitchFamily="16" charset="0"/>
              </a:rPr>
              <a:t>, </a:t>
            </a:r>
            <a:r>
              <a:rPr lang="en-IN" sz="1600" dirty="0" err="1">
                <a:solidFill>
                  <a:srgbClr val="77933C"/>
                </a:solidFill>
                <a:latin typeface="Bahnschrift" pitchFamily="32" charset="0"/>
                <a:cs typeface="Times New Roman" pitchFamily="16" charset="0"/>
              </a:rPr>
              <a:t>Acetogenesis</a:t>
            </a:r>
            <a:r>
              <a:rPr lang="en-IN" sz="1600" dirty="0">
                <a:solidFill>
                  <a:srgbClr val="77933C"/>
                </a:solidFill>
                <a:latin typeface="Bahnschrift" pitchFamily="32" charset="0"/>
                <a:cs typeface="Times New Roman" pitchFamily="16" charset="0"/>
              </a:rPr>
              <a:t>, </a:t>
            </a:r>
            <a:r>
              <a:rPr lang="en-IN" sz="1600" dirty="0" err="1">
                <a:solidFill>
                  <a:srgbClr val="77933C"/>
                </a:solidFill>
                <a:latin typeface="Bahnschrift" pitchFamily="32" charset="0"/>
                <a:cs typeface="Times New Roman" pitchFamily="16" charset="0"/>
              </a:rPr>
              <a:t>Metanogenesis</a:t>
            </a:r>
            <a:endParaRPr lang="en-IN" sz="1600" dirty="0">
              <a:solidFill>
                <a:srgbClr val="77933C"/>
              </a:solidFill>
              <a:latin typeface="Bahnschrift" pitchFamily="32" charset="0"/>
              <a:cs typeface="Times New Roman" pitchFamily="16" charset="0"/>
            </a:endParaRPr>
          </a:p>
        </p:txBody>
      </p:sp>
      <p:sp>
        <p:nvSpPr>
          <p:cNvPr id="31747" name="Text Box 3"/>
          <p:cNvSpPr txBox="1">
            <a:spLocks noChangeArrowheads="1"/>
          </p:cNvSpPr>
          <p:nvPr/>
        </p:nvSpPr>
        <p:spPr bwMode="auto">
          <a:xfrm>
            <a:off x="457200" y="6356350"/>
            <a:ext cx="2133600" cy="365125"/>
          </a:xfrm>
          <a:prstGeom prst="rect">
            <a:avLst/>
          </a:prstGeom>
          <a:noFill/>
          <a:ln w="9525" cap="flat">
            <a:noFill/>
            <a:round/>
            <a:headEnd/>
            <a:tailEnd/>
          </a:ln>
          <a:effectLst/>
        </p:spPr>
        <p:txBody>
          <a:bodyPr lIns="90000" tIns="46800" rIns="90000" bIns="46800" anchor="ctr"/>
          <a:lstStyle/>
          <a:p>
            <a:pP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a:solidFill>
                  <a:srgbClr val="EBF1DE"/>
                </a:solidFill>
              </a:rPr>
              <a:t>12/03/19</a:t>
            </a:r>
          </a:p>
        </p:txBody>
      </p:sp>
      <p:pic>
        <p:nvPicPr>
          <p:cNvPr id="31748" name="Picture 4"/>
          <p:cNvPicPr>
            <a:picLocks noChangeAspect="1" noChangeArrowheads="1"/>
          </p:cNvPicPr>
          <p:nvPr/>
        </p:nvPicPr>
        <p:blipFill>
          <a:blip r:embed="rId3" cstate="print"/>
          <a:srcRect/>
          <a:stretch>
            <a:fillRect/>
          </a:stretch>
        </p:blipFill>
        <p:spPr bwMode="auto">
          <a:xfrm>
            <a:off x="4859338" y="1557338"/>
            <a:ext cx="4105275" cy="3419475"/>
          </a:xfrm>
          <a:prstGeom prst="rect">
            <a:avLst/>
          </a:prstGeom>
          <a:noFill/>
          <a:ln w="9525" cap="flat">
            <a:noFill/>
            <a:round/>
            <a:headEnd/>
            <a:tailEnd/>
          </a:ln>
          <a:effectLst/>
        </p:spPr>
      </p:pic>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ext Box 1"/>
          <p:cNvSpPr txBox="1">
            <a:spLocks noChangeArrowheads="1"/>
          </p:cNvSpPr>
          <p:nvPr/>
        </p:nvSpPr>
        <p:spPr bwMode="auto">
          <a:xfrm>
            <a:off x="457200" y="274638"/>
            <a:ext cx="8229600" cy="1143000"/>
          </a:xfrm>
          <a:prstGeom prst="rect">
            <a:avLst/>
          </a:prstGeom>
          <a:noFill/>
          <a:ln w="9525" cap="flat">
            <a:noFill/>
            <a:round/>
            <a:headEnd/>
            <a:tailEnd/>
          </a:ln>
          <a:effectLst/>
        </p:spPr>
        <p:txBody>
          <a:bodyPr wrap="none" anchor="ctr"/>
          <a:lstStyle/>
          <a:p>
            <a:endParaRPr lang="en-US"/>
          </a:p>
        </p:txBody>
      </p:sp>
      <p:sp>
        <p:nvSpPr>
          <p:cNvPr id="32770" name="Rectangle 2"/>
          <p:cNvSpPr>
            <a:spLocks noChangeArrowheads="1"/>
          </p:cNvSpPr>
          <p:nvPr/>
        </p:nvSpPr>
        <p:spPr bwMode="auto">
          <a:xfrm>
            <a:off x="457200" y="1600200"/>
            <a:ext cx="8229600" cy="4525963"/>
          </a:xfrm>
          <a:prstGeom prst="rect">
            <a:avLst/>
          </a:prstGeom>
          <a:noFill/>
          <a:ln w="9525" cap="flat">
            <a:noFill/>
            <a:round/>
            <a:headEnd/>
            <a:tailEnd/>
          </a:ln>
          <a:effectLst/>
        </p:spPr>
        <p:txBody>
          <a:bodyPr wrap="none" anchor="ctr"/>
          <a:lstStyle/>
          <a:p>
            <a:endParaRPr lang="en-US"/>
          </a:p>
        </p:txBody>
      </p:sp>
      <p:sp>
        <p:nvSpPr>
          <p:cNvPr id="32771" name="Text Box 3"/>
          <p:cNvSpPr txBox="1">
            <a:spLocks noChangeArrowheads="1"/>
          </p:cNvSpPr>
          <p:nvPr/>
        </p:nvSpPr>
        <p:spPr bwMode="auto">
          <a:xfrm>
            <a:off x="457200" y="6356350"/>
            <a:ext cx="2133600" cy="365125"/>
          </a:xfrm>
          <a:prstGeom prst="rect">
            <a:avLst/>
          </a:prstGeom>
          <a:noFill/>
          <a:ln w="9525" cap="flat">
            <a:noFill/>
            <a:round/>
            <a:headEnd/>
            <a:tailEnd/>
          </a:ln>
          <a:effectLst/>
        </p:spPr>
        <p:txBody>
          <a:bodyPr lIns="90000" tIns="46800" rIns="90000" bIns="46800" anchor="ctr"/>
          <a:lstStyle/>
          <a:p>
            <a:pP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a:solidFill>
                  <a:srgbClr val="EBF1DE"/>
                </a:solidFill>
              </a:rPr>
              <a:t>12/03/19</a:t>
            </a:r>
          </a:p>
        </p:txBody>
      </p:sp>
      <p:pic>
        <p:nvPicPr>
          <p:cNvPr id="32772" name="Picture 4"/>
          <p:cNvPicPr>
            <a:picLocks noChangeAspect="1" noChangeArrowheads="1"/>
          </p:cNvPicPr>
          <p:nvPr/>
        </p:nvPicPr>
        <p:blipFill>
          <a:blip r:embed="rId3" cstate="print"/>
          <a:srcRect/>
          <a:stretch>
            <a:fillRect/>
          </a:stretch>
        </p:blipFill>
        <p:spPr bwMode="auto">
          <a:xfrm>
            <a:off x="457200" y="1600200"/>
            <a:ext cx="8096250" cy="3876675"/>
          </a:xfrm>
          <a:prstGeom prst="rect">
            <a:avLst/>
          </a:prstGeom>
          <a:noFill/>
          <a:ln w="9525" cap="flat">
            <a:noFill/>
            <a:round/>
            <a:headEnd/>
            <a:tailEnd/>
          </a:ln>
          <a:effectLst/>
        </p:spPr>
      </p:pic>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ext Box 1"/>
          <p:cNvSpPr txBox="1">
            <a:spLocks noChangeArrowheads="1"/>
          </p:cNvSpPr>
          <p:nvPr/>
        </p:nvSpPr>
        <p:spPr bwMode="auto">
          <a:xfrm>
            <a:off x="457200" y="274638"/>
            <a:ext cx="8229600" cy="1143000"/>
          </a:xfrm>
          <a:prstGeom prst="rect">
            <a:avLst/>
          </a:prstGeom>
          <a:noFill/>
          <a:ln w="9525" cap="flat">
            <a:noFill/>
            <a:round/>
            <a:headEnd/>
            <a:tailEnd/>
          </a:ln>
          <a:effectLst/>
        </p:spPr>
        <p:txBody>
          <a:bodyPr anchor="ct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dirty="0">
                <a:solidFill>
                  <a:srgbClr val="C3D69B"/>
                </a:solidFill>
                <a:latin typeface="Bahnschrift Light" pitchFamily="32" charset="0"/>
              </a:rPr>
              <a:t>Thermal </a:t>
            </a:r>
            <a:r>
              <a:rPr lang="en-IN" sz="4400" dirty="0" smtClean="0">
                <a:solidFill>
                  <a:srgbClr val="C3D69B"/>
                </a:solidFill>
                <a:latin typeface="Bahnschrift Light" pitchFamily="32" charset="0"/>
              </a:rPr>
              <a:t>Pollution   </a:t>
            </a:r>
            <a:endParaRPr lang="en-IN" sz="4400" dirty="0">
              <a:solidFill>
                <a:srgbClr val="C3D69B"/>
              </a:solidFill>
              <a:latin typeface="Bahnschrift Light" pitchFamily="32" charset="0"/>
            </a:endParaRPr>
          </a:p>
        </p:txBody>
      </p:sp>
      <p:sp>
        <p:nvSpPr>
          <p:cNvPr id="33794" name="Text Box 2"/>
          <p:cNvSpPr txBox="1">
            <a:spLocks noChangeArrowheads="1"/>
          </p:cNvSpPr>
          <p:nvPr/>
        </p:nvSpPr>
        <p:spPr bwMode="auto">
          <a:xfrm>
            <a:off x="457200" y="1600200"/>
            <a:ext cx="8229600" cy="4525963"/>
          </a:xfrm>
          <a:prstGeom prst="rect">
            <a:avLst/>
          </a:prstGeom>
          <a:noFill/>
          <a:ln w="9525" cap="flat">
            <a:noFill/>
            <a:round/>
            <a:headEnd/>
            <a:tailEnd/>
          </a:ln>
          <a:effectLst/>
        </p:spPr>
        <p:txBody>
          <a:bodyPr/>
          <a:lstStyle/>
          <a:p>
            <a:pPr marL="339725" indent="-339725">
              <a:spcBef>
                <a:spcPts val="6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000" dirty="0">
                <a:solidFill>
                  <a:srgbClr val="003E07"/>
                </a:solidFill>
                <a:latin typeface="Bahnschrift" pitchFamily="32" charset="0"/>
              </a:rPr>
              <a:t>Causes of thermal pollution</a:t>
            </a:r>
          </a:p>
          <a:p>
            <a:pPr marL="739775" lvl="1" indent="-282575">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dirty="0">
                <a:solidFill>
                  <a:srgbClr val="4F6228"/>
                </a:solidFill>
                <a:latin typeface="Bahnschrift" pitchFamily="32" charset="0"/>
              </a:rPr>
              <a:t>Heat producing industries (thermal power plants, nuclear power plants, refineries, steel mills etc.)</a:t>
            </a:r>
          </a:p>
          <a:p>
            <a:pPr marL="339725" indent="-339725">
              <a:spcBef>
                <a:spcPts val="6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000" dirty="0">
                <a:solidFill>
                  <a:srgbClr val="003E07"/>
                </a:solidFill>
                <a:latin typeface="Bahnschrift" pitchFamily="32" charset="0"/>
              </a:rPr>
              <a:t>Effects of Thermal Pollution</a:t>
            </a:r>
          </a:p>
          <a:p>
            <a:pPr marL="739775" lvl="1" indent="-282575">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dirty="0">
                <a:solidFill>
                  <a:srgbClr val="4F6228"/>
                </a:solidFill>
                <a:latin typeface="Bahnschrift" pitchFamily="32" charset="0"/>
              </a:rPr>
              <a:t>The dissolved oxygen content of water is decreased.</a:t>
            </a:r>
          </a:p>
          <a:p>
            <a:pPr marL="739775" lvl="1" indent="-282575">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dirty="0">
                <a:solidFill>
                  <a:srgbClr val="4F6228"/>
                </a:solidFill>
                <a:latin typeface="Bahnschrift" pitchFamily="32" charset="0"/>
              </a:rPr>
              <a:t>The composition of flora and fauna changes</a:t>
            </a:r>
          </a:p>
          <a:p>
            <a:pPr marL="739775" lvl="1" indent="-282575">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dirty="0">
                <a:solidFill>
                  <a:srgbClr val="4F6228"/>
                </a:solidFill>
                <a:latin typeface="Bahnschrift" pitchFamily="32" charset="0"/>
              </a:rPr>
              <a:t>Metabolic activities of aquatic organisms increase at high temperature and require more oxygen, whereas oxygen level falls under thermal pollution.</a:t>
            </a:r>
          </a:p>
          <a:p>
            <a:pPr marL="739775" lvl="1" indent="-282575">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dirty="0">
                <a:solidFill>
                  <a:srgbClr val="4F6228"/>
                </a:solidFill>
                <a:latin typeface="Bahnschrift" pitchFamily="32" charset="0"/>
              </a:rPr>
              <a:t>Toxicity of pesticides, detergents and chemicals in the effluents increases with increase in temperature</a:t>
            </a:r>
          </a:p>
          <a:p>
            <a:pPr marL="739775" lvl="1" indent="-282575">
              <a:spcBef>
                <a:spcPts val="5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dirty="0">
                <a:solidFill>
                  <a:srgbClr val="4F6228"/>
                </a:solidFill>
                <a:latin typeface="Bahnschrift" pitchFamily="32" charset="0"/>
              </a:rPr>
              <a:t>High temperature becomes a barrier for oxygen penetration into deep cold waters</a:t>
            </a:r>
          </a:p>
        </p:txBody>
      </p:sp>
      <p:sp>
        <p:nvSpPr>
          <p:cNvPr id="33795" name="Text Box 3"/>
          <p:cNvSpPr txBox="1">
            <a:spLocks noChangeArrowheads="1"/>
          </p:cNvSpPr>
          <p:nvPr/>
        </p:nvSpPr>
        <p:spPr bwMode="auto">
          <a:xfrm>
            <a:off x="457200" y="6356350"/>
            <a:ext cx="2133600" cy="365125"/>
          </a:xfrm>
          <a:prstGeom prst="rect">
            <a:avLst/>
          </a:prstGeom>
          <a:noFill/>
          <a:ln w="9525" cap="flat">
            <a:noFill/>
            <a:round/>
            <a:headEnd/>
            <a:tailEnd/>
          </a:ln>
          <a:effectLst/>
        </p:spPr>
        <p:txBody>
          <a:bodyPr lIns="90000" tIns="46800" rIns="90000" bIns="46800" anchor="ctr"/>
          <a:lstStyle/>
          <a:p>
            <a:pP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a:solidFill>
                  <a:srgbClr val="EBF1DE"/>
                </a:solidFill>
              </a:rPr>
              <a:t>12/03/19</a:t>
            </a:r>
          </a:p>
        </p:txBody>
      </p:sp>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ext Box 1"/>
          <p:cNvSpPr txBox="1">
            <a:spLocks noChangeArrowheads="1"/>
          </p:cNvSpPr>
          <p:nvPr/>
        </p:nvSpPr>
        <p:spPr bwMode="auto">
          <a:xfrm>
            <a:off x="457200" y="274638"/>
            <a:ext cx="8229600" cy="1143000"/>
          </a:xfrm>
          <a:prstGeom prst="rect">
            <a:avLst/>
          </a:prstGeom>
          <a:noFill/>
          <a:ln w="9525" cap="flat">
            <a:noFill/>
            <a:round/>
            <a:headEnd/>
            <a:tailEnd/>
          </a:ln>
          <a:effectLst/>
        </p:spPr>
        <p:txBody>
          <a:bodyPr anchor="ct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a:solidFill>
                  <a:srgbClr val="C3D69B"/>
                </a:solidFill>
                <a:latin typeface="Bahnschrift Light" pitchFamily="32" charset="0"/>
              </a:rPr>
              <a:t>Thermal Pollution</a:t>
            </a:r>
          </a:p>
        </p:txBody>
      </p:sp>
      <p:sp>
        <p:nvSpPr>
          <p:cNvPr id="34818" name="Text Box 2"/>
          <p:cNvSpPr txBox="1">
            <a:spLocks noChangeArrowheads="1"/>
          </p:cNvSpPr>
          <p:nvPr/>
        </p:nvSpPr>
        <p:spPr bwMode="auto">
          <a:xfrm>
            <a:off x="142844" y="1600200"/>
            <a:ext cx="3929090" cy="4525963"/>
          </a:xfrm>
          <a:prstGeom prst="rect">
            <a:avLst/>
          </a:prstGeom>
          <a:noFill/>
          <a:ln w="9525" cap="flat">
            <a:noFill/>
            <a:round/>
            <a:headEnd/>
            <a:tailEnd/>
          </a:ln>
          <a:effectLst/>
        </p:spPr>
        <p:txBody>
          <a:bodyPr/>
          <a:lstStyle/>
          <a:p>
            <a:pPr marL="339725" indent="-339725">
              <a:spcBef>
                <a:spcPts val="8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3200" dirty="0">
                <a:solidFill>
                  <a:srgbClr val="003E07"/>
                </a:solidFill>
                <a:latin typeface="Bahnschrift" pitchFamily="32" charset="0"/>
              </a:rPr>
              <a:t>Control of Thermal Pollution</a:t>
            </a:r>
          </a:p>
          <a:p>
            <a:pPr marL="739775" lvl="1" indent="-282575">
              <a:spcBef>
                <a:spcPts val="7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800" dirty="0">
                <a:solidFill>
                  <a:srgbClr val="4F6228"/>
                </a:solidFill>
                <a:latin typeface="Bahnschrift" pitchFamily="32" charset="0"/>
              </a:rPr>
              <a:t>Cooling ponds</a:t>
            </a:r>
          </a:p>
          <a:p>
            <a:pPr marL="739775" lvl="1" indent="-282575">
              <a:spcBef>
                <a:spcPts val="7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800" dirty="0">
                <a:solidFill>
                  <a:srgbClr val="4F6228"/>
                </a:solidFill>
                <a:latin typeface="Bahnschrift" pitchFamily="32" charset="0"/>
              </a:rPr>
              <a:t>Cooling </a:t>
            </a:r>
            <a:r>
              <a:rPr lang="en-IN" sz="2800" dirty="0" smtClean="0">
                <a:solidFill>
                  <a:srgbClr val="4F6228"/>
                </a:solidFill>
                <a:latin typeface="Bahnschrift" pitchFamily="32" charset="0"/>
              </a:rPr>
              <a:t>towers</a:t>
            </a:r>
            <a:endParaRPr lang="en-IN" sz="2800" dirty="0">
              <a:solidFill>
                <a:srgbClr val="4F6228"/>
              </a:solidFill>
              <a:latin typeface="Bahnschrift" pitchFamily="32" charset="0"/>
            </a:endParaRPr>
          </a:p>
          <a:p>
            <a:pPr marL="739775" lvl="1" indent="-282575">
              <a:spcBef>
                <a:spcPts val="7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800" dirty="0">
                <a:solidFill>
                  <a:srgbClr val="4F6228"/>
                </a:solidFill>
                <a:latin typeface="Bahnschrift" pitchFamily="32" charset="0"/>
              </a:rPr>
              <a:t>Spray Ponds</a:t>
            </a:r>
          </a:p>
          <a:p>
            <a:pPr marL="739775" lvl="1" indent="-282575">
              <a:spcBef>
                <a:spcPts val="7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800" dirty="0">
                <a:solidFill>
                  <a:srgbClr val="4F6228"/>
                </a:solidFill>
                <a:latin typeface="Bahnschrift" pitchFamily="32" charset="0"/>
              </a:rPr>
              <a:t>Cooling Towers</a:t>
            </a:r>
          </a:p>
          <a:p>
            <a:pPr lvl="2">
              <a:spcBef>
                <a:spcPts val="6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400" dirty="0">
                <a:solidFill>
                  <a:srgbClr val="77933C"/>
                </a:solidFill>
                <a:latin typeface="Bahnschrift" pitchFamily="32" charset="0"/>
                <a:cs typeface="Times New Roman" pitchFamily="16" charset="0"/>
              </a:rPr>
              <a:t>Wet cooling tower</a:t>
            </a:r>
          </a:p>
          <a:p>
            <a:pPr lvl="2">
              <a:spcBef>
                <a:spcPts val="6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400" dirty="0">
                <a:solidFill>
                  <a:srgbClr val="77933C"/>
                </a:solidFill>
                <a:latin typeface="Bahnschrift" pitchFamily="32" charset="0"/>
                <a:cs typeface="Times New Roman" pitchFamily="16" charset="0"/>
              </a:rPr>
              <a:t>Dry cooling tower</a:t>
            </a:r>
          </a:p>
        </p:txBody>
      </p:sp>
      <p:sp>
        <p:nvSpPr>
          <p:cNvPr id="34819" name="Text Box 3"/>
          <p:cNvSpPr txBox="1">
            <a:spLocks noChangeArrowheads="1"/>
          </p:cNvSpPr>
          <p:nvPr/>
        </p:nvSpPr>
        <p:spPr bwMode="auto">
          <a:xfrm>
            <a:off x="457200" y="6356350"/>
            <a:ext cx="2133600" cy="365125"/>
          </a:xfrm>
          <a:prstGeom prst="rect">
            <a:avLst/>
          </a:prstGeom>
          <a:noFill/>
          <a:ln w="9525" cap="flat">
            <a:noFill/>
            <a:round/>
            <a:headEnd/>
            <a:tailEnd/>
          </a:ln>
          <a:effectLst/>
        </p:spPr>
        <p:txBody>
          <a:bodyPr lIns="90000" tIns="46800" rIns="90000" bIns="46800" anchor="ctr"/>
          <a:lstStyle/>
          <a:p>
            <a:pP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a:solidFill>
                  <a:srgbClr val="EBF1DE"/>
                </a:solidFill>
              </a:rPr>
              <a:t>12/03/19</a:t>
            </a:r>
          </a:p>
        </p:txBody>
      </p:sp>
      <p:pic>
        <p:nvPicPr>
          <p:cNvPr id="34820" name="Picture 4"/>
          <p:cNvPicPr>
            <a:picLocks noChangeAspect="1" noChangeArrowheads="1"/>
          </p:cNvPicPr>
          <p:nvPr/>
        </p:nvPicPr>
        <p:blipFill>
          <a:blip r:embed="rId3" cstate="print"/>
          <a:srcRect/>
          <a:stretch>
            <a:fillRect/>
          </a:stretch>
        </p:blipFill>
        <p:spPr bwMode="auto">
          <a:xfrm>
            <a:off x="6629400" y="1498605"/>
            <a:ext cx="2514600" cy="2716213"/>
          </a:xfrm>
          <a:prstGeom prst="rect">
            <a:avLst/>
          </a:prstGeom>
          <a:noFill/>
          <a:ln w="9525" cap="flat">
            <a:noFill/>
            <a:round/>
            <a:headEnd/>
            <a:tailEnd/>
          </a:ln>
          <a:effectLst/>
        </p:spPr>
      </p:pic>
      <p:pic>
        <p:nvPicPr>
          <p:cNvPr id="34822" name="Picture 6"/>
          <p:cNvPicPr>
            <a:picLocks noChangeAspect="1" noChangeArrowheads="1"/>
          </p:cNvPicPr>
          <p:nvPr/>
        </p:nvPicPr>
        <p:blipFill>
          <a:blip r:embed="rId4" cstate="print"/>
          <a:srcRect/>
          <a:stretch>
            <a:fillRect/>
          </a:stretch>
        </p:blipFill>
        <p:spPr bwMode="auto">
          <a:xfrm>
            <a:off x="4071934" y="1500174"/>
            <a:ext cx="2592086" cy="3714776"/>
          </a:xfrm>
          <a:prstGeom prst="rect">
            <a:avLst/>
          </a:prstGeom>
          <a:noFill/>
          <a:ln w="9525" cap="flat">
            <a:noFill/>
            <a:round/>
            <a:headEnd/>
            <a:tailEnd/>
          </a:ln>
          <a:effectLst/>
        </p:spPr>
      </p:pic>
      <p:pic>
        <p:nvPicPr>
          <p:cNvPr id="34821" name="Picture 5"/>
          <p:cNvPicPr>
            <a:picLocks noChangeAspect="1" noChangeArrowheads="1"/>
          </p:cNvPicPr>
          <p:nvPr/>
        </p:nvPicPr>
        <p:blipFill>
          <a:blip r:embed="rId5" cstate="print"/>
          <a:srcRect/>
          <a:stretch>
            <a:fillRect/>
          </a:stretch>
        </p:blipFill>
        <p:spPr bwMode="auto">
          <a:xfrm>
            <a:off x="5995988" y="4054494"/>
            <a:ext cx="3148012" cy="2160588"/>
          </a:xfrm>
          <a:prstGeom prst="rect">
            <a:avLst/>
          </a:prstGeom>
          <a:noFill/>
          <a:ln w="9525" cap="flat">
            <a:noFill/>
            <a:round/>
            <a:headEnd/>
            <a:tailEnd/>
          </a:ln>
          <a:effectLst/>
        </p:spPr>
      </p:pic>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ext Box 1"/>
          <p:cNvSpPr txBox="1">
            <a:spLocks noChangeArrowheads="1"/>
          </p:cNvSpPr>
          <p:nvPr/>
        </p:nvSpPr>
        <p:spPr bwMode="auto">
          <a:xfrm>
            <a:off x="457200" y="274638"/>
            <a:ext cx="8229600" cy="1143000"/>
          </a:xfrm>
          <a:prstGeom prst="rect">
            <a:avLst/>
          </a:prstGeom>
          <a:noFill/>
          <a:ln w="9525" cap="flat">
            <a:noFill/>
            <a:round/>
            <a:headEnd/>
            <a:tailEnd/>
          </a:ln>
          <a:effectLst/>
        </p:spPr>
        <p:txBody>
          <a:bodyPr anchor="ct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dirty="0">
                <a:solidFill>
                  <a:srgbClr val="C3D69B"/>
                </a:solidFill>
                <a:latin typeface="Bahnschrift Light" pitchFamily="32" charset="0"/>
              </a:rPr>
              <a:t>Marine Pollution</a:t>
            </a:r>
          </a:p>
        </p:txBody>
      </p:sp>
      <p:sp>
        <p:nvSpPr>
          <p:cNvPr id="35842" name="Text Box 2"/>
          <p:cNvSpPr txBox="1">
            <a:spLocks noChangeArrowheads="1"/>
          </p:cNvSpPr>
          <p:nvPr/>
        </p:nvSpPr>
        <p:spPr bwMode="auto">
          <a:xfrm>
            <a:off x="142844" y="1600200"/>
            <a:ext cx="4786346" cy="4525963"/>
          </a:xfrm>
          <a:prstGeom prst="rect">
            <a:avLst/>
          </a:prstGeom>
          <a:noFill/>
          <a:ln w="9525" cap="flat">
            <a:noFill/>
            <a:round/>
            <a:headEnd/>
            <a:tailEnd/>
          </a:ln>
          <a:effectLst/>
        </p:spPr>
        <p:txBody>
          <a:bodyPr/>
          <a:lstStyle/>
          <a:p>
            <a:pPr marL="339725" indent="-339725">
              <a:spcBef>
                <a:spcPts val="8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800" dirty="0">
                <a:solidFill>
                  <a:srgbClr val="003E07"/>
                </a:solidFill>
                <a:latin typeface="Bahnschrift" pitchFamily="32" charset="0"/>
              </a:rPr>
              <a:t>Sources  of   marine  pollution</a:t>
            </a:r>
          </a:p>
          <a:p>
            <a:pPr marL="739775" lvl="1" indent="-282575">
              <a:spcBef>
                <a:spcPts val="7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400" dirty="0">
                <a:solidFill>
                  <a:srgbClr val="4F6228"/>
                </a:solidFill>
                <a:latin typeface="Bahnschrift" pitchFamily="32" charset="0"/>
              </a:rPr>
              <a:t>Rivers, Catchment area, coastline, oil drilling and shipment.</a:t>
            </a:r>
          </a:p>
          <a:p>
            <a:pPr marL="339725" indent="-339725">
              <a:spcBef>
                <a:spcPts val="8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800" dirty="0">
                <a:solidFill>
                  <a:srgbClr val="003E07"/>
                </a:solidFill>
                <a:latin typeface="Bahnschrift" pitchFamily="32" charset="0"/>
              </a:rPr>
              <a:t>Pollutants</a:t>
            </a:r>
          </a:p>
          <a:p>
            <a:pPr marL="739775" lvl="1" indent="-282575">
              <a:spcBef>
                <a:spcPts val="7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US" sz="2400" dirty="0">
                <a:solidFill>
                  <a:srgbClr val="4F6228"/>
                </a:solidFill>
                <a:latin typeface="Bahnschrift" pitchFamily="32" charset="0"/>
              </a:rPr>
              <a:t>sewage  sludge,  industrial  effluents,  synthetic detergents, agrochemicals, solid wastes, plastics, metals and waste heat</a:t>
            </a:r>
          </a:p>
        </p:txBody>
      </p:sp>
      <p:sp>
        <p:nvSpPr>
          <p:cNvPr id="35843" name="Text Box 3"/>
          <p:cNvSpPr txBox="1">
            <a:spLocks noChangeArrowheads="1"/>
          </p:cNvSpPr>
          <p:nvPr/>
        </p:nvSpPr>
        <p:spPr bwMode="auto">
          <a:xfrm>
            <a:off x="457200" y="6356350"/>
            <a:ext cx="2133600" cy="365125"/>
          </a:xfrm>
          <a:prstGeom prst="rect">
            <a:avLst/>
          </a:prstGeom>
          <a:noFill/>
          <a:ln w="9525" cap="flat">
            <a:noFill/>
            <a:round/>
            <a:headEnd/>
            <a:tailEnd/>
          </a:ln>
          <a:effectLst/>
        </p:spPr>
        <p:txBody>
          <a:bodyPr lIns="90000" tIns="46800" rIns="90000" bIns="46800" anchor="ctr"/>
          <a:lstStyle/>
          <a:p>
            <a:pP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a:solidFill>
                  <a:srgbClr val="EBF1DE"/>
                </a:solidFill>
              </a:rPr>
              <a:t>12/03/19</a:t>
            </a:r>
          </a:p>
        </p:txBody>
      </p:sp>
      <p:pic>
        <p:nvPicPr>
          <p:cNvPr id="7170" name="Picture 2" descr="Who's to Blame for Ocean Pollution? · Giving Compass"/>
          <p:cNvPicPr>
            <a:picLocks noChangeAspect="1" noChangeArrowheads="1"/>
          </p:cNvPicPr>
          <p:nvPr/>
        </p:nvPicPr>
        <p:blipFill>
          <a:blip r:embed="rId3" cstate="print"/>
          <a:srcRect/>
          <a:stretch>
            <a:fillRect/>
          </a:stretch>
        </p:blipFill>
        <p:spPr bwMode="auto">
          <a:xfrm>
            <a:off x="4929191" y="1500174"/>
            <a:ext cx="4214810" cy="2357454"/>
          </a:xfrm>
          <a:prstGeom prst="rect">
            <a:avLst/>
          </a:prstGeom>
          <a:noFill/>
        </p:spPr>
      </p:pic>
      <p:pic>
        <p:nvPicPr>
          <p:cNvPr id="7172" name="Picture 4" descr="The ocean is everyone's business | Global Environment Facility"/>
          <p:cNvPicPr>
            <a:picLocks noChangeAspect="1" noChangeArrowheads="1"/>
          </p:cNvPicPr>
          <p:nvPr/>
        </p:nvPicPr>
        <p:blipFill>
          <a:blip r:embed="rId4" cstate="print"/>
          <a:srcRect/>
          <a:stretch>
            <a:fillRect/>
          </a:stretch>
        </p:blipFill>
        <p:spPr bwMode="auto">
          <a:xfrm>
            <a:off x="4929190" y="3880605"/>
            <a:ext cx="4214810" cy="2373859"/>
          </a:xfrm>
          <a:prstGeom prst="rect">
            <a:avLst/>
          </a:prstGeom>
          <a:noFill/>
        </p:spPr>
      </p:pic>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ext Box 1"/>
          <p:cNvSpPr txBox="1">
            <a:spLocks noChangeArrowheads="1"/>
          </p:cNvSpPr>
          <p:nvPr/>
        </p:nvSpPr>
        <p:spPr bwMode="auto">
          <a:xfrm>
            <a:off x="457200" y="274638"/>
            <a:ext cx="8229600" cy="1143000"/>
          </a:xfrm>
          <a:prstGeom prst="rect">
            <a:avLst/>
          </a:prstGeom>
          <a:noFill/>
          <a:ln w="9525" cap="flat">
            <a:noFill/>
            <a:round/>
            <a:headEnd/>
            <a:tailEnd/>
          </a:ln>
          <a:effectLst/>
        </p:spPr>
        <p:txBody>
          <a:bodyPr wrap="none" anchor="ctr"/>
          <a:lstStyle/>
          <a:p>
            <a:endParaRPr lang="en-US"/>
          </a:p>
        </p:txBody>
      </p:sp>
      <p:sp>
        <p:nvSpPr>
          <p:cNvPr id="36867" name="Text Box 3"/>
          <p:cNvSpPr txBox="1">
            <a:spLocks noChangeArrowheads="1"/>
          </p:cNvSpPr>
          <p:nvPr/>
        </p:nvSpPr>
        <p:spPr bwMode="auto">
          <a:xfrm>
            <a:off x="457200" y="6356350"/>
            <a:ext cx="2133600" cy="365125"/>
          </a:xfrm>
          <a:prstGeom prst="rect">
            <a:avLst/>
          </a:prstGeom>
          <a:noFill/>
          <a:ln w="9525" cap="flat">
            <a:noFill/>
            <a:round/>
            <a:headEnd/>
            <a:tailEnd/>
          </a:ln>
          <a:effectLst/>
        </p:spPr>
        <p:txBody>
          <a:bodyPr lIns="90000" tIns="46800" rIns="90000" bIns="46800" anchor="ctr"/>
          <a:lstStyle/>
          <a:p>
            <a:pP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a:solidFill>
                  <a:srgbClr val="EBF1DE"/>
                </a:solidFill>
              </a:rPr>
              <a:t>12/03/19</a:t>
            </a:r>
          </a:p>
        </p:txBody>
      </p:sp>
      <p:sp>
        <p:nvSpPr>
          <p:cNvPr id="6" name="Text Box 2"/>
          <p:cNvSpPr txBox="1">
            <a:spLocks noChangeArrowheads="1"/>
          </p:cNvSpPr>
          <p:nvPr/>
        </p:nvSpPr>
        <p:spPr bwMode="auto">
          <a:xfrm>
            <a:off x="571472" y="1785926"/>
            <a:ext cx="8229600" cy="4286280"/>
          </a:xfrm>
          <a:prstGeom prst="rect">
            <a:avLst/>
          </a:prstGeom>
          <a:noFill/>
          <a:ln w="9525" cap="flat">
            <a:noFill/>
            <a:round/>
            <a:headEnd/>
            <a:tailEnd/>
          </a:ln>
          <a:effectLst/>
        </p:spPr>
        <p:txBody>
          <a:bodyPr/>
          <a:lstStyle/>
          <a:p>
            <a:pPr marL="339725" indent="-339725">
              <a:spcBef>
                <a:spcPts val="8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400" dirty="0" smtClean="0">
                <a:solidFill>
                  <a:srgbClr val="4F6228"/>
                </a:solidFill>
                <a:latin typeface="Bahnschrift" pitchFamily="32" charset="0"/>
              </a:rPr>
              <a:t>Toxic materials from the industrial plants should not be discharged in coastal water.</a:t>
            </a:r>
          </a:p>
          <a:p>
            <a:pPr marL="339725" indent="-339725">
              <a:spcBef>
                <a:spcPts val="8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400" dirty="0" smtClean="0">
                <a:solidFill>
                  <a:srgbClr val="4F6228"/>
                </a:solidFill>
                <a:latin typeface="Bahnschrift" pitchFamily="32" charset="0"/>
              </a:rPr>
              <a:t>Run off from non-point source should be controlled.</a:t>
            </a:r>
          </a:p>
          <a:p>
            <a:pPr marL="339725" indent="-339725">
              <a:spcBef>
                <a:spcPts val="8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400" dirty="0" smtClean="0">
                <a:solidFill>
                  <a:srgbClr val="4F6228"/>
                </a:solidFill>
                <a:latin typeface="Bahnschrift" pitchFamily="32" charset="0"/>
              </a:rPr>
              <a:t>Sewer overflow should be prevented.</a:t>
            </a:r>
          </a:p>
          <a:p>
            <a:pPr marL="339725" indent="-339725">
              <a:spcBef>
                <a:spcPts val="8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400" dirty="0" smtClean="0">
                <a:solidFill>
                  <a:srgbClr val="4F6228"/>
                </a:solidFill>
                <a:latin typeface="Bahnschrift" pitchFamily="32" charset="0"/>
              </a:rPr>
              <a:t>Oil and grease from the service stations should be reused.</a:t>
            </a:r>
          </a:p>
          <a:p>
            <a:pPr marL="339725" indent="-339725">
              <a:spcBef>
                <a:spcPts val="8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400" dirty="0" smtClean="0">
                <a:solidFill>
                  <a:srgbClr val="4F6228"/>
                </a:solidFill>
                <a:latin typeface="Bahnschrift" pitchFamily="32" charset="0"/>
              </a:rPr>
              <a:t>Oil </a:t>
            </a:r>
            <a:r>
              <a:rPr lang="en-IN" sz="2400" dirty="0" smtClean="0">
                <a:solidFill>
                  <a:srgbClr val="4F6228"/>
                </a:solidFill>
                <a:latin typeface="Bahnschrift" pitchFamily="32" charset="0"/>
              </a:rPr>
              <a:t>ballast </a:t>
            </a:r>
            <a:r>
              <a:rPr lang="en-IN" sz="2400" dirty="0" smtClean="0">
                <a:solidFill>
                  <a:srgbClr val="4F6228"/>
                </a:solidFill>
                <a:latin typeface="Bahnschrift" pitchFamily="32" charset="0"/>
              </a:rPr>
              <a:t>should not be dumped into the sea.</a:t>
            </a:r>
          </a:p>
          <a:p>
            <a:pPr marL="339725" indent="-339725">
              <a:spcBef>
                <a:spcPts val="800"/>
              </a:spcBef>
              <a:buClr>
                <a:srgbClr val="77933C"/>
              </a:buClr>
              <a:buFont typeface="Wingdings" charset="2"/>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pPr>
            <a:r>
              <a:rPr lang="en-IN" sz="2400" dirty="0" smtClean="0">
                <a:solidFill>
                  <a:srgbClr val="4F6228"/>
                </a:solidFill>
                <a:latin typeface="Bahnschrift" pitchFamily="32" charset="0"/>
              </a:rPr>
              <a:t>Developmental activities in the coastal region should be minimized.</a:t>
            </a:r>
          </a:p>
        </p:txBody>
      </p:sp>
      <p:sp>
        <p:nvSpPr>
          <p:cNvPr id="7" name="Text Box 1"/>
          <p:cNvSpPr txBox="1">
            <a:spLocks noChangeArrowheads="1"/>
          </p:cNvSpPr>
          <p:nvPr/>
        </p:nvSpPr>
        <p:spPr bwMode="auto">
          <a:xfrm>
            <a:off x="609600" y="427038"/>
            <a:ext cx="8229600" cy="1143000"/>
          </a:xfrm>
          <a:prstGeom prst="rect">
            <a:avLst/>
          </a:prstGeom>
          <a:noFill/>
          <a:ln w="9525" cap="flat">
            <a:noFill/>
            <a:round/>
            <a:headEnd/>
            <a:tailEnd/>
          </a:ln>
          <a:effectLst/>
        </p:spPr>
        <p:txBody>
          <a:bodyPr anchor="ct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dirty="0" smtClean="0">
                <a:solidFill>
                  <a:srgbClr val="C3D69B"/>
                </a:solidFill>
                <a:latin typeface="Bahnschrift Light" pitchFamily="32" charset="0"/>
              </a:rPr>
              <a:t>Control of Marine </a:t>
            </a:r>
            <a:r>
              <a:rPr lang="en-IN" sz="4400" dirty="0">
                <a:solidFill>
                  <a:srgbClr val="C3D69B"/>
                </a:solidFill>
                <a:latin typeface="Bahnschrift Light" pitchFamily="32" charset="0"/>
              </a:rPr>
              <a:t>Pollution</a:t>
            </a:r>
          </a:p>
        </p:txBody>
      </p:sp>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a:spLocks noChangeArrowheads="1"/>
          </p:cNvSpPr>
          <p:nvPr/>
        </p:nvSpPr>
        <p:spPr bwMode="auto">
          <a:xfrm>
            <a:off x="609600" y="427038"/>
            <a:ext cx="8229600" cy="1143000"/>
          </a:xfrm>
          <a:prstGeom prst="rect">
            <a:avLst/>
          </a:prstGeom>
          <a:noFill/>
          <a:ln w="9525" cap="flat">
            <a:noFill/>
            <a:round/>
            <a:headEnd/>
            <a:tailEnd/>
          </a:ln>
          <a:effectLst/>
        </p:spPr>
        <p:txBody>
          <a:bodyPr anchor="ct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dirty="0" smtClean="0">
                <a:solidFill>
                  <a:srgbClr val="C3D69B"/>
                </a:solidFill>
                <a:latin typeface="Bahnschrift Light" pitchFamily="32" charset="0"/>
              </a:rPr>
              <a:t>To be continued...</a:t>
            </a:r>
            <a:endParaRPr lang="en-IN" sz="4400" dirty="0">
              <a:solidFill>
                <a:srgbClr val="C3D69B"/>
              </a:solidFill>
              <a:latin typeface="Bahnschrift Light" pitchFamily="32" charset="0"/>
            </a:endParaRPr>
          </a:p>
        </p:txBody>
      </p:sp>
    </p:spTree>
  </p:cSld>
  <p:clrMapOvr>
    <a:masterClrMapping/>
  </p:clrMapOvr>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Bahnschrift Light"/>
        <a:ea typeface="Microsoft YaHei"/>
        <a:cs typeface=""/>
      </a:majorFont>
      <a:minorFont>
        <a:latin typeface="Bahnschrift"/>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cs typeface="Arial"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cs typeface="Arial"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Bahnschrift Light"/>
        <a:ea typeface="Microsoft YaHei"/>
        <a:cs typeface=""/>
      </a:majorFont>
      <a:minorFont>
        <a:latin typeface="Bahnschrift"/>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cs typeface="Arial"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cs typeface="Arial"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Bahnschrift Light"/>
        <a:ea typeface="Microsoft YaHei"/>
        <a:cs typeface=""/>
      </a:majorFont>
      <a:minorFont>
        <a:latin typeface="Bahnschrift"/>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cs typeface="Arial"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cs typeface="Arial"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1689</TotalTime>
  <Words>1902</Words>
  <Application>Microsoft Office PowerPoint</Application>
  <PresentationFormat>On-screen Show (4:3)</PresentationFormat>
  <Paragraphs>287</Paragraphs>
  <Slides>32</Slides>
  <Notes>29</Notes>
  <HiddenSlides>0</HiddenSlides>
  <MMClips>0</MMClips>
  <ScaleCrop>false</ScaleCrop>
  <HeadingPairs>
    <vt:vector size="4" baseType="variant">
      <vt:variant>
        <vt:lpstr>Theme</vt:lpstr>
      </vt:variant>
      <vt:variant>
        <vt:i4>3</vt:i4>
      </vt:variant>
      <vt:variant>
        <vt:lpstr>Slide Titles</vt:lpstr>
      </vt:variant>
      <vt:variant>
        <vt:i4>32</vt:i4>
      </vt:variant>
    </vt:vector>
  </HeadingPairs>
  <TitlesOfParts>
    <vt:vector size="35" baseType="lpstr">
      <vt:lpstr>Office Theme</vt:lpstr>
      <vt:lpstr>Office Theme</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Azure</dc:creator>
  <cp:lastModifiedBy>hp</cp:lastModifiedBy>
  <cp:revision>232</cp:revision>
  <cp:lastPrinted>1601-01-01T00:00:00Z</cp:lastPrinted>
  <dcterms:created xsi:type="dcterms:W3CDTF">2019-01-10T05:05:48Z</dcterms:created>
  <dcterms:modified xsi:type="dcterms:W3CDTF">2024-03-26T09:23:17Z</dcterms:modified>
</cp:coreProperties>
</file>