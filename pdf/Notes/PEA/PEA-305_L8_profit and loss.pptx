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9" r:id="rId23"/>
    <p:sldId id="278" r:id="rId24"/>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2160">
          <p15:clr>
            <a:srgbClr val="A4A3A4"/>
          </p15:clr>
        </p15:guide>
        <p15:guide id="2" pos="2876">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9" roundtripDataSignature="AMtx7mgpONkfQxt4k3nD/fKmCkesQTULq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1416" y="-90"/>
      </p:cViewPr>
      <p:guideLst>
        <p:guide orient="horz" pos="2160"/>
        <p:guide pos="287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98662896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0" name="Google Shape;110;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5" name="Google Shape;115;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 name="Google Shape;120;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5" name="Google Shape;125;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5" name="Google Shape;13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0" name="Google Shape;140;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322ce9e19c1_1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322ce9e19c1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22ce9e19c1_1_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22ce9e19c1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0" name="Google Shape;160;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5" name="Google Shape;165;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0" name="Google Shape;170;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5" name="Google Shape;175;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0" name="Google Shape;180;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22ce9e19c1_1_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322ce9e19c1_1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22ce9e19c1_1_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322ce9e19c1_1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5" name="Google Shape;195;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
        <p:cNvGrpSpPr/>
        <p:nvPr/>
      </p:nvGrpSpPr>
      <p:grpSpPr>
        <a:xfrm>
          <a:off x="0" y="0"/>
          <a:ext cx="0" cy="0"/>
          <a:chOff x="0" y="0"/>
          <a:chExt cx="0" cy="0"/>
        </a:xfrm>
      </p:grpSpPr>
      <p:sp>
        <p:nvSpPr>
          <p:cNvPr id="12" name="Google Shape;12;p2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24"/>
          <p:cNvSpPr txBox="1">
            <a:spLocks noGrp="1"/>
          </p:cNvSpPr>
          <p:nvPr>
            <p:ph type="body" idx="1"/>
          </p:nvPr>
        </p:nvSpPr>
        <p:spPr>
          <a:xfrm>
            <a:off x="457200" y="1600206"/>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4" name="Google Shape;14;p24"/>
          <p:cNvSpPr txBox="1">
            <a:spLocks noGrp="1"/>
          </p:cNvSpPr>
          <p:nvPr>
            <p:ph type="dt" idx="10"/>
          </p:nvPr>
        </p:nvSpPr>
        <p:spPr>
          <a:xfrm>
            <a:off x="457200" y="635635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24"/>
          <p:cNvSpPr txBox="1">
            <a:spLocks noGrp="1"/>
          </p:cNvSpPr>
          <p:nvPr>
            <p:ph type="ftr" idx="11"/>
          </p:nvPr>
        </p:nvSpPr>
        <p:spPr>
          <a:xfrm>
            <a:off x="3124200" y="6356356"/>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24"/>
          <p:cNvSpPr txBox="1">
            <a:spLocks noGrp="1"/>
          </p:cNvSpPr>
          <p:nvPr>
            <p:ph type="sldNum" idx="12"/>
          </p:nvPr>
        </p:nvSpPr>
        <p:spPr>
          <a:xfrm>
            <a:off x="6553200" y="635635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25"/>
          <p:cNvSpPr txBox="1">
            <a:spLocks noGrp="1"/>
          </p:cNvSpPr>
          <p:nvPr>
            <p:ph type="ctrTitle"/>
          </p:nvPr>
        </p:nvSpPr>
        <p:spPr>
          <a:xfrm>
            <a:off x="685800" y="2130431"/>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5"/>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480"/>
              </a:spcBef>
              <a:spcAft>
                <a:spcPts val="0"/>
              </a:spcAft>
              <a:buClr>
                <a:srgbClr val="888888"/>
              </a:buClr>
              <a:buSzPts val="2400"/>
              <a:buNone/>
              <a:defRPr>
                <a:solidFill>
                  <a:srgbClr val="888888"/>
                </a:solidFill>
              </a:defRPr>
            </a:lvl1pPr>
            <a:lvl2pPr lvl="1" algn="ctr">
              <a:spcBef>
                <a:spcPts val="420"/>
              </a:spcBef>
              <a:spcAft>
                <a:spcPts val="0"/>
              </a:spcAft>
              <a:buClr>
                <a:srgbClr val="888888"/>
              </a:buClr>
              <a:buSzPts val="2100"/>
              <a:buNone/>
              <a:defRPr>
                <a:solidFill>
                  <a:srgbClr val="888888"/>
                </a:solidFill>
              </a:defRPr>
            </a:lvl2pPr>
            <a:lvl3pPr lvl="2" algn="ctr">
              <a:spcBef>
                <a:spcPts val="360"/>
              </a:spcBef>
              <a:spcAft>
                <a:spcPts val="0"/>
              </a:spcAft>
              <a:buClr>
                <a:srgbClr val="888888"/>
              </a:buClr>
              <a:buSzPts val="1800"/>
              <a:buNone/>
              <a:defRPr>
                <a:solidFill>
                  <a:srgbClr val="888888"/>
                </a:solidFill>
              </a:defRPr>
            </a:lvl3pPr>
            <a:lvl4pPr lvl="3" algn="ctr">
              <a:spcBef>
                <a:spcPts val="300"/>
              </a:spcBef>
              <a:spcAft>
                <a:spcPts val="0"/>
              </a:spcAft>
              <a:buClr>
                <a:srgbClr val="888888"/>
              </a:buClr>
              <a:buSzPts val="1500"/>
              <a:buNone/>
              <a:defRPr>
                <a:solidFill>
                  <a:srgbClr val="888888"/>
                </a:solidFill>
              </a:defRPr>
            </a:lvl4pPr>
            <a:lvl5pPr lvl="4" algn="ctr">
              <a:spcBef>
                <a:spcPts val="300"/>
              </a:spcBef>
              <a:spcAft>
                <a:spcPts val="0"/>
              </a:spcAft>
              <a:buClr>
                <a:srgbClr val="888888"/>
              </a:buClr>
              <a:buSzPts val="1500"/>
              <a:buNone/>
              <a:defRPr>
                <a:solidFill>
                  <a:srgbClr val="888888"/>
                </a:solidFill>
              </a:defRPr>
            </a:lvl5pPr>
            <a:lvl6pPr lvl="5" algn="ctr">
              <a:spcBef>
                <a:spcPts val="300"/>
              </a:spcBef>
              <a:spcAft>
                <a:spcPts val="0"/>
              </a:spcAft>
              <a:buClr>
                <a:srgbClr val="888888"/>
              </a:buClr>
              <a:buSzPts val="1500"/>
              <a:buNone/>
              <a:defRPr>
                <a:solidFill>
                  <a:srgbClr val="888888"/>
                </a:solidFill>
              </a:defRPr>
            </a:lvl6pPr>
            <a:lvl7pPr lvl="6" algn="ctr">
              <a:spcBef>
                <a:spcPts val="300"/>
              </a:spcBef>
              <a:spcAft>
                <a:spcPts val="0"/>
              </a:spcAft>
              <a:buClr>
                <a:srgbClr val="888888"/>
              </a:buClr>
              <a:buSzPts val="1500"/>
              <a:buNone/>
              <a:defRPr>
                <a:solidFill>
                  <a:srgbClr val="888888"/>
                </a:solidFill>
              </a:defRPr>
            </a:lvl7pPr>
            <a:lvl8pPr lvl="7" algn="ctr">
              <a:spcBef>
                <a:spcPts val="300"/>
              </a:spcBef>
              <a:spcAft>
                <a:spcPts val="0"/>
              </a:spcAft>
              <a:buClr>
                <a:srgbClr val="888888"/>
              </a:buClr>
              <a:buSzPts val="1500"/>
              <a:buNone/>
              <a:defRPr>
                <a:solidFill>
                  <a:srgbClr val="888888"/>
                </a:solidFill>
              </a:defRPr>
            </a:lvl8pPr>
            <a:lvl9pPr lvl="8" algn="ctr">
              <a:spcBef>
                <a:spcPts val="300"/>
              </a:spcBef>
              <a:spcAft>
                <a:spcPts val="0"/>
              </a:spcAft>
              <a:buClr>
                <a:srgbClr val="888888"/>
              </a:buClr>
              <a:buSzPts val="1500"/>
              <a:buNone/>
              <a:defRPr>
                <a:solidFill>
                  <a:srgbClr val="888888"/>
                </a:solidFill>
              </a:defRPr>
            </a:lvl9pPr>
          </a:lstStyle>
          <a:p>
            <a:endParaRPr/>
          </a:p>
        </p:txBody>
      </p:sp>
      <p:sp>
        <p:nvSpPr>
          <p:cNvPr id="20" name="Google Shape;20;p25"/>
          <p:cNvSpPr txBox="1">
            <a:spLocks noGrp="1"/>
          </p:cNvSpPr>
          <p:nvPr>
            <p:ph type="dt" idx="10"/>
          </p:nvPr>
        </p:nvSpPr>
        <p:spPr>
          <a:xfrm>
            <a:off x="457200" y="635635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5"/>
          <p:cNvSpPr txBox="1">
            <a:spLocks noGrp="1"/>
          </p:cNvSpPr>
          <p:nvPr>
            <p:ph type="ftr" idx="11"/>
          </p:nvPr>
        </p:nvSpPr>
        <p:spPr>
          <a:xfrm>
            <a:off x="3124200" y="6356356"/>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5"/>
          <p:cNvSpPr txBox="1">
            <a:spLocks noGrp="1"/>
          </p:cNvSpPr>
          <p:nvPr>
            <p:ph type="sldNum" idx="12"/>
          </p:nvPr>
        </p:nvSpPr>
        <p:spPr>
          <a:xfrm>
            <a:off x="6553200" y="635635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6"/>
          <p:cNvSpPr txBox="1">
            <a:spLocks noGrp="1"/>
          </p:cNvSpPr>
          <p:nvPr>
            <p:ph type="title"/>
          </p:nvPr>
        </p:nvSpPr>
        <p:spPr>
          <a:xfrm>
            <a:off x="722313" y="4406906"/>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3000"/>
              <a:buFont typeface="Calibri"/>
              <a:buNone/>
              <a:defRPr sz="3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6"/>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300"/>
              </a:spcBef>
              <a:spcAft>
                <a:spcPts val="0"/>
              </a:spcAft>
              <a:buClr>
                <a:srgbClr val="888888"/>
              </a:buClr>
              <a:buSzPts val="1500"/>
              <a:buNone/>
              <a:defRPr sz="1500">
                <a:solidFill>
                  <a:srgbClr val="888888"/>
                </a:solidFill>
              </a:defRPr>
            </a:lvl1pPr>
            <a:lvl2pPr marL="914400" lvl="1" indent="-228600" algn="l">
              <a:spcBef>
                <a:spcPts val="270"/>
              </a:spcBef>
              <a:spcAft>
                <a:spcPts val="0"/>
              </a:spcAft>
              <a:buClr>
                <a:srgbClr val="888888"/>
              </a:buClr>
              <a:buSzPts val="1350"/>
              <a:buNone/>
              <a:defRPr sz="1350">
                <a:solidFill>
                  <a:srgbClr val="888888"/>
                </a:solidFill>
              </a:defRPr>
            </a:lvl2pPr>
            <a:lvl3pPr marL="1371600" lvl="2" indent="-228600" algn="l">
              <a:spcBef>
                <a:spcPts val="240"/>
              </a:spcBef>
              <a:spcAft>
                <a:spcPts val="0"/>
              </a:spcAft>
              <a:buClr>
                <a:srgbClr val="888888"/>
              </a:buClr>
              <a:buSzPts val="1200"/>
              <a:buNone/>
              <a:defRPr sz="1200">
                <a:solidFill>
                  <a:srgbClr val="888888"/>
                </a:solidFill>
              </a:defRPr>
            </a:lvl3pPr>
            <a:lvl4pPr marL="1828800" lvl="3" indent="-228600" algn="l">
              <a:spcBef>
                <a:spcPts val="210"/>
              </a:spcBef>
              <a:spcAft>
                <a:spcPts val="0"/>
              </a:spcAft>
              <a:buClr>
                <a:srgbClr val="888888"/>
              </a:buClr>
              <a:buSzPts val="1050"/>
              <a:buNone/>
              <a:defRPr sz="1050">
                <a:solidFill>
                  <a:srgbClr val="888888"/>
                </a:solidFill>
              </a:defRPr>
            </a:lvl4pPr>
            <a:lvl5pPr marL="2286000" lvl="4" indent="-228600" algn="l">
              <a:spcBef>
                <a:spcPts val="210"/>
              </a:spcBef>
              <a:spcAft>
                <a:spcPts val="0"/>
              </a:spcAft>
              <a:buClr>
                <a:srgbClr val="888888"/>
              </a:buClr>
              <a:buSzPts val="1050"/>
              <a:buNone/>
              <a:defRPr sz="1050">
                <a:solidFill>
                  <a:srgbClr val="888888"/>
                </a:solidFill>
              </a:defRPr>
            </a:lvl5pPr>
            <a:lvl6pPr marL="2743200" lvl="5" indent="-228600" algn="l">
              <a:spcBef>
                <a:spcPts val="210"/>
              </a:spcBef>
              <a:spcAft>
                <a:spcPts val="0"/>
              </a:spcAft>
              <a:buClr>
                <a:srgbClr val="888888"/>
              </a:buClr>
              <a:buSzPts val="1050"/>
              <a:buNone/>
              <a:defRPr sz="1050">
                <a:solidFill>
                  <a:srgbClr val="888888"/>
                </a:solidFill>
              </a:defRPr>
            </a:lvl6pPr>
            <a:lvl7pPr marL="3200400" lvl="6" indent="-228600" algn="l">
              <a:spcBef>
                <a:spcPts val="210"/>
              </a:spcBef>
              <a:spcAft>
                <a:spcPts val="0"/>
              </a:spcAft>
              <a:buClr>
                <a:srgbClr val="888888"/>
              </a:buClr>
              <a:buSzPts val="1050"/>
              <a:buNone/>
              <a:defRPr sz="1050">
                <a:solidFill>
                  <a:srgbClr val="888888"/>
                </a:solidFill>
              </a:defRPr>
            </a:lvl7pPr>
            <a:lvl8pPr marL="3657600" lvl="7" indent="-228600" algn="l">
              <a:spcBef>
                <a:spcPts val="210"/>
              </a:spcBef>
              <a:spcAft>
                <a:spcPts val="0"/>
              </a:spcAft>
              <a:buClr>
                <a:srgbClr val="888888"/>
              </a:buClr>
              <a:buSzPts val="1050"/>
              <a:buNone/>
              <a:defRPr sz="1050">
                <a:solidFill>
                  <a:srgbClr val="888888"/>
                </a:solidFill>
              </a:defRPr>
            </a:lvl8pPr>
            <a:lvl9pPr marL="4114800" lvl="8" indent="-228600" algn="l">
              <a:spcBef>
                <a:spcPts val="210"/>
              </a:spcBef>
              <a:spcAft>
                <a:spcPts val="0"/>
              </a:spcAft>
              <a:buClr>
                <a:srgbClr val="888888"/>
              </a:buClr>
              <a:buSzPts val="1050"/>
              <a:buNone/>
              <a:defRPr sz="1050">
                <a:solidFill>
                  <a:srgbClr val="888888"/>
                </a:solidFill>
              </a:defRPr>
            </a:lvl9pPr>
          </a:lstStyle>
          <a:p>
            <a:endParaRPr/>
          </a:p>
        </p:txBody>
      </p:sp>
      <p:sp>
        <p:nvSpPr>
          <p:cNvPr id="26" name="Google Shape;26;p26"/>
          <p:cNvSpPr txBox="1">
            <a:spLocks noGrp="1"/>
          </p:cNvSpPr>
          <p:nvPr>
            <p:ph type="dt" idx="10"/>
          </p:nvPr>
        </p:nvSpPr>
        <p:spPr>
          <a:xfrm>
            <a:off x="457200" y="635635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6"/>
          <p:cNvSpPr txBox="1">
            <a:spLocks noGrp="1"/>
          </p:cNvSpPr>
          <p:nvPr>
            <p:ph type="ftr" idx="11"/>
          </p:nvPr>
        </p:nvSpPr>
        <p:spPr>
          <a:xfrm>
            <a:off x="3124200" y="6356356"/>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6"/>
          <p:cNvSpPr txBox="1">
            <a:spLocks noGrp="1"/>
          </p:cNvSpPr>
          <p:nvPr>
            <p:ph type="sldNum" idx="12"/>
          </p:nvPr>
        </p:nvSpPr>
        <p:spPr>
          <a:xfrm>
            <a:off x="6553200" y="635635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7"/>
          <p:cNvSpPr txBox="1">
            <a:spLocks noGrp="1"/>
          </p:cNvSpPr>
          <p:nvPr>
            <p:ph type="body" idx="1"/>
          </p:nvPr>
        </p:nvSpPr>
        <p:spPr>
          <a:xfrm>
            <a:off x="609600" y="1600206"/>
            <a:ext cx="5410200" cy="4525963"/>
          </a:xfrm>
          <a:prstGeom prst="rect">
            <a:avLst/>
          </a:prstGeom>
          <a:noFill/>
          <a:ln>
            <a:noFill/>
          </a:ln>
        </p:spPr>
        <p:txBody>
          <a:bodyPr spcFirstLastPara="1" wrap="square" lIns="91425" tIns="45700" rIns="91425" bIns="45700" anchor="t" anchorCtr="0">
            <a:normAutofit/>
          </a:bodyPr>
          <a:lstStyle>
            <a:lvl1pPr marL="457200" lvl="0" indent="-361950" algn="l">
              <a:spcBef>
                <a:spcPts val="420"/>
              </a:spcBef>
              <a:spcAft>
                <a:spcPts val="0"/>
              </a:spcAft>
              <a:buClr>
                <a:schemeClr val="dk1"/>
              </a:buClr>
              <a:buSzPts val="2100"/>
              <a:buChar char="•"/>
              <a:defRPr sz="2100"/>
            </a:lvl1pPr>
            <a:lvl2pPr marL="914400" lvl="1" indent="-342900" algn="l">
              <a:spcBef>
                <a:spcPts val="360"/>
              </a:spcBef>
              <a:spcAft>
                <a:spcPts val="0"/>
              </a:spcAft>
              <a:buClr>
                <a:schemeClr val="dk1"/>
              </a:buClr>
              <a:buSzPts val="1800"/>
              <a:buChar char="–"/>
              <a:defRPr sz="1800"/>
            </a:lvl2pPr>
            <a:lvl3pPr marL="1371600" lvl="2" indent="-323850" algn="l">
              <a:spcBef>
                <a:spcPts val="300"/>
              </a:spcBef>
              <a:spcAft>
                <a:spcPts val="0"/>
              </a:spcAft>
              <a:buClr>
                <a:schemeClr val="dk1"/>
              </a:buClr>
              <a:buSzPts val="1500"/>
              <a:buChar char="•"/>
              <a:defRPr sz="1500"/>
            </a:lvl3pPr>
            <a:lvl4pPr marL="1828800" lvl="3" indent="-314325" algn="l">
              <a:spcBef>
                <a:spcPts val="270"/>
              </a:spcBef>
              <a:spcAft>
                <a:spcPts val="0"/>
              </a:spcAft>
              <a:buClr>
                <a:schemeClr val="dk1"/>
              </a:buClr>
              <a:buSzPts val="1350"/>
              <a:buChar char="–"/>
              <a:defRPr sz="1350"/>
            </a:lvl4pPr>
            <a:lvl5pPr marL="2286000" lvl="4" indent="-314325" algn="l">
              <a:spcBef>
                <a:spcPts val="270"/>
              </a:spcBef>
              <a:spcAft>
                <a:spcPts val="0"/>
              </a:spcAft>
              <a:buClr>
                <a:schemeClr val="dk1"/>
              </a:buClr>
              <a:buSzPts val="1350"/>
              <a:buChar char="»"/>
              <a:defRPr sz="1350"/>
            </a:lvl5pPr>
            <a:lvl6pPr marL="2743200" lvl="5" indent="-314325" algn="l">
              <a:spcBef>
                <a:spcPts val="270"/>
              </a:spcBef>
              <a:spcAft>
                <a:spcPts val="0"/>
              </a:spcAft>
              <a:buClr>
                <a:schemeClr val="dk1"/>
              </a:buClr>
              <a:buSzPts val="1350"/>
              <a:buChar char="•"/>
              <a:defRPr sz="1350"/>
            </a:lvl6pPr>
            <a:lvl7pPr marL="3200400" lvl="6" indent="-314325" algn="l">
              <a:spcBef>
                <a:spcPts val="270"/>
              </a:spcBef>
              <a:spcAft>
                <a:spcPts val="0"/>
              </a:spcAft>
              <a:buClr>
                <a:schemeClr val="dk1"/>
              </a:buClr>
              <a:buSzPts val="1350"/>
              <a:buChar char="•"/>
              <a:defRPr sz="1350"/>
            </a:lvl7pPr>
            <a:lvl8pPr marL="3657600" lvl="7" indent="-314325" algn="l">
              <a:spcBef>
                <a:spcPts val="270"/>
              </a:spcBef>
              <a:spcAft>
                <a:spcPts val="0"/>
              </a:spcAft>
              <a:buClr>
                <a:schemeClr val="dk1"/>
              </a:buClr>
              <a:buSzPts val="1350"/>
              <a:buChar char="•"/>
              <a:defRPr sz="1350"/>
            </a:lvl8pPr>
            <a:lvl9pPr marL="4114800" lvl="8" indent="-314325" algn="l">
              <a:spcBef>
                <a:spcPts val="270"/>
              </a:spcBef>
              <a:spcAft>
                <a:spcPts val="0"/>
              </a:spcAft>
              <a:buClr>
                <a:schemeClr val="dk1"/>
              </a:buClr>
              <a:buSzPts val="1350"/>
              <a:buChar char="•"/>
              <a:defRPr sz="1350"/>
            </a:lvl9pPr>
          </a:lstStyle>
          <a:p>
            <a:endParaRPr/>
          </a:p>
        </p:txBody>
      </p:sp>
      <p:sp>
        <p:nvSpPr>
          <p:cNvPr id="32" name="Google Shape;32;p27"/>
          <p:cNvSpPr txBox="1">
            <a:spLocks noGrp="1"/>
          </p:cNvSpPr>
          <p:nvPr>
            <p:ph type="body" idx="2"/>
          </p:nvPr>
        </p:nvSpPr>
        <p:spPr>
          <a:xfrm>
            <a:off x="6172200" y="1600206"/>
            <a:ext cx="5410200" cy="4525963"/>
          </a:xfrm>
          <a:prstGeom prst="rect">
            <a:avLst/>
          </a:prstGeom>
          <a:noFill/>
          <a:ln>
            <a:noFill/>
          </a:ln>
        </p:spPr>
        <p:txBody>
          <a:bodyPr spcFirstLastPara="1" wrap="square" lIns="91425" tIns="45700" rIns="91425" bIns="45700" anchor="t" anchorCtr="0">
            <a:normAutofit/>
          </a:bodyPr>
          <a:lstStyle>
            <a:lvl1pPr marL="457200" lvl="0" indent="-361950" algn="l">
              <a:spcBef>
                <a:spcPts val="420"/>
              </a:spcBef>
              <a:spcAft>
                <a:spcPts val="0"/>
              </a:spcAft>
              <a:buClr>
                <a:schemeClr val="dk1"/>
              </a:buClr>
              <a:buSzPts val="2100"/>
              <a:buChar char="•"/>
              <a:defRPr sz="2100"/>
            </a:lvl1pPr>
            <a:lvl2pPr marL="914400" lvl="1" indent="-342900" algn="l">
              <a:spcBef>
                <a:spcPts val="360"/>
              </a:spcBef>
              <a:spcAft>
                <a:spcPts val="0"/>
              </a:spcAft>
              <a:buClr>
                <a:schemeClr val="dk1"/>
              </a:buClr>
              <a:buSzPts val="1800"/>
              <a:buChar char="–"/>
              <a:defRPr sz="1800"/>
            </a:lvl2pPr>
            <a:lvl3pPr marL="1371600" lvl="2" indent="-323850" algn="l">
              <a:spcBef>
                <a:spcPts val="300"/>
              </a:spcBef>
              <a:spcAft>
                <a:spcPts val="0"/>
              </a:spcAft>
              <a:buClr>
                <a:schemeClr val="dk1"/>
              </a:buClr>
              <a:buSzPts val="1500"/>
              <a:buChar char="•"/>
              <a:defRPr sz="1500"/>
            </a:lvl3pPr>
            <a:lvl4pPr marL="1828800" lvl="3" indent="-314325" algn="l">
              <a:spcBef>
                <a:spcPts val="270"/>
              </a:spcBef>
              <a:spcAft>
                <a:spcPts val="0"/>
              </a:spcAft>
              <a:buClr>
                <a:schemeClr val="dk1"/>
              </a:buClr>
              <a:buSzPts val="1350"/>
              <a:buChar char="–"/>
              <a:defRPr sz="1350"/>
            </a:lvl4pPr>
            <a:lvl5pPr marL="2286000" lvl="4" indent="-314325" algn="l">
              <a:spcBef>
                <a:spcPts val="270"/>
              </a:spcBef>
              <a:spcAft>
                <a:spcPts val="0"/>
              </a:spcAft>
              <a:buClr>
                <a:schemeClr val="dk1"/>
              </a:buClr>
              <a:buSzPts val="1350"/>
              <a:buChar char="»"/>
              <a:defRPr sz="1350"/>
            </a:lvl5pPr>
            <a:lvl6pPr marL="2743200" lvl="5" indent="-314325" algn="l">
              <a:spcBef>
                <a:spcPts val="270"/>
              </a:spcBef>
              <a:spcAft>
                <a:spcPts val="0"/>
              </a:spcAft>
              <a:buClr>
                <a:schemeClr val="dk1"/>
              </a:buClr>
              <a:buSzPts val="1350"/>
              <a:buChar char="•"/>
              <a:defRPr sz="1350"/>
            </a:lvl6pPr>
            <a:lvl7pPr marL="3200400" lvl="6" indent="-314325" algn="l">
              <a:spcBef>
                <a:spcPts val="270"/>
              </a:spcBef>
              <a:spcAft>
                <a:spcPts val="0"/>
              </a:spcAft>
              <a:buClr>
                <a:schemeClr val="dk1"/>
              </a:buClr>
              <a:buSzPts val="1350"/>
              <a:buChar char="•"/>
              <a:defRPr sz="1350"/>
            </a:lvl7pPr>
            <a:lvl8pPr marL="3657600" lvl="7" indent="-314325" algn="l">
              <a:spcBef>
                <a:spcPts val="270"/>
              </a:spcBef>
              <a:spcAft>
                <a:spcPts val="0"/>
              </a:spcAft>
              <a:buClr>
                <a:schemeClr val="dk1"/>
              </a:buClr>
              <a:buSzPts val="1350"/>
              <a:buChar char="•"/>
              <a:defRPr sz="1350"/>
            </a:lvl8pPr>
            <a:lvl9pPr marL="4114800" lvl="8" indent="-314325" algn="l">
              <a:spcBef>
                <a:spcPts val="270"/>
              </a:spcBef>
              <a:spcAft>
                <a:spcPts val="0"/>
              </a:spcAft>
              <a:buClr>
                <a:schemeClr val="dk1"/>
              </a:buClr>
              <a:buSzPts val="1350"/>
              <a:buChar char="•"/>
              <a:defRPr sz="1350"/>
            </a:lvl9pPr>
          </a:lstStyle>
          <a:p>
            <a:endParaRPr/>
          </a:p>
        </p:txBody>
      </p:sp>
      <p:sp>
        <p:nvSpPr>
          <p:cNvPr id="33" name="Google Shape;33;p27"/>
          <p:cNvSpPr txBox="1">
            <a:spLocks noGrp="1"/>
          </p:cNvSpPr>
          <p:nvPr>
            <p:ph type="dt" idx="10"/>
          </p:nvPr>
        </p:nvSpPr>
        <p:spPr>
          <a:xfrm>
            <a:off x="457200" y="635635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7"/>
          <p:cNvSpPr txBox="1">
            <a:spLocks noGrp="1"/>
          </p:cNvSpPr>
          <p:nvPr>
            <p:ph type="ftr" idx="11"/>
          </p:nvPr>
        </p:nvSpPr>
        <p:spPr>
          <a:xfrm>
            <a:off x="3124200" y="6356356"/>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7"/>
          <p:cNvSpPr txBox="1">
            <a:spLocks noGrp="1"/>
          </p:cNvSpPr>
          <p:nvPr>
            <p:ph type="sldNum" idx="12"/>
          </p:nvPr>
        </p:nvSpPr>
        <p:spPr>
          <a:xfrm>
            <a:off x="6553200" y="635635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33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8"/>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360"/>
              </a:spcBef>
              <a:spcAft>
                <a:spcPts val="0"/>
              </a:spcAft>
              <a:buClr>
                <a:schemeClr val="dk1"/>
              </a:buClr>
              <a:buSzPts val="1800"/>
              <a:buNone/>
              <a:defRPr sz="1800" b="1"/>
            </a:lvl1pPr>
            <a:lvl2pPr marL="914400" lvl="1" indent="-228600" algn="l">
              <a:spcBef>
                <a:spcPts val="300"/>
              </a:spcBef>
              <a:spcAft>
                <a:spcPts val="0"/>
              </a:spcAft>
              <a:buClr>
                <a:schemeClr val="dk1"/>
              </a:buClr>
              <a:buSzPts val="1500"/>
              <a:buNone/>
              <a:defRPr sz="1500" b="1"/>
            </a:lvl2pPr>
            <a:lvl3pPr marL="1371600" lvl="2" indent="-228600" algn="l">
              <a:spcBef>
                <a:spcPts val="270"/>
              </a:spcBef>
              <a:spcAft>
                <a:spcPts val="0"/>
              </a:spcAft>
              <a:buClr>
                <a:schemeClr val="dk1"/>
              </a:buClr>
              <a:buSzPts val="1350"/>
              <a:buNone/>
              <a:defRPr sz="1350" b="1"/>
            </a:lvl3pPr>
            <a:lvl4pPr marL="1828800" lvl="3" indent="-228600" algn="l">
              <a:spcBef>
                <a:spcPts val="240"/>
              </a:spcBef>
              <a:spcAft>
                <a:spcPts val="0"/>
              </a:spcAft>
              <a:buClr>
                <a:schemeClr val="dk1"/>
              </a:buClr>
              <a:buSzPts val="1200"/>
              <a:buNone/>
              <a:defRPr sz="1200" b="1"/>
            </a:lvl4pPr>
            <a:lvl5pPr marL="2286000" lvl="4" indent="-228600" algn="l">
              <a:spcBef>
                <a:spcPts val="240"/>
              </a:spcBef>
              <a:spcAft>
                <a:spcPts val="0"/>
              </a:spcAft>
              <a:buClr>
                <a:schemeClr val="dk1"/>
              </a:buClr>
              <a:buSzPts val="1200"/>
              <a:buNone/>
              <a:defRPr sz="1200" b="1"/>
            </a:lvl5pPr>
            <a:lvl6pPr marL="2743200" lvl="5" indent="-228600" algn="l">
              <a:spcBef>
                <a:spcPts val="240"/>
              </a:spcBef>
              <a:spcAft>
                <a:spcPts val="0"/>
              </a:spcAft>
              <a:buClr>
                <a:schemeClr val="dk1"/>
              </a:buClr>
              <a:buSzPts val="1200"/>
              <a:buNone/>
              <a:defRPr sz="1200" b="1"/>
            </a:lvl6pPr>
            <a:lvl7pPr marL="3200400" lvl="6" indent="-228600" algn="l">
              <a:spcBef>
                <a:spcPts val="240"/>
              </a:spcBef>
              <a:spcAft>
                <a:spcPts val="0"/>
              </a:spcAft>
              <a:buClr>
                <a:schemeClr val="dk1"/>
              </a:buClr>
              <a:buSzPts val="1200"/>
              <a:buNone/>
              <a:defRPr sz="1200" b="1"/>
            </a:lvl7pPr>
            <a:lvl8pPr marL="3657600" lvl="7" indent="-228600" algn="l">
              <a:spcBef>
                <a:spcPts val="240"/>
              </a:spcBef>
              <a:spcAft>
                <a:spcPts val="0"/>
              </a:spcAft>
              <a:buClr>
                <a:schemeClr val="dk1"/>
              </a:buClr>
              <a:buSzPts val="1200"/>
              <a:buNone/>
              <a:defRPr sz="1200" b="1"/>
            </a:lvl8pPr>
            <a:lvl9pPr marL="4114800" lvl="8" indent="-228600" algn="l">
              <a:spcBef>
                <a:spcPts val="240"/>
              </a:spcBef>
              <a:spcAft>
                <a:spcPts val="0"/>
              </a:spcAft>
              <a:buClr>
                <a:schemeClr val="dk1"/>
              </a:buClr>
              <a:buSzPts val="1200"/>
              <a:buNone/>
              <a:defRPr sz="1200" b="1"/>
            </a:lvl9pPr>
          </a:lstStyle>
          <a:p>
            <a:endParaRPr/>
          </a:p>
        </p:txBody>
      </p:sp>
      <p:sp>
        <p:nvSpPr>
          <p:cNvPr id="39" name="Google Shape;39;p28"/>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sz="1800"/>
            </a:lvl1pPr>
            <a:lvl2pPr marL="914400" lvl="1" indent="-323850" algn="l">
              <a:spcBef>
                <a:spcPts val="300"/>
              </a:spcBef>
              <a:spcAft>
                <a:spcPts val="0"/>
              </a:spcAft>
              <a:buClr>
                <a:schemeClr val="dk1"/>
              </a:buClr>
              <a:buSzPts val="1500"/>
              <a:buChar char="–"/>
              <a:defRPr sz="1500"/>
            </a:lvl2pPr>
            <a:lvl3pPr marL="1371600" lvl="2" indent="-314325" algn="l">
              <a:spcBef>
                <a:spcPts val="270"/>
              </a:spcBef>
              <a:spcAft>
                <a:spcPts val="0"/>
              </a:spcAft>
              <a:buClr>
                <a:schemeClr val="dk1"/>
              </a:buClr>
              <a:buSzPts val="1350"/>
              <a:buChar char="•"/>
              <a:defRPr sz="1350"/>
            </a:lvl3pPr>
            <a:lvl4pPr marL="1828800" lvl="3" indent="-304800" algn="l">
              <a:spcBef>
                <a:spcPts val="240"/>
              </a:spcBef>
              <a:spcAft>
                <a:spcPts val="0"/>
              </a:spcAft>
              <a:buClr>
                <a:schemeClr val="dk1"/>
              </a:buClr>
              <a:buSzPts val="1200"/>
              <a:buChar char="–"/>
              <a:defRPr sz="1200"/>
            </a:lvl4pPr>
            <a:lvl5pPr marL="2286000" lvl="4" indent="-304800" algn="l">
              <a:spcBef>
                <a:spcPts val="240"/>
              </a:spcBef>
              <a:spcAft>
                <a:spcPts val="0"/>
              </a:spcAft>
              <a:buClr>
                <a:schemeClr val="dk1"/>
              </a:buClr>
              <a:buSzPts val="1200"/>
              <a:buChar char="»"/>
              <a:defRPr sz="1200"/>
            </a:lvl5pPr>
            <a:lvl6pPr marL="2743200" lvl="5" indent="-304800" algn="l">
              <a:spcBef>
                <a:spcPts val="240"/>
              </a:spcBef>
              <a:spcAft>
                <a:spcPts val="0"/>
              </a:spcAft>
              <a:buClr>
                <a:schemeClr val="dk1"/>
              </a:buClr>
              <a:buSzPts val="1200"/>
              <a:buChar char="•"/>
              <a:defRPr sz="1200"/>
            </a:lvl6pPr>
            <a:lvl7pPr marL="3200400" lvl="6" indent="-304800" algn="l">
              <a:spcBef>
                <a:spcPts val="240"/>
              </a:spcBef>
              <a:spcAft>
                <a:spcPts val="0"/>
              </a:spcAft>
              <a:buClr>
                <a:schemeClr val="dk1"/>
              </a:buClr>
              <a:buSzPts val="1200"/>
              <a:buChar char="•"/>
              <a:defRPr sz="1200"/>
            </a:lvl7pPr>
            <a:lvl8pPr marL="3657600" lvl="7" indent="-304800" algn="l">
              <a:spcBef>
                <a:spcPts val="240"/>
              </a:spcBef>
              <a:spcAft>
                <a:spcPts val="0"/>
              </a:spcAft>
              <a:buClr>
                <a:schemeClr val="dk1"/>
              </a:buClr>
              <a:buSzPts val="1200"/>
              <a:buChar char="•"/>
              <a:defRPr sz="1200"/>
            </a:lvl8pPr>
            <a:lvl9pPr marL="4114800" lvl="8" indent="-304800" algn="l">
              <a:spcBef>
                <a:spcPts val="240"/>
              </a:spcBef>
              <a:spcAft>
                <a:spcPts val="0"/>
              </a:spcAft>
              <a:buClr>
                <a:schemeClr val="dk1"/>
              </a:buClr>
              <a:buSzPts val="1200"/>
              <a:buChar char="•"/>
              <a:defRPr sz="1200"/>
            </a:lvl9pPr>
          </a:lstStyle>
          <a:p>
            <a:endParaRPr/>
          </a:p>
        </p:txBody>
      </p:sp>
      <p:sp>
        <p:nvSpPr>
          <p:cNvPr id="40" name="Google Shape;40;p28"/>
          <p:cNvSpPr txBox="1">
            <a:spLocks noGrp="1"/>
          </p:cNvSpPr>
          <p:nvPr>
            <p:ph type="body" idx="3"/>
          </p:nvPr>
        </p:nvSpPr>
        <p:spPr>
          <a:xfrm>
            <a:off x="4645028"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360"/>
              </a:spcBef>
              <a:spcAft>
                <a:spcPts val="0"/>
              </a:spcAft>
              <a:buClr>
                <a:schemeClr val="dk1"/>
              </a:buClr>
              <a:buSzPts val="1800"/>
              <a:buNone/>
              <a:defRPr sz="1800" b="1"/>
            </a:lvl1pPr>
            <a:lvl2pPr marL="914400" lvl="1" indent="-228600" algn="l">
              <a:spcBef>
                <a:spcPts val="300"/>
              </a:spcBef>
              <a:spcAft>
                <a:spcPts val="0"/>
              </a:spcAft>
              <a:buClr>
                <a:schemeClr val="dk1"/>
              </a:buClr>
              <a:buSzPts val="1500"/>
              <a:buNone/>
              <a:defRPr sz="1500" b="1"/>
            </a:lvl2pPr>
            <a:lvl3pPr marL="1371600" lvl="2" indent="-228600" algn="l">
              <a:spcBef>
                <a:spcPts val="270"/>
              </a:spcBef>
              <a:spcAft>
                <a:spcPts val="0"/>
              </a:spcAft>
              <a:buClr>
                <a:schemeClr val="dk1"/>
              </a:buClr>
              <a:buSzPts val="1350"/>
              <a:buNone/>
              <a:defRPr sz="1350" b="1"/>
            </a:lvl3pPr>
            <a:lvl4pPr marL="1828800" lvl="3" indent="-228600" algn="l">
              <a:spcBef>
                <a:spcPts val="240"/>
              </a:spcBef>
              <a:spcAft>
                <a:spcPts val="0"/>
              </a:spcAft>
              <a:buClr>
                <a:schemeClr val="dk1"/>
              </a:buClr>
              <a:buSzPts val="1200"/>
              <a:buNone/>
              <a:defRPr sz="1200" b="1"/>
            </a:lvl4pPr>
            <a:lvl5pPr marL="2286000" lvl="4" indent="-228600" algn="l">
              <a:spcBef>
                <a:spcPts val="240"/>
              </a:spcBef>
              <a:spcAft>
                <a:spcPts val="0"/>
              </a:spcAft>
              <a:buClr>
                <a:schemeClr val="dk1"/>
              </a:buClr>
              <a:buSzPts val="1200"/>
              <a:buNone/>
              <a:defRPr sz="1200" b="1"/>
            </a:lvl5pPr>
            <a:lvl6pPr marL="2743200" lvl="5" indent="-228600" algn="l">
              <a:spcBef>
                <a:spcPts val="240"/>
              </a:spcBef>
              <a:spcAft>
                <a:spcPts val="0"/>
              </a:spcAft>
              <a:buClr>
                <a:schemeClr val="dk1"/>
              </a:buClr>
              <a:buSzPts val="1200"/>
              <a:buNone/>
              <a:defRPr sz="1200" b="1"/>
            </a:lvl6pPr>
            <a:lvl7pPr marL="3200400" lvl="6" indent="-228600" algn="l">
              <a:spcBef>
                <a:spcPts val="240"/>
              </a:spcBef>
              <a:spcAft>
                <a:spcPts val="0"/>
              </a:spcAft>
              <a:buClr>
                <a:schemeClr val="dk1"/>
              </a:buClr>
              <a:buSzPts val="1200"/>
              <a:buNone/>
              <a:defRPr sz="1200" b="1"/>
            </a:lvl7pPr>
            <a:lvl8pPr marL="3657600" lvl="7" indent="-228600" algn="l">
              <a:spcBef>
                <a:spcPts val="240"/>
              </a:spcBef>
              <a:spcAft>
                <a:spcPts val="0"/>
              </a:spcAft>
              <a:buClr>
                <a:schemeClr val="dk1"/>
              </a:buClr>
              <a:buSzPts val="1200"/>
              <a:buNone/>
              <a:defRPr sz="1200" b="1"/>
            </a:lvl8pPr>
            <a:lvl9pPr marL="4114800" lvl="8" indent="-228600" algn="l">
              <a:spcBef>
                <a:spcPts val="240"/>
              </a:spcBef>
              <a:spcAft>
                <a:spcPts val="0"/>
              </a:spcAft>
              <a:buClr>
                <a:schemeClr val="dk1"/>
              </a:buClr>
              <a:buSzPts val="1200"/>
              <a:buNone/>
              <a:defRPr sz="1200" b="1"/>
            </a:lvl9pPr>
          </a:lstStyle>
          <a:p>
            <a:endParaRPr/>
          </a:p>
        </p:txBody>
      </p:sp>
      <p:sp>
        <p:nvSpPr>
          <p:cNvPr id="41" name="Google Shape;41;p28"/>
          <p:cNvSpPr txBox="1">
            <a:spLocks noGrp="1"/>
          </p:cNvSpPr>
          <p:nvPr>
            <p:ph type="body" idx="4"/>
          </p:nvPr>
        </p:nvSpPr>
        <p:spPr>
          <a:xfrm>
            <a:off x="4645028" y="2174875"/>
            <a:ext cx="4041775" cy="3951288"/>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sz="1800"/>
            </a:lvl1pPr>
            <a:lvl2pPr marL="914400" lvl="1" indent="-323850" algn="l">
              <a:spcBef>
                <a:spcPts val="300"/>
              </a:spcBef>
              <a:spcAft>
                <a:spcPts val="0"/>
              </a:spcAft>
              <a:buClr>
                <a:schemeClr val="dk1"/>
              </a:buClr>
              <a:buSzPts val="1500"/>
              <a:buChar char="–"/>
              <a:defRPr sz="1500"/>
            </a:lvl2pPr>
            <a:lvl3pPr marL="1371600" lvl="2" indent="-314325" algn="l">
              <a:spcBef>
                <a:spcPts val="270"/>
              </a:spcBef>
              <a:spcAft>
                <a:spcPts val="0"/>
              </a:spcAft>
              <a:buClr>
                <a:schemeClr val="dk1"/>
              </a:buClr>
              <a:buSzPts val="1350"/>
              <a:buChar char="•"/>
              <a:defRPr sz="1350"/>
            </a:lvl3pPr>
            <a:lvl4pPr marL="1828800" lvl="3" indent="-304800" algn="l">
              <a:spcBef>
                <a:spcPts val="240"/>
              </a:spcBef>
              <a:spcAft>
                <a:spcPts val="0"/>
              </a:spcAft>
              <a:buClr>
                <a:schemeClr val="dk1"/>
              </a:buClr>
              <a:buSzPts val="1200"/>
              <a:buChar char="–"/>
              <a:defRPr sz="1200"/>
            </a:lvl4pPr>
            <a:lvl5pPr marL="2286000" lvl="4" indent="-304800" algn="l">
              <a:spcBef>
                <a:spcPts val="240"/>
              </a:spcBef>
              <a:spcAft>
                <a:spcPts val="0"/>
              </a:spcAft>
              <a:buClr>
                <a:schemeClr val="dk1"/>
              </a:buClr>
              <a:buSzPts val="1200"/>
              <a:buChar char="»"/>
              <a:defRPr sz="1200"/>
            </a:lvl5pPr>
            <a:lvl6pPr marL="2743200" lvl="5" indent="-304800" algn="l">
              <a:spcBef>
                <a:spcPts val="240"/>
              </a:spcBef>
              <a:spcAft>
                <a:spcPts val="0"/>
              </a:spcAft>
              <a:buClr>
                <a:schemeClr val="dk1"/>
              </a:buClr>
              <a:buSzPts val="1200"/>
              <a:buChar char="•"/>
              <a:defRPr sz="1200"/>
            </a:lvl6pPr>
            <a:lvl7pPr marL="3200400" lvl="6" indent="-304800" algn="l">
              <a:spcBef>
                <a:spcPts val="240"/>
              </a:spcBef>
              <a:spcAft>
                <a:spcPts val="0"/>
              </a:spcAft>
              <a:buClr>
                <a:schemeClr val="dk1"/>
              </a:buClr>
              <a:buSzPts val="1200"/>
              <a:buChar char="•"/>
              <a:defRPr sz="1200"/>
            </a:lvl7pPr>
            <a:lvl8pPr marL="3657600" lvl="7" indent="-304800" algn="l">
              <a:spcBef>
                <a:spcPts val="240"/>
              </a:spcBef>
              <a:spcAft>
                <a:spcPts val="0"/>
              </a:spcAft>
              <a:buClr>
                <a:schemeClr val="dk1"/>
              </a:buClr>
              <a:buSzPts val="1200"/>
              <a:buChar char="•"/>
              <a:defRPr sz="1200"/>
            </a:lvl8pPr>
            <a:lvl9pPr marL="4114800" lvl="8" indent="-304800" algn="l">
              <a:spcBef>
                <a:spcPts val="240"/>
              </a:spcBef>
              <a:spcAft>
                <a:spcPts val="0"/>
              </a:spcAft>
              <a:buClr>
                <a:schemeClr val="dk1"/>
              </a:buClr>
              <a:buSzPts val="1200"/>
              <a:buChar char="•"/>
              <a:defRPr sz="1200"/>
            </a:lvl9pPr>
          </a:lstStyle>
          <a:p>
            <a:endParaRPr/>
          </a:p>
        </p:txBody>
      </p:sp>
      <p:sp>
        <p:nvSpPr>
          <p:cNvPr id="42" name="Google Shape;42;p28"/>
          <p:cNvSpPr txBox="1">
            <a:spLocks noGrp="1"/>
          </p:cNvSpPr>
          <p:nvPr>
            <p:ph type="dt" idx="10"/>
          </p:nvPr>
        </p:nvSpPr>
        <p:spPr>
          <a:xfrm>
            <a:off x="457200" y="635635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8"/>
          <p:cNvSpPr txBox="1">
            <a:spLocks noGrp="1"/>
          </p:cNvSpPr>
          <p:nvPr>
            <p:ph type="ftr" idx="11"/>
          </p:nvPr>
        </p:nvSpPr>
        <p:spPr>
          <a:xfrm>
            <a:off x="3124200" y="6356356"/>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8"/>
          <p:cNvSpPr txBox="1">
            <a:spLocks noGrp="1"/>
          </p:cNvSpPr>
          <p:nvPr>
            <p:ph type="sldNum" idx="12"/>
          </p:nvPr>
        </p:nvSpPr>
        <p:spPr>
          <a:xfrm>
            <a:off x="6553200" y="635635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9"/>
          <p:cNvSpPr txBox="1">
            <a:spLocks noGrp="1"/>
          </p:cNvSpPr>
          <p:nvPr>
            <p:ph type="dt" idx="10"/>
          </p:nvPr>
        </p:nvSpPr>
        <p:spPr>
          <a:xfrm>
            <a:off x="457200" y="635635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9"/>
          <p:cNvSpPr txBox="1">
            <a:spLocks noGrp="1"/>
          </p:cNvSpPr>
          <p:nvPr>
            <p:ph type="ftr" idx="11"/>
          </p:nvPr>
        </p:nvSpPr>
        <p:spPr>
          <a:xfrm>
            <a:off x="3124200" y="6356356"/>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9"/>
          <p:cNvSpPr txBox="1">
            <a:spLocks noGrp="1"/>
          </p:cNvSpPr>
          <p:nvPr>
            <p:ph type="sldNum" idx="12"/>
          </p:nvPr>
        </p:nvSpPr>
        <p:spPr>
          <a:xfrm>
            <a:off x="6553200" y="635635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30"/>
          <p:cNvSpPr txBox="1">
            <a:spLocks noGrp="1"/>
          </p:cNvSpPr>
          <p:nvPr>
            <p:ph type="dt" idx="10"/>
          </p:nvPr>
        </p:nvSpPr>
        <p:spPr>
          <a:xfrm>
            <a:off x="457200" y="635635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0"/>
          <p:cNvSpPr txBox="1">
            <a:spLocks noGrp="1"/>
          </p:cNvSpPr>
          <p:nvPr>
            <p:ph type="ftr" idx="11"/>
          </p:nvPr>
        </p:nvSpPr>
        <p:spPr>
          <a:xfrm>
            <a:off x="3124200" y="6356356"/>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30"/>
          <p:cNvSpPr txBox="1">
            <a:spLocks noGrp="1"/>
          </p:cNvSpPr>
          <p:nvPr>
            <p:ph type="sldNum" idx="12"/>
          </p:nvPr>
        </p:nvSpPr>
        <p:spPr>
          <a:xfrm>
            <a:off x="6553200" y="635635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31"/>
          <p:cNvSpPr txBox="1">
            <a:spLocks noGrp="1"/>
          </p:cNvSpPr>
          <p:nvPr>
            <p:ph type="title"/>
          </p:nvPr>
        </p:nvSpPr>
        <p:spPr>
          <a:xfrm>
            <a:off x="457202"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1500"/>
              <a:buFont typeface="Calibri"/>
              <a:buNone/>
              <a:defRPr sz="15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31"/>
          <p:cNvSpPr txBox="1">
            <a:spLocks noGrp="1"/>
          </p:cNvSpPr>
          <p:nvPr>
            <p:ph type="body" idx="1"/>
          </p:nvPr>
        </p:nvSpPr>
        <p:spPr>
          <a:xfrm>
            <a:off x="3575050" y="273056"/>
            <a:ext cx="5111750" cy="5853113"/>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61950" algn="l">
              <a:spcBef>
                <a:spcPts val="420"/>
              </a:spcBef>
              <a:spcAft>
                <a:spcPts val="0"/>
              </a:spcAft>
              <a:buClr>
                <a:schemeClr val="dk1"/>
              </a:buClr>
              <a:buSzPts val="2100"/>
              <a:buChar char="–"/>
              <a:defRPr sz="2100"/>
            </a:lvl2pPr>
            <a:lvl3pPr marL="1371600" lvl="2" indent="-342900" algn="l">
              <a:spcBef>
                <a:spcPts val="360"/>
              </a:spcBef>
              <a:spcAft>
                <a:spcPts val="0"/>
              </a:spcAft>
              <a:buClr>
                <a:schemeClr val="dk1"/>
              </a:buClr>
              <a:buSzPts val="1800"/>
              <a:buChar char="•"/>
              <a:defRPr sz="1800"/>
            </a:lvl3pPr>
            <a:lvl4pPr marL="1828800" lvl="3" indent="-323850" algn="l">
              <a:spcBef>
                <a:spcPts val="300"/>
              </a:spcBef>
              <a:spcAft>
                <a:spcPts val="0"/>
              </a:spcAft>
              <a:buClr>
                <a:schemeClr val="dk1"/>
              </a:buClr>
              <a:buSzPts val="1500"/>
              <a:buChar char="–"/>
              <a:defRPr sz="1500"/>
            </a:lvl4pPr>
            <a:lvl5pPr marL="2286000" lvl="4" indent="-323850" algn="l">
              <a:spcBef>
                <a:spcPts val="300"/>
              </a:spcBef>
              <a:spcAft>
                <a:spcPts val="0"/>
              </a:spcAft>
              <a:buClr>
                <a:schemeClr val="dk1"/>
              </a:buClr>
              <a:buSzPts val="1500"/>
              <a:buChar char="»"/>
              <a:defRPr sz="1500"/>
            </a:lvl5pPr>
            <a:lvl6pPr marL="2743200" lvl="5" indent="-323850" algn="l">
              <a:spcBef>
                <a:spcPts val="300"/>
              </a:spcBef>
              <a:spcAft>
                <a:spcPts val="0"/>
              </a:spcAft>
              <a:buClr>
                <a:schemeClr val="dk1"/>
              </a:buClr>
              <a:buSzPts val="1500"/>
              <a:buChar char="•"/>
              <a:defRPr sz="1500"/>
            </a:lvl6pPr>
            <a:lvl7pPr marL="3200400" lvl="6" indent="-323850" algn="l">
              <a:spcBef>
                <a:spcPts val="300"/>
              </a:spcBef>
              <a:spcAft>
                <a:spcPts val="0"/>
              </a:spcAft>
              <a:buClr>
                <a:schemeClr val="dk1"/>
              </a:buClr>
              <a:buSzPts val="1500"/>
              <a:buChar char="•"/>
              <a:defRPr sz="1500"/>
            </a:lvl7pPr>
            <a:lvl8pPr marL="3657600" lvl="7" indent="-323850" algn="l">
              <a:spcBef>
                <a:spcPts val="300"/>
              </a:spcBef>
              <a:spcAft>
                <a:spcPts val="0"/>
              </a:spcAft>
              <a:buClr>
                <a:schemeClr val="dk1"/>
              </a:buClr>
              <a:buSzPts val="1500"/>
              <a:buChar char="•"/>
              <a:defRPr sz="1500"/>
            </a:lvl8pPr>
            <a:lvl9pPr marL="4114800" lvl="8" indent="-323850" algn="l">
              <a:spcBef>
                <a:spcPts val="300"/>
              </a:spcBef>
              <a:spcAft>
                <a:spcPts val="0"/>
              </a:spcAft>
              <a:buClr>
                <a:schemeClr val="dk1"/>
              </a:buClr>
              <a:buSzPts val="1500"/>
              <a:buChar char="•"/>
              <a:defRPr sz="1500"/>
            </a:lvl9pPr>
          </a:lstStyle>
          <a:p>
            <a:endParaRPr/>
          </a:p>
        </p:txBody>
      </p:sp>
      <p:sp>
        <p:nvSpPr>
          <p:cNvPr id="57" name="Google Shape;57;p31"/>
          <p:cNvSpPr txBox="1">
            <a:spLocks noGrp="1"/>
          </p:cNvSpPr>
          <p:nvPr>
            <p:ph type="body" idx="2"/>
          </p:nvPr>
        </p:nvSpPr>
        <p:spPr>
          <a:xfrm>
            <a:off x="457202" y="1435103"/>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10"/>
              </a:spcBef>
              <a:spcAft>
                <a:spcPts val="0"/>
              </a:spcAft>
              <a:buClr>
                <a:schemeClr val="dk1"/>
              </a:buClr>
              <a:buSzPts val="1050"/>
              <a:buNone/>
              <a:defRPr sz="1050"/>
            </a:lvl1pPr>
            <a:lvl2pPr marL="914400" lvl="1" indent="-228600" algn="l">
              <a:spcBef>
                <a:spcPts val="180"/>
              </a:spcBef>
              <a:spcAft>
                <a:spcPts val="0"/>
              </a:spcAft>
              <a:buClr>
                <a:schemeClr val="dk1"/>
              </a:buClr>
              <a:buSzPts val="900"/>
              <a:buNone/>
              <a:defRPr sz="900"/>
            </a:lvl2pPr>
            <a:lvl3pPr marL="1371600" lvl="2" indent="-228600" algn="l">
              <a:spcBef>
                <a:spcPts val="150"/>
              </a:spcBef>
              <a:spcAft>
                <a:spcPts val="0"/>
              </a:spcAft>
              <a:buClr>
                <a:schemeClr val="dk1"/>
              </a:buClr>
              <a:buSzPts val="750"/>
              <a:buNone/>
              <a:defRPr sz="750"/>
            </a:lvl3pPr>
            <a:lvl4pPr marL="1828800" lvl="3" indent="-228600" algn="l">
              <a:spcBef>
                <a:spcPts val="135"/>
              </a:spcBef>
              <a:spcAft>
                <a:spcPts val="0"/>
              </a:spcAft>
              <a:buClr>
                <a:schemeClr val="dk1"/>
              </a:buClr>
              <a:buSzPts val="675"/>
              <a:buNone/>
              <a:defRPr sz="675"/>
            </a:lvl4pPr>
            <a:lvl5pPr marL="2286000" lvl="4" indent="-228600" algn="l">
              <a:spcBef>
                <a:spcPts val="135"/>
              </a:spcBef>
              <a:spcAft>
                <a:spcPts val="0"/>
              </a:spcAft>
              <a:buClr>
                <a:schemeClr val="dk1"/>
              </a:buClr>
              <a:buSzPts val="675"/>
              <a:buNone/>
              <a:defRPr sz="675"/>
            </a:lvl5pPr>
            <a:lvl6pPr marL="2743200" lvl="5" indent="-228600" algn="l">
              <a:spcBef>
                <a:spcPts val="135"/>
              </a:spcBef>
              <a:spcAft>
                <a:spcPts val="0"/>
              </a:spcAft>
              <a:buClr>
                <a:schemeClr val="dk1"/>
              </a:buClr>
              <a:buSzPts val="675"/>
              <a:buNone/>
              <a:defRPr sz="675"/>
            </a:lvl6pPr>
            <a:lvl7pPr marL="3200400" lvl="6" indent="-228600" algn="l">
              <a:spcBef>
                <a:spcPts val="135"/>
              </a:spcBef>
              <a:spcAft>
                <a:spcPts val="0"/>
              </a:spcAft>
              <a:buClr>
                <a:schemeClr val="dk1"/>
              </a:buClr>
              <a:buSzPts val="675"/>
              <a:buNone/>
              <a:defRPr sz="675"/>
            </a:lvl7pPr>
            <a:lvl8pPr marL="3657600" lvl="7" indent="-228600" algn="l">
              <a:spcBef>
                <a:spcPts val="135"/>
              </a:spcBef>
              <a:spcAft>
                <a:spcPts val="0"/>
              </a:spcAft>
              <a:buClr>
                <a:schemeClr val="dk1"/>
              </a:buClr>
              <a:buSzPts val="675"/>
              <a:buNone/>
              <a:defRPr sz="675"/>
            </a:lvl8pPr>
            <a:lvl9pPr marL="4114800" lvl="8" indent="-228600" algn="l">
              <a:spcBef>
                <a:spcPts val="135"/>
              </a:spcBef>
              <a:spcAft>
                <a:spcPts val="0"/>
              </a:spcAft>
              <a:buClr>
                <a:schemeClr val="dk1"/>
              </a:buClr>
              <a:buSzPts val="675"/>
              <a:buNone/>
              <a:defRPr sz="675"/>
            </a:lvl9pPr>
          </a:lstStyle>
          <a:p>
            <a:endParaRPr/>
          </a:p>
        </p:txBody>
      </p:sp>
      <p:sp>
        <p:nvSpPr>
          <p:cNvPr id="58" name="Google Shape;58;p31"/>
          <p:cNvSpPr txBox="1">
            <a:spLocks noGrp="1"/>
          </p:cNvSpPr>
          <p:nvPr>
            <p:ph type="dt" idx="10"/>
          </p:nvPr>
        </p:nvSpPr>
        <p:spPr>
          <a:xfrm>
            <a:off x="457200" y="635635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31"/>
          <p:cNvSpPr txBox="1">
            <a:spLocks noGrp="1"/>
          </p:cNvSpPr>
          <p:nvPr>
            <p:ph type="ftr" idx="11"/>
          </p:nvPr>
        </p:nvSpPr>
        <p:spPr>
          <a:xfrm>
            <a:off x="3124200" y="6356356"/>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31"/>
          <p:cNvSpPr txBox="1">
            <a:spLocks noGrp="1"/>
          </p:cNvSpPr>
          <p:nvPr>
            <p:ph type="sldNum" idx="12"/>
          </p:nvPr>
        </p:nvSpPr>
        <p:spPr>
          <a:xfrm>
            <a:off x="6553200" y="635635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2"/>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1500"/>
              <a:buFont typeface="Calibri"/>
              <a:buNone/>
              <a:defRPr sz="15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2"/>
          <p:cNvSpPr>
            <a:spLocks noGrp="1"/>
          </p:cNvSpPr>
          <p:nvPr>
            <p:ph type="pic" idx="2"/>
          </p:nvPr>
        </p:nvSpPr>
        <p:spPr>
          <a:xfrm>
            <a:off x="1792288" y="612775"/>
            <a:ext cx="5486400" cy="4114800"/>
          </a:xfrm>
          <a:prstGeom prst="rect">
            <a:avLst/>
          </a:prstGeom>
          <a:noFill/>
          <a:ln>
            <a:noFill/>
          </a:ln>
        </p:spPr>
      </p:sp>
      <p:sp>
        <p:nvSpPr>
          <p:cNvPr id="64" name="Google Shape;64;p32"/>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10"/>
              </a:spcBef>
              <a:spcAft>
                <a:spcPts val="0"/>
              </a:spcAft>
              <a:buClr>
                <a:schemeClr val="dk1"/>
              </a:buClr>
              <a:buSzPts val="1050"/>
              <a:buNone/>
              <a:defRPr sz="1050"/>
            </a:lvl1pPr>
            <a:lvl2pPr marL="914400" lvl="1" indent="-228600" algn="l">
              <a:spcBef>
                <a:spcPts val="180"/>
              </a:spcBef>
              <a:spcAft>
                <a:spcPts val="0"/>
              </a:spcAft>
              <a:buClr>
                <a:schemeClr val="dk1"/>
              </a:buClr>
              <a:buSzPts val="900"/>
              <a:buNone/>
              <a:defRPr sz="900"/>
            </a:lvl2pPr>
            <a:lvl3pPr marL="1371600" lvl="2" indent="-228600" algn="l">
              <a:spcBef>
                <a:spcPts val="150"/>
              </a:spcBef>
              <a:spcAft>
                <a:spcPts val="0"/>
              </a:spcAft>
              <a:buClr>
                <a:schemeClr val="dk1"/>
              </a:buClr>
              <a:buSzPts val="750"/>
              <a:buNone/>
              <a:defRPr sz="750"/>
            </a:lvl3pPr>
            <a:lvl4pPr marL="1828800" lvl="3" indent="-228600" algn="l">
              <a:spcBef>
                <a:spcPts val="135"/>
              </a:spcBef>
              <a:spcAft>
                <a:spcPts val="0"/>
              </a:spcAft>
              <a:buClr>
                <a:schemeClr val="dk1"/>
              </a:buClr>
              <a:buSzPts val="675"/>
              <a:buNone/>
              <a:defRPr sz="675"/>
            </a:lvl4pPr>
            <a:lvl5pPr marL="2286000" lvl="4" indent="-228600" algn="l">
              <a:spcBef>
                <a:spcPts val="135"/>
              </a:spcBef>
              <a:spcAft>
                <a:spcPts val="0"/>
              </a:spcAft>
              <a:buClr>
                <a:schemeClr val="dk1"/>
              </a:buClr>
              <a:buSzPts val="675"/>
              <a:buNone/>
              <a:defRPr sz="675"/>
            </a:lvl5pPr>
            <a:lvl6pPr marL="2743200" lvl="5" indent="-228600" algn="l">
              <a:spcBef>
                <a:spcPts val="135"/>
              </a:spcBef>
              <a:spcAft>
                <a:spcPts val="0"/>
              </a:spcAft>
              <a:buClr>
                <a:schemeClr val="dk1"/>
              </a:buClr>
              <a:buSzPts val="675"/>
              <a:buNone/>
              <a:defRPr sz="675"/>
            </a:lvl6pPr>
            <a:lvl7pPr marL="3200400" lvl="6" indent="-228600" algn="l">
              <a:spcBef>
                <a:spcPts val="135"/>
              </a:spcBef>
              <a:spcAft>
                <a:spcPts val="0"/>
              </a:spcAft>
              <a:buClr>
                <a:schemeClr val="dk1"/>
              </a:buClr>
              <a:buSzPts val="675"/>
              <a:buNone/>
              <a:defRPr sz="675"/>
            </a:lvl7pPr>
            <a:lvl8pPr marL="3657600" lvl="7" indent="-228600" algn="l">
              <a:spcBef>
                <a:spcPts val="135"/>
              </a:spcBef>
              <a:spcAft>
                <a:spcPts val="0"/>
              </a:spcAft>
              <a:buClr>
                <a:schemeClr val="dk1"/>
              </a:buClr>
              <a:buSzPts val="675"/>
              <a:buNone/>
              <a:defRPr sz="675"/>
            </a:lvl8pPr>
            <a:lvl9pPr marL="4114800" lvl="8" indent="-228600" algn="l">
              <a:spcBef>
                <a:spcPts val="135"/>
              </a:spcBef>
              <a:spcAft>
                <a:spcPts val="0"/>
              </a:spcAft>
              <a:buClr>
                <a:schemeClr val="dk1"/>
              </a:buClr>
              <a:buSzPts val="675"/>
              <a:buNone/>
              <a:defRPr sz="675"/>
            </a:lvl9pPr>
          </a:lstStyle>
          <a:p>
            <a:endParaRPr/>
          </a:p>
        </p:txBody>
      </p:sp>
      <p:sp>
        <p:nvSpPr>
          <p:cNvPr id="65" name="Google Shape;65;p32"/>
          <p:cNvSpPr txBox="1">
            <a:spLocks noGrp="1"/>
          </p:cNvSpPr>
          <p:nvPr>
            <p:ph type="dt" idx="10"/>
          </p:nvPr>
        </p:nvSpPr>
        <p:spPr>
          <a:xfrm>
            <a:off x="457200" y="635635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2"/>
          <p:cNvSpPr txBox="1">
            <a:spLocks noGrp="1"/>
          </p:cNvSpPr>
          <p:nvPr>
            <p:ph type="ftr" idx="11"/>
          </p:nvPr>
        </p:nvSpPr>
        <p:spPr>
          <a:xfrm>
            <a:off x="3124200" y="6356356"/>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2"/>
          <p:cNvSpPr txBox="1">
            <a:spLocks noGrp="1"/>
          </p:cNvSpPr>
          <p:nvPr>
            <p:ph type="sldNum" idx="12"/>
          </p:nvPr>
        </p:nvSpPr>
        <p:spPr>
          <a:xfrm>
            <a:off x="6553200" y="635635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3"/>
          <p:cNvSpPr txBox="1">
            <a:spLocks noGrp="1"/>
          </p:cNvSpPr>
          <p:nvPr>
            <p:ph type="body" idx="1"/>
          </p:nvPr>
        </p:nvSpPr>
        <p:spPr>
          <a:xfrm rot="5400000">
            <a:off x="2309019" y="-251612"/>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33"/>
          <p:cNvSpPr txBox="1">
            <a:spLocks noGrp="1"/>
          </p:cNvSpPr>
          <p:nvPr>
            <p:ph type="dt" idx="10"/>
          </p:nvPr>
        </p:nvSpPr>
        <p:spPr>
          <a:xfrm>
            <a:off x="457200" y="635635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3"/>
          <p:cNvSpPr txBox="1">
            <a:spLocks noGrp="1"/>
          </p:cNvSpPr>
          <p:nvPr>
            <p:ph type="ftr" idx="11"/>
          </p:nvPr>
        </p:nvSpPr>
        <p:spPr>
          <a:xfrm>
            <a:off x="3124200" y="6356356"/>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3"/>
          <p:cNvSpPr txBox="1">
            <a:spLocks noGrp="1"/>
          </p:cNvSpPr>
          <p:nvPr>
            <p:ph type="sldNum" idx="12"/>
          </p:nvPr>
        </p:nvSpPr>
        <p:spPr>
          <a:xfrm>
            <a:off x="6553200" y="635635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4"/>
          <p:cNvSpPr txBox="1">
            <a:spLocks noGrp="1"/>
          </p:cNvSpPr>
          <p:nvPr>
            <p:ph type="title"/>
          </p:nvPr>
        </p:nvSpPr>
        <p:spPr>
          <a:xfrm rot="5400000">
            <a:off x="7285038" y="1828806"/>
            <a:ext cx="5851525" cy="27432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4"/>
          <p:cNvSpPr txBox="1">
            <a:spLocks noGrp="1"/>
          </p:cNvSpPr>
          <p:nvPr>
            <p:ph type="body" idx="1"/>
          </p:nvPr>
        </p:nvSpPr>
        <p:spPr>
          <a:xfrm rot="5400000">
            <a:off x="1722438" y="-838194"/>
            <a:ext cx="5851525" cy="80772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34"/>
          <p:cNvSpPr txBox="1">
            <a:spLocks noGrp="1"/>
          </p:cNvSpPr>
          <p:nvPr>
            <p:ph type="dt" idx="10"/>
          </p:nvPr>
        </p:nvSpPr>
        <p:spPr>
          <a:xfrm>
            <a:off x="457200" y="635635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4"/>
          <p:cNvSpPr txBox="1">
            <a:spLocks noGrp="1"/>
          </p:cNvSpPr>
          <p:nvPr>
            <p:ph type="ftr" idx="11"/>
          </p:nvPr>
        </p:nvSpPr>
        <p:spPr>
          <a:xfrm>
            <a:off x="3124200" y="6356356"/>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4"/>
          <p:cNvSpPr txBox="1">
            <a:spLocks noGrp="1"/>
          </p:cNvSpPr>
          <p:nvPr>
            <p:ph type="sldNum" idx="12"/>
          </p:nvPr>
        </p:nvSpPr>
        <p:spPr>
          <a:xfrm>
            <a:off x="6553200" y="635635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3"/>
          <p:cNvSpPr txBox="1">
            <a:spLocks noGrp="1"/>
          </p:cNvSpPr>
          <p:nvPr>
            <p:ph type="body" idx="1"/>
          </p:nvPr>
        </p:nvSpPr>
        <p:spPr>
          <a:xfrm>
            <a:off x="457200" y="1600206"/>
            <a:ext cx="8229600" cy="4525963"/>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61950" algn="l" rtl="0">
              <a:spcBef>
                <a:spcPts val="42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4pPr>
            <a:lvl5pPr marL="2286000" marR="0" lvl="4"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5pPr>
            <a:lvl6pPr marL="2743200" marR="0" lvl="5"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6pPr>
            <a:lvl7pPr marL="3200400" marR="0" lvl="6"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7pPr>
            <a:lvl8pPr marL="3657600" marR="0" lvl="7"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9pPr>
          </a:lstStyle>
          <a:p>
            <a:endParaRPr/>
          </a:p>
        </p:txBody>
      </p:sp>
      <p:sp>
        <p:nvSpPr>
          <p:cNvPr id="8" name="Google Shape;8;p23"/>
          <p:cNvSpPr txBox="1">
            <a:spLocks noGrp="1"/>
          </p:cNvSpPr>
          <p:nvPr>
            <p:ph type="dt" idx="10"/>
          </p:nvPr>
        </p:nvSpPr>
        <p:spPr>
          <a:xfrm>
            <a:off x="457200" y="6356356"/>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3"/>
          <p:cNvSpPr txBox="1">
            <a:spLocks noGrp="1"/>
          </p:cNvSpPr>
          <p:nvPr>
            <p:ph type="ftr" idx="11"/>
          </p:nvPr>
        </p:nvSpPr>
        <p:spPr>
          <a:xfrm>
            <a:off x="3124200" y="6356356"/>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3"/>
          <p:cNvSpPr txBox="1">
            <a:spLocks noGrp="1"/>
          </p:cNvSpPr>
          <p:nvPr>
            <p:ph type="sldNum" idx="12"/>
          </p:nvPr>
        </p:nvSpPr>
        <p:spPr>
          <a:xfrm>
            <a:off x="6553200" y="6356356"/>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900" b="0" i="0" u="none" strike="noStrike" cap="none">
                <a:solidFill>
                  <a:srgbClr val="888888"/>
                </a:solidFill>
                <a:latin typeface="Calibri"/>
                <a:ea typeface="Calibri"/>
                <a:cs typeface="Calibri"/>
                <a:sym typeface="Calibri"/>
              </a:defRPr>
            </a:lvl1pPr>
            <a:lvl2pPr marL="0" marR="0" lvl="1" indent="0" algn="r" rtl="0">
              <a:spcBef>
                <a:spcPts val="0"/>
              </a:spcBef>
              <a:spcAft>
                <a:spcPts val="0"/>
              </a:spcAft>
              <a:buNone/>
              <a:defRPr sz="900" b="0" i="0" u="none" strike="noStrike" cap="none">
                <a:solidFill>
                  <a:srgbClr val="888888"/>
                </a:solidFill>
                <a:latin typeface="Calibri"/>
                <a:ea typeface="Calibri"/>
                <a:cs typeface="Calibri"/>
                <a:sym typeface="Calibri"/>
              </a:defRPr>
            </a:lvl2pPr>
            <a:lvl3pPr marL="0" marR="0" lvl="2" indent="0" algn="r" rtl="0">
              <a:spcBef>
                <a:spcPts val="0"/>
              </a:spcBef>
              <a:spcAft>
                <a:spcPts val="0"/>
              </a:spcAft>
              <a:buNone/>
              <a:defRPr sz="900" b="0" i="0" u="none" strike="noStrike" cap="none">
                <a:solidFill>
                  <a:srgbClr val="888888"/>
                </a:solidFill>
                <a:latin typeface="Calibri"/>
                <a:ea typeface="Calibri"/>
                <a:cs typeface="Calibri"/>
                <a:sym typeface="Calibri"/>
              </a:defRPr>
            </a:lvl3pPr>
            <a:lvl4pPr marL="0" marR="0" lvl="3" indent="0" algn="r" rtl="0">
              <a:spcBef>
                <a:spcPts val="0"/>
              </a:spcBef>
              <a:spcAft>
                <a:spcPts val="0"/>
              </a:spcAft>
              <a:buNone/>
              <a:defRPr sz="900" b="0" i="0" u="none" strike="noStrike" cap="none">
                <a:solidFill>
                  <a:srgbClr val="888888"/>
                </a:solidFill>
                <a:latin typeface="Calibri"/>
                <a:ea typeface="Calibri"/>
                <a:cs typeface="Calibri"/>
                <a:sym typeface="Calibri"/>
              </a:defRPr>
            </a:lvl4pPr>
            <a:lvl5pPr marL="0" marR="0" lvl="4" indent="0" algn="r" rtl="0">
              <a:spcBef>
                <a:spcPts val="0"/>
              </a:spcBef>
              <a:spcAft>
                <a:spcPts val="0"/>
              </a:spcAft>
              <a:buNone/>
              <a:defRPr sz="900" b="0" i="0" u="none" strike="noStrike" cap="none">
                <a:solidFill>
                  <a:srgbClr val="888888"/>
                </a:solidFill>
                <a:latin typeface="Calibri"/>
                <a:ea typeface="Calibri"/>
                <a:cs typeface="Calibri"/>
                <a:sym typeface="Calibri"/>
              </a:defRPr>
            </a:lvl5pPr>
            <a:lvl6pPr marL="0" marR="0" lvl="5" indent="0" algn="r" rtl="0">
              <a:spcBef>
                <a:spcPts val="0"/>
              </a:spcBef>
              <a:spcAft>
                <a:spcPts val="0"/>
              </a:spcAft>
              <a:buNone/>
              <a:defRPr sz="900" b="0" i="0" u="none" strike="noStrike" cap="none">
                <a:solidFill>
                  <a:srgbClr val="888888"/>
                </a:solidFill>
                <a:latin typeface="Calibri"/>
                <a:ea typeface="Calibri"/>
                <a:cs typeface="Calibri"/>
                <a:sym typeface="Calibri"/>
              </a:defRPr>
            </a:lvl6pPr>
            <a:lvl7pPr marL="0" marR="0" lvl="6" indent="0" algn="r" rtl="0">
              <a:spcBef>
                <a:spcPts val="0"/>
              </a:spcBef>
              <a:spcAft>
                <a:spcPts val="0"/>
              </a:spcAft>
              <a:buNone/>
              <a:defRPr sz="900" b="0" i="0" u="none" strike="noStrike" cap="none">
                <a:solidFill>
                  <a:srgbClr val="888888"/>
                </a:solidFill>
                <a:latin typeface="Calibri"/>
                <a:ea typeface="Calibri"/>
                <a:cs typeface="Calibri"/>
                <a:sym typeface="Calibri"/>
              </a:defRPr>
            </a:lvl7pPr>
            <a:lvl8pPr marL="0" marR="0" lvl="7" indent="0" algn="r" rtl="0">
              <a:spcBef>
                <a:spcPts val="0"/>
              </a:spcBef>
              <a:spcAft>
                <a:spcPts val="0"/>
              </a:spcAft>
              <a:buNone/>
              <a:defRPr sz="900" b="0" i="0" u="none" strike="noStrike" cap="none">
                <a:solidFill>
                  <a:srgbClr val="888888"/>
                </a:solidFill>
                <a:latin typeface="Calibri"/>
                <a:ea typeface="Calibri"/>
                <a:cs typeface="Calibri"/>
                <a:sym typeface="Calibri"/>
              </a:defRPr>
            </a:lvl8pPr>
            <a:lvl9pPr marL="0" marR="0" lvl="8" indent="0" algn="r" rtl="0">
              <a:spcBef>
                <a:spcPts val="0"/>
              </a:spcBef>
              <a:spcAft>
                <a:spcPts val="0"/>
              </a:spcAft>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2" name="Picture 1"/>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25401" y="0"/>
            <a:ext cx="9169401" cy="865187"/>
          </a:xfrm>
          <a:prstGeom prst="rect">
            <a:avLst/>
          </a:prstGeom>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p:nvPr/>
        </p:nvSpPr>
        <p:spPr>
          <a:xfrm>
            <a:off x="250257" y="1310206"/>
            <a:ext cx="8643486" cy="110799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600" b="1" i="0" u="none" strike="noStrike" cap="none">
                <a:solidFill>
                  <a:srgbClr val="17365D"/>
                </a:solidFill>
                <a:latin typeface="Arial"/>
                <a:ea typeface="Arial"/>
                <a:cs typeface="Arial"/>
                <a:sym typeface="Arial"/>
              </a:rPr>
              <a:t>Profit and Loss</a:t>
            </a:r>
            <a:endParaRPr sz="6600" b="1">
              <a:solidFill>
                <a:srgbClr val="17365D"/>
              </a:solidFill>
              <a:latin typeface="Arial"/>
              <a:ea typeface="Arial"/>
              <a:cs typeface="Arial"/>
              <a:sym typeface="Arial"/>
            </a:endParaRPr>
          </a:p>
        </p:txBody>
      </p:sp>
      <p:pic>
        <p:nvPicPr>
          <p:cNvPr id="85" name="Google Shape;85;p1"/>
          <p:cNvPicPr preferRelativeResize="0">
            <a:picLocks noGrp="1"/>
          </p:cNvPicPr>
          <p:nvPr>
            <p:ph type="body" idx="1"/>
          </p:nvPr>
        </p:nvPicPr>
        <p:blipFill rotWithShape="1">
          <a:blip r:embed="rId3">
            <a:alphaModFix/>
          </a:blip>
          <a:srcRect/>
          <a:stretch/>
        </p:blipFill>
        <p:spPr>
          <a:xfrm>
            <a:off x="569094" y="2662321"/>
            <a:ext cx="7816081" cy="4068679"/>
          </a:xfrm>
          <a:prstGeom prst="rect">
            <a:avLst/>
          </a:prstGeom>
          <a:noFill/>
          <a:ln>
            <a:noFill/>
          </a:ln>
        </p:spPr>
      </p:pic>
      <p:sp>
        <p:nvSpPr>
          <p:cNvPr id="86" name="Google Shape;86;p1"/>
          <p:cNvSpPr txBox="1"/>
          <p:nvPr/>
        </p:nvSpPr>
        <p:spPr>
          <a:xfrm>
            <a:off x="466725" y="530860"/>
            <a:ext cx="4008755" cy="77914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4000">
                <a:solidFill>
                  <a:schemeClr val="dk1"/>
                </a:solidFill>
                <a:latin typeface="Times New Roman"/>
                <a:ea typeface="Times New Roman"/>
                <a:cs typeface="Times New Roman"/>
                <a:sym typeface="Times New Roman"/>
              </a:rPr>
              <a:t>Lecture: 8</a:t>
            </a:r>
            <a:endParaRPr sz="4000">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sz="4400">
                <a:latin typeface="Times New Roman"/>
                <a:ea typeface="Times New Roman"/>
                <a:cs typeface="Times New Roman"/>
                <a:sym typeface="Times New Roman"/>
              </a:rPr>
              <a:t>Contains:</a:t>
            </a:r>
            <a:endParaRPr sz="4400">
              <a:latin typeface="Times New Roman"/>
              <a:ea typeface="Times New Roman"/>
              <a:cs typeface="Times New Roman"/>
              <a:sym typeface="Times New Roman"/>
            </a:endParaRPr>
          </a:p>
        </p:txBody>
      </p:sp>
      <p:sp>
        <p:nvSpPr>
          <p:cNvPr id="92" name="Google Shape;92;p2"/>
          <p:cNvSpPr txBox="1">
            <a:spLocks noGrp="1"/>
          </p:cNvSpPr>
          <p:nvPr>
            <p:ph type="body" idx="1"/>
          </p:nvPr>
        </p:nvSpPr>
        <p:spPr>
          <a:xfrm>
            <a:off x="457200" y="1600206"/>
            <a:ext cx="8229600" cy="4525963"/>
          </a:xfrm>
          <a:prstGeom prst="rect">
            <a:avLst/>
          </a:prstGeom>
          <a:noFill/>
          <a:ln>
            <a:noFill/>
          </a:ln>
        </p:spPr>
        <p:txBody>
          <a:bodyPr spcFirstLastPara="1" wrap="square" lIns="91425" tIns="45700" rIns="91425" bIns="45700" anchor="t" anchorCtr="0">
            <a:normAutofit/>
          </a:bodyPr>
          <a:lstStyle/>
          <a:p>
            <a:pPr marL="257175" lvl="0" indent="-346075" algn="l" rtl="0">
              <a:spcBef>
                <a:spcPts val="720"/>
              </a:spcBef>
              <a:spcAft>
                <a:spcPts val="0"/>
              </a:spcAft>
              <a:buSzPts val="3200"/>
              <a:buFont typeface="Times New Roman"/>
              <a:buChar char="•"/>
            </a:pPr>
            <a:r>
              <a:rPr lang="en-US" sz="3200">
                <a:latin typeface="Times New Roman"/>
                <a:ea typeface="Times New Roman"/>
                <a:cs typeface="Times New Roman"/>
                <a:sym typeface="Times New Roman"/>
              </a:rPr>
              <a:t>Number of Articles</a:t>
            </a:r>
            <a:endParaRPr sz="3200">
              <a:latin typeface="Times New Roman"/>
              <a:ea typeface="Times New Roman"/>
              <a:cs typeface="Times New Roman"/>
              <a:sym typeface="Times New Roman"/>
            </a:endParaRPr>
          </a:p>
          <a:p>
            <a:pPr marL="257175" lvl="0" indent="-346075" algn="l" rtl="0">
              <a:spcBef>
                <a:spcPts val="720"/>
              </a:spcBef>
              <a:spcAft>
                <a:spcPts val="0"/>
              </a:spcAft>
              <a:buSzPts val="3200"/>
              <a:buFont typeface="Times New Roman"/>
              <a:buChar char="•"/>
            </a:pPr>
            <a:r>
              <a:rPr lang="en-US" sz="3200">
                <a:latin typeface="Times New Roman"/>
                <a:ea typeface="Times New Roman"/>
                <a:cs typeface="Times New Roman"/>
                <a:sym typeface="Times New Roman"/>
              </a:rPr>
              <a:t>Faulty Weights((Dishonest Trader)</a:t>
            </a:r>
            <a:endParaRPr sz="3200">
              <a:latin typeface="Times New Roman"/>
              <a:ea typeface="Times New Roman"/>
              <a:cs typeface="Times New Roman"/>
              <a:sym typeface="Times New Roman"/>
            </a:endParaRPr>
          </a:p>
          <a:p>
            <a:pPr marL="257175" lvl="0" indent="-346075" algn="l" rtl="0">
              <a:spcBef>
                <a:spcPts val="0"/>
              </a:spcBef>
              <a:spcAft>
                <a:spcPts val="0"/>
              </a:spcAft>
              <a:buSzPts val="3200"/>
              <a:buFont typeface="Times New Roman"/>
              <a:buChar char="•"/>
            </a:pPr>
            <a:r>
              <a:rPr lang="en-US" sz="3200">
                <a:latin typeface="Times New Roman"/>
                <a:ea typeface="Times New Roman"/>
                <a:cs typeface="Times New Roman"/>
                <a:sym typeface="Times New Roman"/>
              </a:rPr>
              <a:t>Problems on Successive Discount</a:t>
            </a:r>
            <a:endParaRPr sz="320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3"/>
          <p:cNvSpPr txBox="1">
            <a:spLocks noGrp="1"/>
          </p:cNvSpPr>
          <p:nvPr>
            <p:ph type="title"/>
          </p:nvPr>
        </p:nvSpPr>
        <p:spPr>
          <a:xfrm>
            <a:off x="457200" y="1919923"/>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Calibri"/>
              <a:buNone/>
            </a:pPr>
            <a:r>
              <a:rPr lang="en-US" sz="4400"/>
              <a:t/>
            </a:r>
            <a:br>
              <a:rPr lang="en-US" sz="4400"/>
            </a:br>
            <a:r>
              <a:rPr lang="en-US" sz="4288">
                <a:latin typeface="Times New Roman"/>
                <a:ea typeface="Times New Roman"/>
                <a:cs typeface="Times New Roman"/>
                <a:sym typeface="Times New Roman"/>
              </a:rPr>
              <a:t>Number of Articles</a:t>
            </a:r>
            <a:endParaRPr sz="4288">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4"/>
          <p:cNvSpPr txBox="1">
            <a:spLocks noGrp="1"/>
          </p:cNvSpPr>
          <p:nvPr>
            <p:ph type="body" idx="1"/>
          </p:nvPr>
        </p:nvSpPr>
        <p:spPr>
          <a:xfrm>
            <a:off x="218138" y="185286"/>
            <a:ext cx="8694855" cy="4495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2400"/>
              <a:buNone/>
            </a:pPr>
            <a:endParaRPr lang="en-US" dirty="0" smtClean="0">
              <a:latin typeface="Times New Roman"/>
              <a:ea typeface="Times New Roman"/>
              <a:cs typeface="Times New Roman"/>
              <a:sym typeface="Times New Roman"/>
            </a:endParaRPr>
          </a:p>
          <a:p>
            <a:pPr marL="0" lvl="0" indent="0" algn="l" rtl="0">
              <a:spcBef>
                <a:spcPts val="0"/>
              </a:spcBef>
              <a:spcAft>
                <a:spcPts val="0"/>
              </a:spcAft>
              <a:buClr>
                <a:schemeClr val="dk1"/>
              </a:buClr>
              <a:buSzPts val="2400"/>
              <a:buNone/>
            </a:pPr>
            <a:endParaRPr lang="en-US" dirty="0">
              <a:latin typeface="Times New Roman"/>
              <a:ea typeface="Times New Roman"/>
              <a:cs typeface="Times New Roman"/>
              <a:sym typeface="Times New Roman"/>
            </a:endParaRPr>
          </a:p>
          <a:p>
            <a:pPr marL="0" lvl="0" indent="0" algn="l" rtl="0">
              <a:spcBef>
                <a:spcPts val="0"/>
              </a:spcBef>
              <a:spcAft>
                <a:spcPts val="0"/>
              </a:spcAft>
              <a:buClr>
                <a:schemeClr val="dk1"/>
              </a:buClr>
              <a:buSzPts val="2400"/>
              <a:buNone/>
            </a:pPr>
            <a:r>
              <a:rPr lang="en-US" dirty="0" smtClean="0">
                <a:latin typeface="Times New Roman"/>
                <a:ea typeface="Times New Roman"/>
                <a:cs typeface="Times New Roman"/>
                <a:sym typeface="Times New Roman"/>
              </a:rPr>
              <a:t>Question</a:t>
            </a:r>
            <a:r>
              <a:rPr lang="en-US" dirty="0">
                <a:latin typeface="Times New Roman"/>
                <a:ea typeface="Times New Roman"/>
                <a:cs typeface="Times New Roman"/>
                <a:sym typeface="Times New Roman"/>
              </a:rPr>
              <a:t>: If CP of 25 articles is equal to SP of 20 articles. Find the profit or loss percent.</a:t>
            </a:r>
            <a:endParaRPr dirty="0">
              <a:latin typeface="Times New Roman"/>
              <a:ea typeface="Times New Roman"/>
              <a:cs typeface="Times New Roman"/>
              <a:sym typeface="Times New Roman"/>
            </a:endParaRPr>
          </a:p>
          <a:p>
            <a:pPr marL="0" lvl="0" indent="0" algn="l" rtl="0">
              <a:spcBef>
                <a:spcPts val="480"/>
              </a:spcBef>
              <a:spcAft>
                <a:spcPts val="0"/>
              </a:spcAft>
              <a:buClr>
                <a:schemeClr val="dk1"/>
              </a:buClr>
              <a:buSzPts val="2400"/>
              <a:buNone/>
            </a:pPr>
            <a:endParaRPr dirty="0">
              <a:latin typeface="Times New Roman"/>
              <a:ea typeface="Times New Roman"/>
              <a:cs typeface="Times New Roman"/>
              <a:sym typeface="Times New Roman"/>
            </a:endParaRPr>
          </a:p>
          <a:p>
            <a:pPr marL="0" lvl="0" indent="0" algn="l"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[A] 25% loss</a:t>
            </a:r>
            <a:endParaRPr dirty="0">
              <a:latin typeface="Times New Roman"/>
              <a:ea typeface="Times New Roman"/>
              <a:cs typeface="Times New Roman"/>
              <a:sym typeface="Times New Roman"/>
            </a:endParaRPr>
          </a:p>
          <a:p>
            <a:pPr marL="0" lvl="0" indent="0" algn="l"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[B] 25% profit</a:t>
            </a:r>
            <a:endParaRPr dirty="0">
              <a:latin typeface="Times New Roman"/>
              <a:ea typeface="Times New Roman"/>
              <a:cs typeface="Times New Roman"/>
              <a:sym typeface="Times New Roman"/>
            </a:endParaRPr>
          </a:p>
          <a:p>
            <a:pPr marL="0" lvl="0" indent="0" algn="l"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[C] 20 % profit</a:t>
            </a:r>
            <a:endParaRPr dirty="0">
              <a:latin typeface="Times New Roman"/>
              <a:ea typeface="Times New Roman"/>
              <a:cs typeface="Times New Roman"/>
              <a:sym typeface="Times New Roman"/>
            </a:endParaRPr>
          </a:p>
          <a:p>
            <a:pPr marL="0" lvl="0" indent="0" algn="l"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[D] 20 % loss</a:t>
            </a:r>
            <a:endParaRPr dirty="0">
              <a:latin typeface="Times New Roman"/>
              <a:ea typeface="Times New Roman"/>
              <a:cs typeface="Times New Roman"/>
              <a:sym typeface="Times New Roman"/>
            </a:endParaRPr>
          </a:p>
          <a:p>
            <a:pPr marL="0" lvl="0" indent="0" algn="l" rtl="0">
              <a:spcBef>
                <a:spcPts val="480"/>
              </a:spcBef>
              <a:spcAft>
                <a:spcPts val="0"/>
              </a:spcAft>
              <a:buClr>
                <a:schemeClr val="dk1"/>
              </a:buClr>
              <a:buSzPts val="2400"/>
              <a:buFont typeface="Noto Sans Symbols"/>
              <a:buNone/>
            </a:pPr>
            <a:endParaRPr dirty="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5"/>
          <p:cNvSpPr txBox="1">
            <a:spLocks noGrp="1"/>
          </p:cNvSpPr>
          <p:nvPr>
            <p:ph type="body" idx="1"/>
          </p:nvPr>
        </p:nvSpPr>
        <p:spPr>
          <a:xfrm>
            <a:off x="208513" y="146785"/>
            <a:ext cx="8762231" cy="4495800"/>
          </a:xfrm>
          <a:prstGeom prst="rect">
            <a:avLst/>
          </a:prstGeom>
          <a:noFill/>
          <a:ln>
            <a:noFill/>
          </a:ln>
        </p:spPr>
        <p:txBody>
          <a:bodyPr spcFirstLastPara="1" wrap="square" lIns="91425" tIns="45700" rIns="91425" bIns="45700" anchor="t" anchorCtr="0">
            <a:normAutofit/>
          </a:bodyPr>
          <a:lstStyle/>
          <a:p>
            <a:pPr marL="0" lvl="0" indent="0" algn="just" rtl="0">
              <a:spcBef>
                <a:spcPts val="0"/>
              </a:spcBef>
              <a:spcAft>
                <a:spcPts val="0"/>
              </a:spcAft>
              <a:buClr>
                <a:schemeClr val="dk1"/>
              </a:buClr>
              <a:buSzPts val="2400"/>
              <a:buFont typeface="Noto Sans Symbols"/>
              <a:buNone/>
            </a:pPr>
            <a:endParaRPr lang="en-US" dirty="0" smtClean="0">
              <a:latin typeface="Times New Roman"/>
              <a:ea typeface="Times New Roman"/>
              <a:cs typeface="Times New Roman"/>
              <a:sym typeface="Times New Roman"/>
            </a:endParaRPr>
          </a:p>
          <a:p>
            <a:pPr marL="0" lvl="0" indent="0" algn="just" rtl="0">
              <a:spcBef>
                <a:spcPts val="0"/>
              </a:spcBef>
              <a:spcAft>
                <a:spcPts val="0"/>
              </a:spcAft>
              <a:buClr>
                <a:schemeClr val="dk1"/>
              </a:buClr>
              <a:buSzPts val="2400"/>
              <a:buFont typeface="Noto Sans Symbols"/>
              <a:buNone/>
            </a:pPr>
            <a:endParaRPr lang="en-US" dirty="0">
              <a:latin typeface="Times New Roman"/>
              <a:ea typeface="Times New Roman"/>
              <a:cs typeface="Times New Roman"/>
              <a:sym typeface="Times New Roman"/>
            </a:endParaRPr>
          </a:p>
          <a:p>
            <a:pPr marL="0" lvl="0" indent="0" algn="just" rtl="0">
              <a:spcBef>
                <a:spcPts val="0"/>
              </a:spcBef>
              <a:spcAft>
                <a:spcPts val="0"/>
              </a:spcAft>
              <a:buClr>
                <a:schemeClr val="dk1"/>
              </a:buClr>
              <a:buSzPts val="2400"/>
              <a:buFont typeface="Noto Sans Symbols"/>
              <a:buNone/>
            </a:pPr>
            <a:r>
              <a:rPr lang="en-US" dirty="0" smtClean="0">
                <a:latin typeface="Times New Roman"/>
                <a:ea typeface="Times New Roman"/>
                <a:cs typeface="Times New Roman"/>
                <a:sym typeface="Times New Roman"/>
              </a:rPr>
              <a:t>Question</a:t>
            </a:r>
            <a:r>
              <a:rPr lang="en-US" dirty="0">
                <a:latin typeface="Times New Roman"/>
                <a:ea typeface="Times New Roman"/>
                <a:cs typeface="Times New Roman"/>
                <a:sym typeface="Times New Roman"/>
              </a:rPr>
              <a:t>: By selling 12 articles a man earn a loss of which is equal to selling price of 4 articles. Find his loss percent.</a:t>
            </a:r>
            <a:endParaRPr dirty="0">
              <a:latin typeface="Times New Roman"/>
              <a:ea typeface="Times New Roman"/>
              <a:cs typeface="Times New Roman"/>
              <a:sym typeface="Times New Roman"/>
            </a:endParaRPr>
          </a:p>
          <a:p>
            <a:pPr marL="0" lvl="0" indent="0" algn="just" rtl="0">
              <a:spcBef>
                <a:spcPts val="480"/>
              </a:spcBef>
              <a:spcAft>
                <a:spcPts val="0"/>
              </a:spcAft>
              <a:buClr>
                <a:schemeClr val="dk1"/>
              </a:buClr>
              <a:buSzPts val="2400"/>
              <a:buFont typeface="Noto Sans Symbols"/>
              <a:buNone/>
            </a:pP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[A] 20 %</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[B] 25%</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[C] 33.33%</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[D] 16.66 %</a:t>
            </a:r>
            <a:endParaRPr dirty="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6"/>
          <p:cNvSpPr txBox="1">
            <a:spLocks noGrp="1"/>
          </p:cNvSpPr>
          <p:nvPr>
            <p:ph type="body" idx="1"/>
          </p:nvPr>
        </p:nvSpPr>
        <p:spPr>
          <a:xfrm>
            <a:off x="93011" y="156411"/>
            <a:ext cx="8858484" cy="4495800"/>
          </a:xfrm>
          <a:prstGeom prst="rect">
            <a:avLst/>
          </a:prstGeom>
          <a:noFill/>
          <a:ln>
            <a:noFill/>
          </a:ln>
        </p:spPr>
        <p:txBody>
          <a:bodyPr spcFirstLastPara="1" wrap="square" lIns="91425" tIns="45700" rIns="91425" bIns="45700" anchor="t" anchorCtr="0">
            <a:normAutofit lnSpcReduction="10000"/>
          </a:bodyPr>
          <a:lstStyle/>
          <a:p>
            <a:pPr marL="0" lvl="0" indent="0" algn="just" rtl="0">
              <a:spcBef>
                <a:spcPts val="0"/>
              </a:spcBef>
              <a:spcAft>
                <a:spcPts val="0"/>
              </a:spcAft>
              <a:buClr>
                <a:schemeClr val="dk1"/>
              </a:buClr>
              <a:buSzPts val="2400"/>
              <a:buFont typeface="Noto Sans Symbols"/>
              <a:buNone/>
            </a:pPr>
            <a:endParaRPr lang="en-US" dirty="0" smtClean="0">
              <a:latin typeface="Times New Roman"/>
              <a:ea typeface="Times New Roman"/>
              <a:cs typeface="Times New Roman"/>
              <a:sym typeface="Times New Roman"/>
            </a:endParaRPr>
          </a:p>
          <a:p>
            <a:pPr marL="0" lvl="0" indent="0" algn="just" rtl="0">
              <a:spcBef>
                <a:spcPts val="0"/>
              </a:spcBef>
              <a:spcAft>
                <a:spcPts val="0"/>
              </a:spcAft>
              <a:buClr>
                <a:schemeClr val="dk1"/>
              </a:buClr>
              <a:buSzPts val="2400"/>
              <a:buFont typeface="Noto Sans Symbols"/>
              <a:buNone/>
            </a:pPr>
            <a:endParaRPr lang="en-US" dirty="0">
              <a:latin typeface="Times New Roman"/>
              <a:ea typeface="Times New Roman"/>
              <a:cs typeface="Times New Roman"/>
              <a:sym typeface="Times New Roman"/>
            </a:endParaRPr>
          </a:p>
          <a:p>
            <a:pPr marL="0" lvl="0" indent="0" algn="just" rtl="0">
              <a:spcBef>
                <a:spcPts val="0"/>
              </a:spcBef>
              <a:spcAft>
                <a:spcPts val="0"/>
              </a:spcAft>
              <a:buClr>
                <a:schemeClr val="dk1"/>
              </a:buClr>
              <a:buSzPts val="2400"/>
              <a:buFont typeface="Noto Sans Symbols"/>
              <a:buNone/>
            </a:pPr>
            <a:endParaRPr lang="en-US" dirty="0" smtClean="0">
              <a:latin typeface="Times New Roman"/>
              <a:ea typeface="Times New Roman"/>
              <a:cs typeface="Times New Roman"/>
              <a:sym typeface="Times New Roman"/>
            </a:endParaRPr>
          </a:p>
          <a:p>
            <a:pPr marL="0" lvl="0" indent="0" algn="just" rtl="0">
              <a:spcBef>
                <a:spcPts val="0"/>
              </a:spcBef>
              <a:spcAft>
                <a:spcPts val="0"/>
              </a:spcAft>
              <a:buClr>
                <a:schemeClr val="dk1"/>
              </a:buClr>
              <a:buSzPts val="2400"/>
              <a:buFont typeface="Noto Sans Symbols"/>
              <a:buNone/>
            </a:pPr>
            <a:r>
              <a:rPr lang="en-US" dirty="0" smtClean="0">
                <a:latin typeface="Times New Roman"/>
                <a:ea typeface="Times New Roman"/>
                <a:cs typeface="Times New Roman"/>
                <a:sym typeface="Times New Roman"/>
              </a:rPr>
              <a:t>Question</a:t>
            </a:r>
            <a:r>
              <a:rPr lang="en-US" dirty="0">
                <a:latin typeface="Times New Roman"/>
                <a:ea typeface="Times New Roman"/>
                <a:cs typeface="Times New Roman"/>
                <a:sym typeface="Times New Roman"/>
              </a:rPr>
              <a:t>:  By selling 40 articles a man earn a profit of equal to cost price of 5 articles. Find his loss or profit percent.</a:t>
            </a:r>
            <a:endParaRPr dirty="0">
              <a:latin typeface="Times New Roman"/>
              <a:ea typeface="Times New Roman"/>
              <a:cs typeface="Times New Roman"/>
              <a:sym typeface="Times New Roman"/>
            </a:endParaRPr>
          </a:p>
          <a:p>
            <a:pPr marL="0" lvl="0" indent="0" algn="just" rtl="0">
              <a:spcBef>
                <a:spcPts val="480"/>
              </a:spcBef>
              <a:spcAft>
                <a:spcPts val="0"/>
              </a:spcAft>
              <a:buClr>
                <a:schemeClr val="dk1"/>
              </a:buClr>
              <a:buSzPts val="2400"/>
              <a:buFont typeface="Noto Sans Symbols"/>
              <a:buNone/>
            </a:pP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[A] 33.33 % profit</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[B] 12.5 % loss</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[C] 25 % loss</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[D] 12.5 % profit</a:t>
            </a:r>
            <a:endParaRPr dirty="0">
              <a:latin typeface="Times New Roman"/>
              <a:ea typeface="Times New Roman"/>
              <a:cs typeface="Times New Roman"/>
              <a:sym typeface="Times New Roman"/>
            </a:endParaRPr>
          </a:p>
          <a:p>
            <a:pPr marL="0" lvl="0" indent="0" algn="just" rtl="0">
              <a:spcBef>
                <a:spcPts val="480"/>
              </a:spcBef>
              <a:spcAft>
                <a:spcPts val="0"/>
              </a:spcAft>
              <a:buClr>
                <a:schemeClr val="dk1"/>
              </a:buClr>
              <a:buSzPts val="2400"/>
              <a:buFont typeface="Noto Sans Symbols"/>
              <a:buNone/>
            </a:pPr>
            <a:endParaRPr dirty="0">
              <a:latin typeface="Times New Roman"/>
              <a:ea typeface="Times New Roman"/>
              <a:cs typeface="Times New Roman"/>
              <a:sym typeface="Times New Roman"/>
            </a:endParaRPr>
          </a:p>
          <a:p>
            <a:pPr marL="0" lvl="0" indent="0" algn="just" rtl="0">
              <a:spcBef>
                <a:spcPts val="480"/>
              </a:spcBef>
              <a:spcAft>
                <a:spcPts val="0"/>
              </a:spcAft>
              <a:buClr>
                <a:schemeClr val="dk1"/>
              </a:buClr>
              <a:buSzPts val="2400"/>
              <a:buFont typeface="Noto Sans Symbols"/>
              <a:buNone/>
            </a:pPr>
            <a:endParaRPr dirty="0">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7"/>
          <p:cNvSpPr txBox="1">
            <a:spLocks noGrp="1"/>
          </p:cNvSpPr>
          <p:nvPr>
            <p:ph type="body" idx="1"/>
          </p:nvPr>
        </p:nvSpPr>
        <p:spPr>
          <a:xfrm>
            <a:off x="160387" y="127535"/>
            <a:ext cx="8810358" cy="4495800"/>
          </a:xfrm>
          <a:prstGeom prst="rect">
            <a:avLst/>
          </a:prstGeom>
          <a:noFill/>
          <a:ln>
            <a:noFill/>
          </a:ln>
        </p:spPr>
        <p:txBody>
          <a:bodyPr spcFirstLastPara="1" wrap="square" lIns="91425" tIns="45700" rIns="91425" bIns="45700" anchor="t" anchorCtr="0">
            <a:normAutofit fontScale="92500" lnSpcReduction="10000"/>
          </a:bodyPr>
          <a:lstStyle/>
          <a:p>
            <a:pPr marL="0" lvl="0" indent="0" algn="just" rtl="0">
              <a:spcBef>
                <a:spcPts val="0"/>
              </a:spcBef>
              <a:spcAft>
                <a:spcPts val="0"/>
              </a:spcAft>
              <a:buClr>
                <a:schemeClr val="dk1"/>
              </a:buClr>
              <a:buSzPts val="2400"/>
              <a:buFont typeface="Noto Sans Symbols"/>
              <a:buNone/>
            </a:pPr>
            <a:endParaRPr lang="en-US" dirty="0" smtClean="0">
              <a:latin typeface="Times New Roman"/>
              <a:ea typeface="Times New Roman"/>
              <a:cs typeface="Times New Roman"/>
              <a:sym typeface="Times New Roman"/>
            </a:endParaRPr>
          </a:p>
          <a:p>
            <a:pPr marL="0" lvl="0" indent="0" algn="just" rtl="0">
              <a:spcBef>
                <a:spcPts val="0"/>
              </a:spcBef>
              <a:spcAft>
                <a:spcPts val="0"/>
              </a:spcAft>
              <a:buClr>
                <a:schemeClr val="dk1"/>
              </a:buClr>
              <a:buSzPts val="2400"/>
              <a:buFont typeface="Noto Sans Symbols"/>
              <a:buNone/>
            </a:pPr>
            <a:endParaRPr lang="en-US" dirty="0">
              <a:latin typeface="Times New Roman"/>
              <a:ea typeface="Times New Roman"/>
              <a:cs typeface="Times New Roman"/>
              <a:sym typeface="Times New Roman"/>
            </a:endParaRPr>
          </a:p>
          <a:p>
            <a:pPr marL="0" lvl="0" indent="0" algn="just" rtl="0">
              <a:spcBef>
                <a:spcPts val="0"/>
              </a:spcBef>
              <a:spcAft>
                <a:spcPts val="0"/>
              </a:spcAft>
              <a:buClr>
                <a:schemeClr val="dk1"/>
              </a:buClr>
              <a:buSzPts val="2400"/>
              <a:buFont typeface="Noto Sans Symbols"/>
              <a:buNone/>
            </a:pPr>
            <a:endParaRPr lang="en-US" dirty="0" smtClean="0">
              <a:latin typeface="Times New Roman"/>
              <a:ea typeface="Times New Roman"/>
              <a:cs typeface="Times New Roman"/>
              <a:sym typeface="Times New Roman"/>
            </a:endParaRPr>
          </a:p>
          <a:p>
            <a:pPr marL="0" lvl="0" indent="0" algn="just" rtl="0">
              <a:spcBef>
                <a:spcPts val="0"/>
              </a:spcBef>
              <a:spcAft>
                <a:spcPts val="0"/>
              </a:spcAft>
              <a:buClr>
                <a:schemeClr val="dk1"/>
              </a:buClr>
              <a:buSzPts val="2400"/>
              <a:buFont typeface="Noto Sans Symbols"/>
              <a:buNone/>
            </a:pPr>
            <a:r>
              <a:rPr lang="en-US" dirty="0" smtClean="0">
                <a:latin typeface="Times New Roman"/>
                <a:ea typeface="Times New Roman"/>
                <a:cs typeface="Times New Roman"/>
                <a:sym typeface="Times New Roman"/>
              </a:rPr>
              <a:t>Question</a:t>
            </a:r>
            <a:r>
              <a:rPr lang="en-US" dirty="0">
                <a:latin typeface="Times New Roman"/>
                <a:ea typeface="Times New Roman"/>
                <a:cs typeface="Times New Roman"/>
                <a:sym typeface="Times New Roman"/>
              </a:rPr>
              <a:t>:  A shopkeeper buy some number of article at the rate of 11 articles for Rs.10 and sold all of them at the rate of 10 articles for Rs.11. Find his profit or loss percent.</a:t>
            </a:r>
            <a:endParaRPr dirty="0">
              <a:latin typeface="Times New Roman"/>
              <a:ea typeface="Times New Roman"/>
              <a:cs typeface="Times New Roman"/>
              <a:sym typeface="Times New Roman"/>
            </a:endParaRPr>
          </a:p>
          <a:p>
            <a:pPr marL="0" lvl="0" indent="0" algn="l" rtl="0">
              <a:spcBef>
                <a:spcPts val="480"/>
              </a:spcBef>
              <a:spcAft>
                <a:spcPts val="0"/>
              </a:spcAft>
              <a:buClr>
                <a:schemeClr val="dk1"/>
              </a:buClr>
              <a:buSzPts val="2400"/>
              <a:buFont typeface="Noto Sans Symbols"/>
              <a:buNone/>
            </a:pPr>
            <a:endParaRPr dirty="0">
              <a:latin typeface="Times New Roman"/>
              <a:ea typeface="Times New Roman"/>
              <a:cs typeface="Times New Roman"/>
              <a:sym typeface="Times New Roman"/>
            </a:endParaRPr>
          </a:p>
          <a:p>
            <a:pPr marL="0" lvl="0" indent="0" algn="l"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[A] 20 % profit</a:t>
            </a:r>
            <a:endParaRPr dirty="0">
              <a:latin typeface="Times New Roman"/>
              <a:ea typeface="Times New Roman"/>
              <a:cs typeface="Times New Roman"/>
              <a:sym typeface="Times New Roman"/>
            </a:endParaRPr>
          </a:p>
          <a:p>
            <a:pPr marL="0" lvl="0" indent="0" algn="l"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[B] 21% profit</a:t>
            </a:r>
            <a:endParaRPr dirty="0">
              <a:latin typeface="Times New Roman"/>
              <a:ea typeface="Times New Roman"/>
              <a:cs typeface="Times New Roman"/>
              <a:sym typeface="Times New Roman"/>
            </a:endParaRPr>
          </a:p>
          <a:p>
            <a:pPr marL="0" lvl="0" indent="0" algn="l"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[C] 25 % loss</a:t>
            </a:r>
            <a:endParaRPr dirty="0">
              <a:latin typeface="Times New Roman"/>
              <a:ea typeface="Times New Roman"/>
              <a:cs typeface="Times New Roman"/>
              <a:sym typeface="Times New Roman"/>
            </a:endParaRPr>
          </a:p>
          <a:p>
            <a:pPr marL="0" lvl="0" indent="0" algn="l"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[D] 21 % loss</a:t>
            </a:r>
            <a:endParaRPr dirty="0">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8"/>
          <p:cNvSpPr txBox="1">
            <a:spLocks noGrp="1"/>
          </p:cNvSpPr>
          <p:nvPr>
            <p:ph type="body" idx="1"/>
          </p:nvPr>
        </p:nvSpPr>
        <p:spPr>
          <a:xfrm>
            <a:off x="179638" y="98659"/>
            <a:ext cx="8829608" cy="4495800"/>
          </a:xfrm>
          <a:prstGeom prst="rect">
            <a:avLst/>
          </a:prstGeom>
          <a:noFill/>
          <a:ln>
            <a:noFill/>
          </a:ln>
        </p:spPr>
        <p:txBody>
          <a:bodyPr spcFirstLastPara="1" wrap="square" lIns="91425" tIns="45700" rIns="91425" bIns="45700" anchor="t" anchorCtr="0">
            <a:normAutofit fontScale="92500" lnSpcReduction="10000"/>
          </a:bodyPr>
          <a:lstStyle/>
          <a:p>
            <a:pPr marL="257175" lvl="0" indent="-257175" algn="just" rtl="0">
              <a:spcBef>
                <a:spcPts val="0"/>
              </a:spcBef>
              <a:spcAft>
                <a:spcPts val="0"/>
              </a:spcAft>
              <a:buClr>
                <a:schemeClr val="dk1"/>
              </a:buClr>
              <a:buSzPts val="2400"/>
              <a:buFont typeface="Arial"/>
              <a:buNone/>
            </a:pPr>
            <a:endParaRPr lang="en-US" dirty="0" smtClean="0">
              <a:latin typeface="Times New Roman"/>
              <a:ea typeface="Times New Roman"/>
              <a:cs typeface="Times New Roman"/>
              <a:sym typeface="Times New Roman"/>
            </a:endParaRPr>
          </a:p>
          <a:p>
            <a:pPr marL="257175" lvl="0" indent="-257175" algn="just" rtl="0">
              <a:spcBef>
                <a:spcPts val="0"/>
              </a:spcBef>
              <a:spcAft>
                <a:spcPts val="0"/>
              </a:spcAft>
              <a:buClr>
                <a:schemeClr val="dk1"/>
              </a:buClr>
              <a:buSzPts val="2400"/>
              <a:buFont typeface="Arial"/>
              <a:buNone/>
            </a:pPr>
            <a:endParaRPr lang="en-US" dirty="0">
              <a:latin typeface="Times New Roman"/>
              <a:ea typeface="Times New Roman"/>
              <a:cs typeface="Times New Roman"/>
              <a:sym typeface="Times New Roman"/>
            </a:endParaRPr>
          </a:p>
          <a:p>
            <a:pPr marL="257175" lvl="0" indent="-257175" algn="just" rtl="0">
              <a:spcBef>
                <a:spcPts val="0"/>
              </a:spcBef>
              <a:spcAft>
                <a:spcPts val="0"/>
              </a:spcAft>
              <a:buClr>
                <a:schemeClr val="dk1"/>
              </a:buClr>
              <a:buSzPts val="2400"/>
              <a:buFont typeface="Arial"/>
              <a:buNone/>
            </a:pPr>
            <a:endParaRPr lang="en-US" dirty="0" smtClean="0">
              <a:latin typeface="Times New Roman"/>
              <a:ea typeface="Times New Roman"/>
              <a:cs typeface="Times New Roman"/>
              <a:sym typeface="Times New Roman"/>
            </a:endParaRPr>
          </a:p>
          <a:p>
            <a:pPr marL="257175" lvl="0" indent="-257175" algn="just" rtl="0">
              <a:spcBef>
                <a:spcPts val="0"/>
              </a:spcBef>
              <a:spcAft>
                <a:spcPts val="0"/>
              </a:spcAft>
              <a:buClr>
                <a:schemeClr val="dk1"/>
              </a:buClr>
              <a:buSzPts val="2400"/>
              <a:buFont typeface="Arial"/>
              <a:buNone/>
            </a:pPr>
            <a:r>
              <a:rPr lang="en-US" dirty="0" smtClean="0">
                <a:latin typeface="Times New Roman"/>
                <a:ea typeface="Times New Roman"/>
                <a:cs typeface="Times New Roman"/>
                <a:sym typeface="Times New Roman"/>
              </a:rPr>
              <a:t>Question</a:t>
            </a:r>
            <a:r>
              <a:rPr lang="en-US" dirty="0">
                <a:latin typeface="Times New Roman"/>
                <a:ea typeface="Times New Roman"/>
                <a:cs typeface="Times New Roman"/>
                <a:sym typeface="Times New Roman"/>
              </a:rPr>
              <a:t>: </a:t>
            </a:r>
            <a:r>
              <a:rPr lang="en-US" sz="2400" dirty="0">
                <a:latin typeface="Times New Roman"/>
                <a:ea typeface="Times New Roman"/>
                <a:cs typeface="Times New Roman"/>
                <a:sym typeface="Times New Roman"/>
              </a:rPr>
              <a:t>A Shopkeeper buy some lemons at rate of 2 for </a:t>
            </a:r>
            <a:r>
              <a:rPr lang="en-US" sz="2400" dirty="0" smtClean="0">
                <a:latin typeface="Times New Roman"/>
                <a:ea typeface="Times New Roman"/>
                <a:cs typeface="Times New Roman"/>
                <a:sym typeface="Times New Roman"/>
              </a:rPr>
              <a:t>Rs.1.Again </a:t>
            </a:r>
            <a:r>
              <a:rPr lang="en-US" sz="2400" dirty="0">
                <a:latin typeface="Times New Roman"/>
                <a:ea typeface="Times New Roman"/>
                <a:cs typeface="Times New Roman"/>
                <a:sym typeface="Times New Roman"/>
              </a:rPr>
              <a:t>he bought the some number of lemons at rate of 1 </a:t>
            </a:r>
            <a:r>
              <a:rPr lang="en-US" sz="2400" dirty="0" smtClean="0">
                <a:latin typeface="Times New Roman"/>
                <a:ea typeface="Times New Roman"/>
                <a:cs typeface="Times New Roman"/>
                <a:sym typeface="Times New Roman"/>
              </a:rPr>
              <a:t>for</a:t>
            </a:r>
            <a:r>
              <a:rPr lang="en-US" dirty="0">
                <a:latin typeface="Times New Roman"/>
                <a:ea typeface="Times New Roman"/>
                <a:cs typeface="Times New Roman"/>
                <a:sym typeface="Times New Roman"/>
              </a:rPr>
              <a:t> </a:t>
            </a:r>
            <a:r>
              <a:rPr lang="en-US" dirty="0" smtClean="0">
                <a:latin typeface="Times New Roman"/>
                <a:ea typeface="Times New Roman"/>
                <a:cs typeface="Times New Roman"/>
                <a:sym typeface="Times New Roman"/>
              </a:rPr>
              <a:t>Rs.</a:t>
            </a:r>
            <a:r>
              <a:rPr lang="en-US" sz="2400" dirty="0" smtClean="0">
                <a:latin typeface="Times New Roman"/>
                <a:ea typeface="Times New Roman"/>
                <a:cs typeface="Times New Roman"/>
                <a:sym typeface="Times New Roman"/>
              </a:rPr>
              <a:t>2</a:t>
            </a:r>
            <a:r>
              <a:rPr lang="en-US" sz="2400" dirty="0">
                <a:latin typeface="Times New Roman"/>
                <a:ea typeface="Times New Roman"/>
                <a:cs typeface="Times New Roman"/>
                <a:sym typeface="Times New Roman"/>
              </a:rPr>
              <a:t>. He mixed both the types and sold at 3 for Rs.3. find </a:t>
            </a:r>
            <a:r>
              <a:rPr lang="en-US" sz="2400" dirty="0" smtClean="0">
                <a:latin typeface="Times New Roman"/>
                <a:ea typeface="Times New Roman"/>
                <a:cs typeface="Times New Roman"/>
                <a:sym typeface="Times New Roman"/>
              </a:rPr>
              <a:t>profit</a:t>
            </a:r>
            <a:r>
              <a:rPr lang="en-US" dirty="0">
                <a:latin typeface="Times New Roman"/>
                <a:ea typeface="Times New Roman"/>
                <a:cs typeface="Times New Roman"/>
                <a:sym typeface="Times New Roman"/>
              </a:rPr>
              <a:t> </a:t>
            </a:r>
            <a:r>
              <a:rPr lang="en-US" sz="2400" dirty="0" smtClean="0">
                <a:latin typeface="Times New Roman"/>
                <a:ea typeface="Times New Roman"/>
                <a:cs typeface="Times New Roman"/>
                <a:sym typeface="Times New Roman"/>
              </a:rPr>
              <a:t>/ </a:t>
            </a:r>
            <a:r>
              <a:rPr lang="en-US" sz="2400" dirty="0">
                <a:latin typeface="Times New Roman"/>
                <a:ea typeface="Times New Roman"/>
                <a:cs typeface="Times New Roman"/>
                <a:sym typeface="Times New Roman"/>
              </a:rPr>
              <a:t>loss %.</a:t>
            </a:r>
            <a:endParaRPr sz="2400" dirty="0">
              <a:latin typeface="Times New Roman"/>
              <a:ea typeface="Times New Roman"/>
              <a:cs typeface="Times New Roman"/>
              <a:sym typeface="Times New Roman"/>
            </a:endParaRPr>
          </a:p>
          <a:p>
            <a:pPr marL="257175" lvl="0" indent="-257175" algn="just" rtl="0">
              <a:spcBef>
                <a:spcPts val="480"/>
              </a:spcBef>
              <a:spcAft>
                <a:spcPts val="0"/>
              </a:spcAft>
              <a:buClr>
                <a:schemeClr val="dk1"/>
              </a:buClr>
              <a:buSzPts val="2400"/>
              <a:buFont typeface="Arial"/>
              <a:buNone/>
            </a:pPr>
            <a:endParaRPr sz="2400"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sz="2400" dirty="0">
                <a:latin typeface="Times New Roman"/>
                <a:ea typeface="Times New Roman"/>
                <a:cs typeface="Times New Roman"/>
                <a:sym typeface="Times New Roman"/>
              </a:rPr>
              <a:t>[A] 20 % loss</a:t>
            </a:r>
            <a:endParaRPr sz="2400"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sz="2400" dirty="0">
                <a:latin typeface="Times New Roman"/>
                <a:ea typeface="Times New Roman"/>
                <a:cs typeface="Times New Roman"/>
                <a:sym typeface="Times New Roman"/>
              </a:rPr>
              <a:t>[B] 25 % loss</a:t>
            </a:r>
            <a:endParaRPr sz="2400"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sz="2400" dirty="0">
                <a:latin typeface="Times New Roman"/>
                <a:ea typeface="Times New Roman"/>
                <a:cs typeface="Times New Roman"/>
                <a:sym typeface="Times New Roman"/>
              </a:rPr>
              <a:t>[C] 20 % profit</a:t>
            </a:r>
            <a:endParaRPr sz="2400"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sz="2400" dirty="0">
                <a:latin typeface="Times New Roman"/>
                <a:ea typeface="Times New Roman"/>
                <a:cs typeface="Times New Roman"/>
                <a:sym typeface="Times New Roman"/>
              </a:rPr>
              <a:t>[D] 25 % profit</a:t>
            </a:r>
            <a:endParaRPr sz="2400" dirty="0">
              <a:latin typeface="Times New Roman"/>
              <a:ea typeface="Times New Roman"/>
              <a:cs typeface="Times New Roman"/>
              <a:sym typeface="Times New Roman"/>
            </a:endParaRPr>
          </a:p>
          <a:p>
            <a:pPr marL="0" lvl="0" indent="0" algn="just" rtl="0">
              <a:spcBef>
                <a:spcPts val="480"/>
              </a:spcBef>
              <a:spcAft>
                <a:spcPts val="0"/>
              </a:spcAft>
              <a:buClr>
                <a:schemeClr val="dk1"/>
              </a:buClr>
              <a:buSzPts val="2400"/>
              <a:buFont typeface="Noto Sans Symbols"/>
              <a:buNone/>
            </a:pPr>
            <a:endParaRPr sz="2400" dirty="0">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9"/>
          <p:cNvSpPr txBox="1">
            <a:spLocks noGrp="1"/>
          </p:cNvSpPr>
          <p:nvPr>
            <p:ph type="body" idx="1"/>
          </p:nvPr>
        </p:nvSpPr>
        <p:spPr>
          <a:xfrm>
            <a:off x="141136" y="166036"/>
            <a:ext cx="8819983" cy="4495800"/>
          </a:xfrm>
          <a:prstGeom prst="rect">
            <a:avLst/>
          </a:prstGeom>
          <a:noFill/>
          <a:ln>
            <a:noFill/>
          </a:ln>
        </p:spPr>
        <p:txBody>
          <a:bodyPr spcFirstLastPara="1" wrap="square" lIns="91425" tIns="45700" rIns="91425" bIns="45700" anchor="t" anchorCtr="0">
            <a:normAutofit fontScale="92500"/>
          </a:bodyPr>
          <a:lstStyle/>
          <a:p>
            <a:pPr marL="0" lvl="0" indent="0" algn="just" rtl="0">
              <a:spcBef>
                <a:spcPts val="0"/>
              </a:spcBef>
              <a:spcAft>
                <a:spcPts val="0"/>
              </a:spcAft>
              <a:buClr>
                <a:schemeClr val="dk1"/>
              </a:buClr>
              <a:buSzPts val="2400"/>
              <a:buFont typeface="Noto Sans Symbols"/>
              <a:buNone/>
            </a:pPr>
            <a:endParaRPr lang="en-US" dirty="0">
              <a:latin typeface="Times New Roman"/>
              <a:ea typeface="Times New Roman"/>
              <a:cs typeface="Times New Roman"/>
              <a:sym typeface="Times New Roman"/>
            </a:endParaRPr>
          </a:p>
          <a:p>
            <a:pPr marL="0" lvl="0" indent="0" algn="just" rtl="0">
              <a:spcBef>
                <a:spcPts val="0"/>
              </a:spcBef>
              <a:spcAft>
                <a:spcPts val="0"/>
              </a:spcAft>
              <a:buClr>
                <a:schemeClr val="dk1"/>
              </a:buClr>
              <a:buSzPts val="2400"/>
              <a:buFont typeface="Noto Sans Symbols"/>
              <a:buNone/>
            </a:pPr>
            <a:endParaRPr lang="en-US" dirty="0" smtClean="0">
              <a:latin typeface="Times New Roman"/>
              <a:ea typeface="Times New Roman"/>
              <a:cs typeface="Times New Roman"/>
              <a:sym typeface="Times New Roman"/>
            </a:endParaRPr>
          </a:p>
          <a:p>
            <a:pPr marL="0" lvl="0" indent="0" algn="just" rtl="0">
              <a:spcBef>
                <a:spcPts val="0"/>
              </a:spcBef>
              <a:spcAft>
                <a:spcPts val="0"/>
              </a:spcAft>
              <a:buClr>
                <a:schemeClr val="dk1"/>
              </a:buClr>
              <a:buSzPts val="2400"/>
              <a:buFont typeface="Noto Sans Symbols"/>
              <a:buNone/>
            </a:pPr>
            <a:endParaRPr lang="en-US" dirty="0">
              <a:latin typeface="Times New Roman"/>
              <a:ea typeface="Times New Roman"/>
              <a:cs typeface="Times New Roman"/>
              <a:sym typeface="Times New Roman"/>
            </a:endParaRPr>
          </a:p>
          <a:p>
            <a:pPr marL="0" lvl="0" indent="0" algn="just" rtl="0">
              <a:spcBef>
                <a:spcPts val="0"/>
              </a:spcBef>
              <a:spcAft>
                <a:spcPts val="0"/>
              </a:spcAft>
              <a:buClr>
                <a:schemeClr val="dk1"/>
              </a:buClr>
              <a:buSzPts val="2400"/>
              <a:buFont typeface="Noto Sans Symbols"/>
              <a:buNone/>
            </a:pPr>
            <a:r>
              <a:rPr lang="en-US" dirty="0" smtClean="0">
                <a:latin typeface="Times New Roman"/>
                <a:ea typeface="Times New Roman"/>
                <a:cs typeface="Times New Roman"/>
                <a:sym typeface="Times New Roman"/>
              </a:rPr>
              <a:t>Question</a:t>
            </a:r>
            <a:r>
              <a:rPr lang="en-US" dirty="0">
                <a:latin typeface="Times New Roman"/>
                <a:ea typeface="Times New Roman"/>
                <a:cs typeface="Times New Roman"/>
                <a:sym typeface="Times New Roman"/>
              </a:rPr>
              <a:t>: A man purchase some number of articles at the rate of 11 articles for Rs.1. How many articles should he sell for Rs.1 to gain 10% profit.</a:t>
            </a:r>
            <a:endParaRPr dirty="0">
              <a:latin typeface="Times New Roman"/>
              <a:ea typeface="Times New Roman"/>
              <a:cs typeface="Times New Roman"/>
              <a:sym typeface="Times New Roman"/>
            </a:endParaRPr>
          </a:p>
          <a:p>
            <a:pPr marL="0" lvl="0" indent="0" algn="just" rtl="0">
              <a:spcBef>
                <a:spcPts val="480"/>
              </a:spcBef>
              <a:spcAft>
                <a:spcPts val="0"/>
              </a:spcAft>
              <a:buClr>
                <a:schemeClr val="dk1"/>
              </a:buClr>
              <a:buSzPts val="2400"/>
              <a:buFont typeface="Noto Sans Symbols"/>
              <a:buNone/>
            </a:pP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[A] 11</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[B] 10</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[C] 12</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[D] 14</a:t>
            </a:r>
            <a:endParaRPr dirty="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10"/>
          <p:cNvSpPr txBox="1">
            <a:spLocks noGrp="1"/>
          </p:cNvSpPr>
          <p:nvPr>
            <p:ph type="body" idx="1"/>
          </p:nvPr>
        </p:nvSpPr>
        <p:spPr>
          <a:xfrm>
            <a:off x="227763" y="146785"/>
            <a:ext cx="8694855" cy="4495800"/>
          </a:xfrm>
          <a:prstGeom prst="rect">
            <a:avLst/>
          </a:prstGeom>
          <a:noFill/>
          <a:ln>
            <a:noFill/>
          </a:ln>
        </p:spPr>
        <p:txBody>
          <a:bodyPr spcFirstLastPara="1" wrap="square" lIns="91425" tIns="45700" rIns="91425" bIns="45700" anchor="t" anchorCtr="0">
            <a:normAutofit lnSpcReduction="10000"/>
          </a:bodyPr>
          <a:lstStyle/>
          <a:p>
            <a:pPr marL="0" lvl="0" indent="0" algn="just" rtl="0">
              <a:spcBef>
                <a:spcPts val="0"/>
              </a:spcBef>
              <a:spcAft>
                <a:spcPts val="0"/>
              </a:spcAft>
              <a:buClr>
                <a:schemeClr val="dk1"/>
              </a:buClr>
              <a:buSzPts val="2400"/>
              <a:buFont typeface="Noto Sans Symbols"/>
              <a:buNone/>
            </a:pPr>
            <a:endParaRPr lang="en-US" dirty="0" smtClean="0">
              <a:latin typeface="Times New Roman"/>
              <a:ea typeface="Times New Roman"/>
              <a:cs typeface="Times New Roman"/>
              <a:sym typeface="Times New Roman"/>
            </a:endParaRPr>
          </a:p>
          <a:p>
            <a:pPr marL="0" lvl="0" indent="0" algn="just" rtl="0">
              <a:spcBef>
                <a:spcPts val="0"/>
              </a:spcBef>
              <a:spcAft>
                <a:spcPts val="0"/>
              </a:spcAft>
              <a:buClr>
                <a:schemeClr val="dk1"/>
              </a:buClr>
              <a:buSzPts val="2400"/>
              <a:buFont typeface="Noto Sans Symbols"/>
              <a:buNone/>
            </a:pPr>
            <a:endParaRPr lang="en-US" dirty="0">
              <a:latin typeface="Times New Roman"/>
              <a:ea typeface="Times New Roman"/>
              <a:cs typeface="Times New Roman"/>
              <a:sym typeface="Times New Roman"/>
            </a:endParaRPr>
          </a:p>
          <a:p>
            <a:pPr marL="0" lvl="0" indent="0" algn="just" rtl="0">
              <a:spcBef>
                <a:spcPts val="0"/>
              </a:spcBef>
              <a:spcAft>
                <a:spcPts val="0"/>
              </a:spcAft>
              <a:buClr>
                <a:schemeClr val="dk1"/>
              </a:buClr>
              <a:buSzPts val="2400"/>
              <a:buFont typeface="Noto Sans Symbols"/>
              <a:buNone/>
            </a:pPr>
            <a:endParaRPr lang="en-US" dirty="0" smtClean="0">
              <a:latin typeface="Times New Roman"/>
              <a:ea typeface="Times New Roman"/>
              <a:cs typeface="Times New Roman"/>
              <a:sym typeface="Times New Roman"/>
            </a:endParaRPr>
          </a:p>
          <a:p>
            <a:pPr marL="0" lvl="0" indent="0" algn="just" rtl="0">
              <a:spcBef>
                <a:spcPts val="0"/>
              </a:spcBef>
              <a:spcAft>
                <a:spcPts val="0"/>
              </a:spcAft>
              <a:buClr>
                <a:schemeClr val="dk1"/>
              </a:buClr>
              <a:buSzPts val="2400"/>
              <a:buFont typeface="Noto Sans Symbols"/>
              <a:buNone/>
            </a:pPr>
            <a:r>
              <a:rPr lang="en-US" dirty="0" smtClean="0">
                <a:latin typeface="Times New Roman"/>
                <a:ea typeface="Times New Roman"/>
                <a:cs typeface="Times New Roman"/>
                <a:sym typeface="Times New Roman"/>
              </a:rPr>
              <a:t>Question</a:t>
            </a:r>
            <a:r>
              <a:rPr lang="en-US" dirty="0">
                <a:latin typeface="Times New Roman"/>
                <a:ea typeface="Times New Roman"/>
                <a:cs typeface="Times New Roman"/>
                <a:sym typeface="Times New Roman"/>
              </a:rPr>
              <a:t>: A man purchase 25 articles for Rs.1. How many articles should he sell for Rs.1 to gain 25% profit.</a:t>
            </a:r>
            <a:endParaRPr dirty="0">
              <a:latin typeface="Times New Roman"/>
              <a:ea typeface="Times New Roman"/>
              <a:cs typeface="Times New Roman"/>
              <a:sym typeface="Times New Roman"/>
            </a:endParaRPr>
          </a:p>
          <a:p>
            <a:pPr marL="0" lvl="0" indent="0" algn="just" rtl="0">
              <a:spcBef>
                <a:spcPts val="480"/>
              </a:spcBef>
              <a:spcAft>
                <a:spcPts val="0"/>
              </a:spcAft>
              <a:buClr>
                <a:schemeClr val="dk1"/>
              </a:buClr>
              <a:buSzPts val="2400"/>
              <a:buFont typeface="Noto Sans Symbols"/>
              <a:buNone/>
            </a:pP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[A] 21</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[B] 28</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[C] 20</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[D] None</a:t>
            </a:r>
            <a:endParaRPr dirty="0">
              <a:latin typeface="Times New Roman"/>
              <a:ea typeface="Times New Roman"/>
              <a:cs typeface="Times New Roman"/>
              <a:sym typeface="Times New Roman"/>
            </a:endParaRPr>
          </a:p>
          <a:p>
            <a:pPr marL="0" lvl="0" indent="0" algn="l" rtl="0">
              <a:spcBef>
                <a:spcPts val="480"/>
              </a:spcBef>
              <a:spcAft>
                <a:spcPts val="0"/>
              </a:spcAft>
              <a:buClr>
                <a:schemeClr val="dk1"/>
              </a:buClr>
              <a:buSzPts val="2400"/>
              <a:buFont typeface="Noto Sans Symbols"/>
              <a:buNone/>
            </a:pPr>
            <a:endParaRPr dirty="0">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11"/>
          <p:cNvSpPr txBox="1">
            <a:spLocks noGrp="1"/>
          </p:cNvSpPr>
          <p:nvPr>
            <p:ph type="title"/>
          </p:nvPr>
        </p:nvSpPr>
        <p:spPr>
          <a:xfrm>
            <a:off x="457200" y="2577783"/>
            <a:ext cx="822960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sz="4400">
                <a:latin typeface="Times New Roman"/>
                <a:ea typeface="Times New Roman"/>
                <a:cs typeface="Times New Roman"/>
                <a:sym typeface="Times New Roman"/>
              </a:rPr>
              <a:t>Faulty Weights (Dishonest Trader)</a:t>
            </a:r>
            <a:endParaRPr sz="4400">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12"/>
          <p:cNvSpPr txBox="1">
            <a:spLocks noGrp="1"/>
          </p:cNvSpPr>
          <p:nvPr>
            <p:ph type="body" idx="1"/>
          </p:nvPr>
        </p:nvSpPr>
        <p:spPr>
          <a:xfrm>
            <a:off x="93010" y="127535"/>
            <a:ext cx="8896985" cy="4495800"/>
          </a:xfrm>
          <a:prstGeom prst="rect">
            <a:avLst/>
          </a:prstGeom>
          <a:noFill/>
          <a:ln>
            <a:noFill/>
          </a:ln>
        </p:spPr>
        <p:txBody>
          <a:bodyPr spcFirstLastPara="1" wrap="square" lIns="91425" tIns="45700" rIns="91425" bIns="45700" anchor="t" anchorCtr="0">
            <a:normAutofit lnSpcReduction="10000"/>
          </a:bodyPr>
          <a:lstStyle/>
          <a:p>
            <a:pPr marL="0" lvl="0" indent="0" algn="just" rtl="0">
              <a:spcBef>
                <a:spcPts val="0"/>
              </a:spcBef>
              <a:spcAft>
                <a:spcPts val="0"/>
              </a:spcAft>
              <a:buClr>
                <a:schemeClr val="dk1"/>
              </a:buClr>
              <a:buSzPts val="2400"/>
              <a:buFont typeface="Noto Sans Symbols"/>
              <a:buNone/>
            </a:pPr>
            <a:endParaRPr lang="en-US" dirty="0" smtClean="0">
              <a:latin typeface="Times New Roman"/>
              <a:ea typeface="Times New Roman"/>
              <a:cs typeface="Times New Roman"/>
              <a:sym typeface="Times New Roman"/>
            </a:endParaRPr>
          </a:p>
          <a:p>
            <a:pPr marL="0" lvl="0" indent="0" algn="just" rtl="0">
              <a:spcBef>
                <a:spcPts val="0"/>
              </a:spcBef>
              <a:spcAft>
                <a:spcPts val="0"/>
              </a:spcAft>
              <a:buClr>
                <a:schemeClr val="dk1"/>
              </a:buClr>
              <a:buSzPts val="2400"/>
              <a:buFont typeface="Noto Sans Symbols"/>
              <a:buNone/>
            </a:pPr>
            <a:endParaRPr lang="en-US" dirty="0">
              <a:latin typeface="Times New Roman"/>
              <a:ea typeface="Times New Roman"/>
              <a:cs typeface="Times New Roman"/>
              <a:sym typeface="Times New Roman"/>
            </a:endParaRPr>
          </a:p>
          <a:p>
            <a:pPr marL="0" lvl="0" indent="0" algn="just" rtl="0">
              <a:spcBef>
                <a:spcPts val="0"/>
              </a:spcBef>
              <a:spcAft>
                <a:spcPts val="0"/>
              </a:spcAft>
              <a:buClr>
                <a:schemeClr val="dk1"/>
              </a:buClr>
              <a:buSzPts val="2400"/>
              <a:buFont typeface="Noto Sans Symbols"/>
              <a:buNone/>
            </a:pPr>
            <a:endParaRPr lang="en-US" dirty="0" smtClean="0">
              <a:latin typeface="Times New Roman"/>
              <a:ea typeface="Times New Roman"/>
              <a:cs typeface="Times New Roman"/>
              <a:sym typeface="Times New Roman"/>
            </a:endParaRPr>
          </a:p>
          <a:p>
            <a:pPr marL="0" lvl="0" indent="0" algn="just" rtl="0">
              <a:spcBef>
                <a:spcPts val="0"/>
              </a:spcBef>
              <a:spcAft>
                <a:spcPts val="0"/>
              </a:spcAft>
              <a:buClr>
                <a:schemeClr val="dk1"/>
              </a:buClr>
              <a:buSzPts val="2400"/>
              <a:buFont typeface="Noto Sans Symbols"/>
              <a:buNone/>
            </a:pPr>
            <a:r>
              <a:rPr lang="en-US" dirty="0" smtClean="0">
                <a:latin typeface="Times New Roman"/>
                <a:ea typeface="Times New Roman"/>
                <a:cs typeface="Times New Roman"/>
                <a:sym typeface="Times New Roman"/>
              </a:rPr>
              <a:t>Question</a:t>
            </a:r>
            <a:r>
              <a:rPr lang="en-US" dirty="0">
                <a:latin typeface="Times New Roman"/>
                <a:ea typeface="Times New Roman"/>
                <a:cs typeface="Times New Roman"/>
                <a:sym typeface="Times New Roman"/>
              </a:rPr>
              <a:t>:  A shopkeeper professes to sell his goods at its CP, But he uses 800 gm. In place of 1 kg. Find his profit percent.</a:t>
            </a:r>
            <a:endParaRPr dirty="0">
              <a:latin typeface="Times New Roman"/>
              <a:ea typeface="Times New Roman"/>
              <a:cs typeface="Times New Roman"/>
              <a:sym typeface="Times New Roman"/>
            </a:endParaRPr>
          </a:p>
          <a:p>
            <a:pPr marL="0" lvl="0" indent="0" algn="just" rtl="0">
              <a:spcBef>
                <a:spcPts val="480"/>
              </a:spcBef>
              <a:spcAft>
                <a:spcPts val="0"/>
              </a:spcAft>
              <a:buClr>
                <a:schemeClr val="dk1"/>
              </a:buClr>
              <a:buSzPts val="2400"/>
              <a:buFont typeface="Noto Sans Symbols"/>
              <a:buNone/>
            </a:pP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[A] 25%</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[B] 20%</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[C] 33.33%</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[D] 40%</a:t>
            </a:r>
            <a:endParaRPr dirty="0">
              <a:latin typeface="Times New Roman"/>
              <a:ea typeface="Times New Roman"/>
              <a:cs typeface="Times New Roman"/>
              <a:sym typeface="Times New Roman"/>
            </a:endParaRPr>
          </a:p>
          <a:p>
            <a:pPr marL="0" lvl="0" indent="0" algn="just" rtl="0">
              <a:spcBef>
                <a:spcPts val="480"/>
              </a:spcBef>
              <a:spcAft>
                <a:spcPts val="0"/>
              </a:spcAft>
              <a:buClr>
                <a:schemeClr val="dk1"/>
              </a:buClr>
              <a:buSzPts val="2400"/>
              <a:buFont typeface="Noto Sans Symbols"/>
              <a:buNone/>
            </a:pPr>
            <a:endParaRPr dirty="0">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13"/>
          <p:cNvSpPr txBox="1">
            <a:spLocks noGrp="1"/>
          </p:cNvSpPr>
          <p:nvPr>
            <p:ph type="body" idx="1"/>
          </p:nvPr>
        </p:nvSpPr>
        <p:spPr>
          <a:xfrm>
            <a:off x="227765" y="185286"/>
            <a:ext cx="8723730" cy="4495800"/>
          </a:xfrm>
          <a:prstGeom prst="rect">
            <a:avLst/>
          </a:prstGeom>
          <a:noFill/>
          <a:ln>
            <a:noFill/>
          </a:ln>
        </p:spPr>
        <p:txBody>
          <a:bodyPr spcFirstLastPara="1" wrap="square" lIns="91425" tIns="45700" rIns="91425" bIns="45700" anchor="t" anchorCtr="0">
            <a:normAutofit lnSpcReduction="10000"/>
          </a:bodyPr>
          <a:lstStyle/>
          <a:p>
            <a:pPr marL="0" lvl="0" indent="0" algn="l" rtl="0">
              <a:spcBef>
                <a:spcPts val="0"/>
              </a:spcBef>
              <a:spcAft>
                <a:spcPts val="0"/>
              </a:spcAft>
              <a:buClr>
                <a:schemeClr val="dk1"/>
              </a:buClr>
              <a:buSzPts val="2400"/>
              <a:buFont typeface="Noto Sans Symbols"/>
              <a:buNone/>
            </a:pPr>
            <a:endParaRPr lang="en-US" dirty="0" smtClean="0">
              <a:latin typeface="Times New Roman"/>
              <a:ea typeface="Times New Roman"/>
              <a:cs typeface="Times New Roman"/>
              <a:sym typeface="Times New Roman"/>
            </a:endParaRPr>
          </a:p>
          <a:p>
            <a:pPr marL="0" lvl="0" indent="0" algn="l" rtl="0">
              <a:spcBef>
                <a:spcPts val="0"/>
              </a:spcBef>
              <a:spcAft>
                <a:spcPts val="0"/>
              </a:spcAft>
              <a:buClr>
                <a:schemeClr val="dk1"/>
              </a:buClr>
              <a:buSzPts val="2400"/>
              <a:buFont typeface="Noto Sans Symbols"/>
              <a:buNone/>
            </a:pPr>
            <a:endParaRPr lang="en-US" dirty="0">
              <a:latin typeface="Times New Roman"/>
              <a:ea typeface="Times New Roman"/>
              <a:cs typeface="Times New Roman"/>
              <a:sym typeface="Times New Roman"/>
            </a:endParaRPr>
          </a:p>
          <a:p>
            <a:pPr marL="0" lvl="0" indent="0" algn="l" rtl="0">
              <a:spcBef>
                <a:spcPts val="0"/>
              </a:spcBef>
              <a:spcAft>
                <a:spcPts val="0"/>
              </a:spcAft>
              <a:buClr>
                <a:schemeClr val="dk1"/>
              </a:buClr>
              <a:buSzPts val="2400"/>
              <a:buFont typeface="Noto Sans Symbols"/>
              <a:buNone/>
            </a:pPr>
            <a:endParaRPr lang="en-US" dirty="0" smtClean="0">
              <a:latin typeface="Times New Roman"/>
              <a:ea typeface="Times New Roman"/>
              <a:cs typeface="Times New Roman"/>
              <a:sym typeface="Times New Roman"/>
            </a:endParaRPr>
          </a:p>
          <a:p>
            <a:pPr marL="0" lvl="0" indent="0" algn="l" rtl="0">
              <a:spcBef>
                <a:spcPts val="0"/>
              </a:spcBef>
              <a:spcAft>
                <a:spcPts val="0"/>
              </a:spcAft>
              <a:buClr>
                <a:schemeClr val="dk1"/>
              </a:buClr>
              <a:buSzPts val="2400"/>
              <a:buFont typeface="Noto Sans Symbols"/>
              <a:buNone/>
            </a:pPr>
            <a:r>
              <a:rPr lang="en-US" dirty="0" smtClean="0">
                <a:latin typeface="Times New Roman"/>
                <a:ea typeface="Times New Roman"/>
                <a:cs typeface="Times New Roman"/>
                <a:sym typeface="Times New Roman"/>
              </a:rPr>
              <a:t>Question</a:t>
            </a:r>
            <a:r>
              <a:rPr lang="en-US" dirty="0">
                <a:latin typeface="Times New Roman"/>
                <a:ea typeface="Times New Roman"/>
                <a:cs typeface="Times New Roman"/>
                <a:sym typeface="Times New Roman"/>
              </a:rPr>
              <a:t>:  A shopkeeper professes to sell his goods at 44% loss, But he uses 30% less weight. Find his profit or loss percent.</a:t>
            </a:r>
            <a:endParaRPr dirty="0">
              <a:latin typeface="Times New Roman"/>
              <a:ea typeface="Times New Roman"/>
              <a:cs typeface="Times New Roman"/>
              <a:sym typeface="Times New Roman"/>
            </a:endParaRPr>
          </a:p>
          <a:p>
            <a:pPr marL="0" lvl="0" indent="0" algn="l" rtl="0">
              <a:spcBef>
                <a:spcPts val="480"/>
              </a:spcBef>
              <a:spcAft>
                <a:spcPts val="0"/>
              </a:spcAft>
              <a:buClr>
                <a:schemeClr val="dk1"/>
              </a:buClr>
              <a:buSzPts val="2400"/>
              <a:buFont typeface="Noto Sans Symbols"/>
              <a:buNone/>
            </a:pPr>
            <a:endParaRPr dirty="0">
              <a:latin typeface="Times New Roman"/>
              <a:ea typeface="Times New Roman"/>
              <a:cs typeface="Times New Roman"/>
              <a:sym typeface="Times New Roman"/>
            </a:endParaRPr>
          </a:p>
          <a:p>
            <a:pPr marL="0" lvl="0" indent="0" algn="l"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[A] 20% profit</a:t>
            </a:r>
            <a:endParaRPr dirty="0">
              <a:latin typeface="Times New Roman"/>
              <a:ea typeface="Times New Roman"/>
              <a:cs typeface="Times New Roman"/>
              <a:sym typeface="Times New Roman"/>
            </a:endParaRPr>
          </a:p>
          <a:p>
            <a:pPr marL="0" lvl="0" indent="0" algn="l"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[B] 25% profit</a:t>
            </a:r>
            <a:endParaRPr dirty="0">
              <a:latin typeface="Times New Roman"/>
              <a:ea typeface="Times New Roman"/>
              <a:cs typeface="Times New Roman"/>
              <a:sym typeface="Times New Roman"/>
            </a:endParaRPr>
          </a:p>
          <a:p>
            <a:pPr marL="0" lvl="0" indent="0" algn="l"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[C] 25% loss</a:t>
            </a:r>
            <a:endParaRPr dirty="0">
              <a:latin typeface="Times New Roman"/>
              <a:ea typeface="Times New Roman"/>
              <a:cs typeface="Times New Roman"/>
              <a:sym typeface="Times New Roman"/>
            </a:endParaRPr>
          </a:p>
          <a:p>
            <a:pPr marL="0" lvl="0" indent="0" algn="l"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[D] 20% loss</a:t>
            </a:r>
            <a:endParaRPr dirty="0">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g322ce9e19c1_1_0"/>
          <p:cNvSpPr txBox="1">
            <a:spLocks noGrp="1"/>
          </p:cNvSpPr>
          <p:nvPr>
            <p:ph type="body" idx="1"/>
          </p:nvPr>
        </p:nvSpPr>
        <p:spPr>
          <a:xfrm>
            <a:off x="457200" y="485524"/>
            <a:ext cx="8229600" cy="5640900"/>
          </a:xfrm>
          <a:prstGeom prst="rect">
            <a:avLst/>
          </a:prstGeom>
        </p:spPr>
        <p:txBody>
          <a:bodyPr spcFirstLastPara="1" wrap="square" lIns="91425" tIns="45700" rIns="91425" bIns="45700" anchor="t" anchorCtr="0">
            <a:normAutofit/>
          </a:bodyPr>
          <a:lstStyle/>
          <a:p>
            <a:pPr marL="0" lvl="0" indent="0" algn="l" rtl="0">
              <a:spcBef>
                <a:spcPts val="360"/>
              </a:spcBef>
              <a:spcAft>
                <a:spcPts val="0"/>
              </a:spcAft>
              <a:buNone/>
            </a:pPr>
            <a:endParaRPr lang="en-US" dirty="0" smtClean="0">
              <a:highlight>
                <a:srgbClr val="FFFFFF"/>
              </a:highlight>
              <a:latin typeface="Times New Roman"/>
              <a:ea typeface="Times New Roman"/>
              <a:cs typeface="Times New Roman"/>
              <a:sym typeface="Times New Roman"/>
            </a:endParaRPr>
          </a:p>
          <a:p>
            <a:pPr marL="0" lvl="0" indent="0" algn="l" rtl="0">
              <a:spcBef>
                <a:spcPts val="360"/>
              </a:spcBef>
              <a:spcAft>
                <a:spcPts val="0"/>
              </a:spcAft>
              <a:buNone/>
            </a:pPr>
            <a:endParaRPr lang="en-US" dirty="0">
              <a:highlight>
                <a:srgbClr val="FFFFFF"/>
              </a:highlight>
              <a:latin typeface="Times New Roman"/>
              <a:ea typeface="Times New Roman"/>
              <a:cs typeface="Times New Roman"/>
              <a:sym typeface="Times New Roman"/>
            </a:endParaRPr>
          </a:p>
          <a:p>
            <a:pPr marL="0" lvl="0" indent="0" algn="l" rtl="0">
              <a:spcBef>
                <a:spcPts val="360"/>
              </a:spcBef>
              <a:spcAft>
                <a:spcPts val="0"/>
              </a:spcAft>
              <a:buNone/>
            </a:pPr>
            <a:r>
              <a:rPr lang="en-US" dirty="0" smtClean="0">
                <a:highlight>
                  <a:srgbClr val="FFFFFF"/>
                </a:highlight>
                <a:latin typeface="Times New Roman"/>
                <a:ea typeface="Times New Roman"/>
                <a:cs typeface="Times New Roman"/>
                <a:sym typeface="Times New Roman"/>
              </a:rPr>
              <a:t>Question</a:t>
            </a:r>
            <a:r>
              <a:rPr lang="en-US" dirty="0">
                <a:highlight>
                  <a:srgbClr val="FFFFFF"/>
                </a:highlight>
                <a:latin typeface="Times New Roman"/>
                <a:ea typeface="Times New Roman"/>
                <a:cs typeface="Times New Roman"/>
                <a:sym typeface="Times New Roman"/>
              </a:rPr>
              <a:t>: A dishonest dealer professes to sell his goods at cost price but uses a weight of 960 </a:t>
            </a:r>
            <a:r>
              <a:rPr lang="en-US" dirty="0" err="1">
                <a:highlight>
                  <a:srgbClr val="FFFFFF"/>
                </a:highlight>
                <a:latin typeface="Times New Roman"/>
                <a:ea typeface="Times New Roman"/>
                <a:cs typeface="Times New Roman"/>
                <a:sym typeface="Times New Roman"/>
              </a:rPr>
              <a:t>gms</a:t>
            </a:r>
            <a:r>
              <a:rPr lang="en-US" dirty="0">
                <a:highlight>
                  <a:srgbClr val="FFFFFF"/>
                </a:highlight>
                <a:latin typeface="Times New Roman"/>
                <a:ea typeface="Times New Roman"/>
                <a:cs typeface="Times New Roman"/>
                <a:sym typeface="Times New Roman"/>
              </a:rPr>
              <a:t> instead of a kg weight. Find the gain of this dishonest person in percent.</a:t>
            </a:r>
            <a:endParaRPr dirty="0">
              <a:highlight>
                <a:srgbClr val="FFFFFF"/>
              </a:highlight>
              <a:latin typeface="Times New Roman"/>
              <a:ea typeface="Times New Roman"/>
              <a:cs typeface="Times New Roman"/>
              <a:sym typeface="Times New Roman"/>
            </a:endParaRPr>
          </a:p>
          <a:p>
            <a:pPr marL="0" lvl="0" indent="0" algn="l" rtl="0">
              <a:spcBef>
                <a:spcPts val="360"/>
              </a:spcBef>
              <a:spcAft>
                <a:spcPts val="0"/>
              </a:spcAft>
              <a:buNone/>
            </a:pPr>
            <a:r>
              <a:rPr lang="en-US" dirty="0">
                <a:highlight>
                  <a:srgbClr val="FFFFFF"/>
                </a:highlight>
                <a:latin typeface="Times New Roman"/>
                <a:ea typeface="Times New Roman"/>
                <a:cs typeface="Times New Roman"/>
                <a:sym typeface="Times New Roman"/>
              </a:rPr>
              <a:t>A) 5(3/4)%                 </a:t>
            </a:r>
            <a:endParaRPr dirty="0">
              <a:highlight>
                <a:srgbClr val="FFFFFF"/>
              </a:highlight>
              <a:latin typeface="Times New Roman"/>
              <a:ea typeface="Times New Roman"/>
              <a:cs typeface="Times New Roman"/>
              <a:sym typeface="Times New Roman"/>
            </a:endParaRPr>
          </a:p>
          <a:p>
            <a:pPr marL="0" lvl="0" indent="0" algn="l" rtl="0">
              <a:spcBef>
                <a:spcPts val="360"/>
              </a:spcBef>
              <a:spcAft>
                <a:spcPts val="0"/>
              </a:spcAft>
              <a:buNone/>
            </a:pPr>
            <a:r>
              <a:rPr lang="en-US" dirty="0">
                <a:highlight>
                  <a:srgbClr val="FFFFFF"/>
                </a:highlight>
                <a:latin typeface="Times New Roman"/>
                <a:ea typeface="Times New Roman"/>
                <a:cs typeface="Times New Roman"/>
                <a:sym typeface="Times New Roman"/>
              </a:rPr>
              <a:t>B) 4.167%                     </a:t>
            </a:r>
            <a:endParaRPr dirty="0">
              <a:highlight>
                <a:srgbClr val="FFFFFF"/>
              </a:highlight>
              <a:latin typeface="Times New Roman"/>
              <a:ea typeface="Times New Roman"/>
              <a:cs typeface="Times New Roman"/>
              <a:sym typeface="Times New Roman"/>
            </a:endParaRPr>
          </a:p>
          <a:p>
            <a:pPr marL="0" lvl="0" indent="0" algn="l" rtl="0">
              <a:spcBef>
                <a:spcPts val="360"/>
              </a:spcBef>
              <a:spcAft>
                <a:spcPts val="0"/>
              </a:spcAft>
              <a:buNone/>
            </a:pPr>
            <a:r>
              <a:rPr lang="en-US" dirty="0">
                <a:highlight>
                  <a:srgbClr val="FFFFFF"/>
                </a:highlight>
                <a:latin typeface="Times New Roman"/>
                <a:ea typeface="Times New Roman"/>
                <a:cs typeface="Times New Roman"/>
                <a:sym typeface="Times New Roman"/>
              </a:rPr>
              <a:t> C) 5(1/6)%                  </a:t>
            </a:r>
            <a:endParaRPr dirty="0">
              <a:highlight>
                <a:srgbClr val="FFFFFF"/>
              </a:highlight>
              <a:latin typeface="Times New Roman"/>
              <a:ea typeface="Times New Roman"/>
              <a:cs typeface="Times New Roman"/>
              <a:sym typeface="Times New Roman"/>
            </a:endParaRPr>
          </a:p>
          <a:p>
            <a:pPr marL="0" lvl="0" indent="0" algn="l" rtl="0">
              <a:spcBef>
                <a:spcPts val="360"/>
              </a:spcBef>
              <a:spcAft>
                <a:spcPts val="0"/>
              </a:spcAft>
              <a:buNone/>
            </a:pPr>
            <a:r>
              <a:rPr lang="en-US" dirty="0">
                <a:highlight>
                  <a:srgbClr val="FFFFFF"/>
                </a:highlight>
                <a:latin typeface="Times New Roman"/>
                <a:ea typeface="Times New Roman"/>
                <a:cs typeface="Times New Roman"/>
                <a:sym typeface="Times New Roman"/>
              </a:rPr>
              <a:t>D) None Of These</a:t>
            </a:r>
            <a:endParaRPr dirty="0">
              <a:highlight>
                <a:srgbClr val="FFFFFF"/>
              </a:highlight>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g322ce9e19c1_1_7"/>
          <p:cNvSpPr txBox="1">
            <a:spLocks noGrp="1"/>
          </p:cNvSpPr>
          <p:nvPr>
            <p:ph type="body" idx="1"/>
          </p:nvPr>
        </p:nvSpPr>
        <p:spPr>
          <a:xfrm>
            <a:off x="457200" y="234681"/>
            <a:ext cx="8229600" cy="4526100"/>
          </a:xfrm>
          <a:prstGeom prst="rect">
            <a:avLst/>
          </a:prstGeom>
        </p:spPr>
        <p:txBody>
          <a:bodyPr spcFirstLastPara="1" wrap="square" lIns="91425" tIns="45700" rIns="91425" bIns="45700" anchor="t" anchorCtr="0">
            <a:normAutofit fontScale="85000" lnSpcReduction="20000"/>
          </a:bodyPr>
          <a:lstStyle/>
          <a:p>
            <a:pPr marL="0" lvl="0" indent="0" algn="l" rtl="0">
              <a:lnSpc>
                <a:spcPct val="148000"/>
              </a:lnSpc>
              <a:spcBef>
                <a:spcPts val="800"/>
              </a:spcBef>
              <a:spcAft>
                <a:spcPts val="0"/>
              </a:spcAft>
              <a:buClr>
                <a:schemeClr val="dk1"/>
              </a:buClr>
              <a:buSzPts val="1100"/>
              <a:buFont typeface="Arial"/>
              <a:buNone/>
            </a:pPr>
            <a:endParaRPr lang="en-US" dirty="0" smtClean="0">
              <a:latin typeface="Times New Roman"/>
              <a:ea typeface="Times New Roman"/>
              <a:cs typeface="Times New Roman"/>
              <a:sym typeface="Times New Roman"/>
            </a:endParaRPr>
          </a:p>
          <a:p>
            <a:pPr marL="0" lvl="0" indent="0" algn="l" rtl="0">
              <a:lnSpc>
                <a:spcPct val="148000"/>
              </a:lnSpc>
              <a:spcBef>
                <a:spcPts val="800"/>
              </a:spcBef>
              <a:spcAft>
                <a:spcPts val="0"/>
              </a:spcAft>
              <a:buClr>
                <a:schemeClr val="dk1"/>
              </a:buClr>
              <a:buSzPts val="1100"/>
              <a:buFont typeface="Arial"/>
              <a:buNone/>
            </a:pPr>
            <a:endParaRPr lang="en-US" dirty="0">
              <a:latin typeface="Times New Roman"/>
              <a:ea typeface="Times New Roman"/>
              <a:cs typeface="Times New Roman"/>
              <a:sym typeface="Times New Roman"/>
            </a:endParaRPr>
          </a:p>
          <a:p>
            <a:pPr marL="0" lvl="0" indent="0" algn="l" rtl="0">
              <a:lnSpc>
                <a:spcPct val="148000"/>
              </a:lnSpc>
              <a:spcBef>
                <a:spcPts val="800"/>
              </a:spcBef>
              <a:spcAft>
                <a:spcPts val="0"/>
              </a:spcAft>
              <a:buClr>
                <a:schemeClr val="dk1"/>
              </a:buClr>
              <a:buSzPts val="1100"/>
              <a:buFont typeface="Arial"/>
              <a:buNone/>
            </a:pPr>
            <a:r>
              <a:rPr lang="en-US" dirty="0" smtClean="0">
                <a:latin typeface="Times New Roman"/>
                <a:ea typeface="Times New Roman"/>
                <a:cs typeface="Times New Roman"/>
                <a:sym typeface="Times New Roman"/>
              </a:rPr>
              <a:t>Question</a:t>
            </a:r>
            <a:r>
              <a:rPr lang="en-US" dirty="0">
                <a:latin typeface="Times New Roman"/>
                <a:ea typeface="Times New Roman"/>
                <a:cs typeface="Times New Roman"/>
                <a:sym typeface="Times New Roman"/>
              </a:rPr>
              <a:t>: A dishonest shopkeeper sells salt at a rate of </a:t>
            </a:r>
            <a:r>
              <a:rPr lang="en-US" dirty="0" err="1">
                <a:latin typeface="Times New Roman"/>
                <a:ea typeface="Times New Roman"/>
                <a:cs typeface="Times New Roman"/>
                <a:sym typeface="Times New Roman"/>
              </a:rPr>
              <a:t>Rs</a:t>
            </a:r>
            <a:r>
              <a:rPr lang="en-US" dirty="0">
                <a:latin typeface="Times New Roman"/>
                <a:ea typeface="Times New Roman"/>
                <a:cs typeface="Times New Roman"/>
                <a:sym typeface="Times New Roman"/>
              </a:rPr>
              <a:t> 18 per kilogram. The MRP of the salt is </a:t>
            </a:r>
            <a:r>
              <a:rPr lang="en-US" dirty="0" err="1">
                <a:latin typeface="Times New Roman"/>
                <a:ea typeface="Times New Roman"/>
                <a:cs typeface="Times New Roman"/>
                <a:sym typeface="Times New Roman"/>
              </a:rPr>
              <a:t>Rs</a:t>
            </a:r>
            <a:r>
              <a:rPr lang="en-US" dirty="0">
                <a:latin typeface="Times New Roman"/>
                <a:ea typeface="Times New Roman"/>
                <a:cs typeface="Times New Roman"/>
                <a:sym typeface="Times New Roman"/>
              </a:rPr>
              <a:t> 15 per kg. As though not satisfied with this, he tries to multiply his profit by removing 200 </a:t>
            </a:r>
            <a:r>
              <a:rPr lang="en-US" dirty="0" err="1">
                <a:latin typeface="Times New Roman"/>
                <a:ea typeface="Times New Roman"/>
                <a:cs typeface="Times New Roman"/>
                <a:sym typeface="Times New Roman"/>
              </a:rPr>
              <a:t>gm</a:t>
            </a:r>
            <a:r>
              <a:rPr lang="en-US" dirty="0">
                <a:latin typeface="Times New Roman"/>
                <a:ea typeface="Times New Roman"/>
                <a:cs typeface="Times New Roman"/>
                <a:sym typeface="Times New Roman"/>
              </a:rPr>
              <a:t> from each packet. What is the shopkeeper’s gain percentage?</a:t>
            </a:r>
            <a:br>
              <a:rPr lang="en-US" dirty="0">
                <a:latin typeface="Times New Roman"/>
                <a:ea typeface="Times New Roman"/>
                <a:cs typeface="Times New Roman"/>
                <a:sym typeface="Times New Roman"/>
              </a:rPr>
            </a:br>
            <a:r>
              <a:rPr lang="en-US" dirty="0">
                <a:latin typeface="Times New Roman"/>
                <a:ea typeface="Times New Roman"/>
                <a:cs typeface="Times New Roman"/>
                <a:sym typeface="Times New Roman"/>
              </a:rPr>
              <a:t>A) 15%                    </a:t>
            </a:r>
            <a:br>
              <a:rPr lang="en-US" dirty="0">
                <a:latin typeface="Times New Roman"/>
                <a:ea typeface="Times New Roman"/>
                <a:cs typeface="Times New Roman"/>
                <a:sym typeface="Times New Roman"/>
              </a:rPr>
            </a:br>
            <a:r>
              <a:rPr lang="en-US" dirty="0">
                <a:latin typeface="Times New Roman"/>
                <a:ea typeface="Times New Roman"/>
                <a:cs typeface="Times New Roman"/>
                <a:sym typeface="Times New Roman"/>
              </a:rPr>
              <a:t>B) 20%                   </a:t>
            </a:r>
            <a:br>
              <a:rPr lang="en-US" dirty="0">
                <a:latin typeface="Times New Roman"/>
                <a:ea typeface="Times New Roman"/>
                <a:cs typeface="Times New Roman"/>
                <a:sym typeface="Times New Roman"/>
              </a:rPr>
            </a:br>
            <a:r>
              <a:rPr lang="en-US" dirty="0">
                <a:latin typeface="Times New Roman"/>
                <a:ea typeface="Times New Roman"/>
                <a:cs typeface="Times New Roman"/>
                <a:sym typeface="Times New Roman"/>
              </a:rPr>
              <a:t>C) 25%                      </a:t>
            </a:r>
            <a:br>
              <a:rPr lang="en-US" dirty="0">
                <a:latin typeface="Times New Roman"/>
                <a:ea typeface="Times New Roman"/>
                <a:cs typeface="Times New Roman"/>
                <a:sym typeface="Times New Roman"/>
              </a:rPr>
            </a:br>
            <a:r>
              <a:rPr lang="en-US" dirty="0">
                <a:latin typeface="Times New Roman"/>
                <a:ea typeface="Times New Roman"/>
                <a:cs typeface="Times New Roman"/>
                <a:sym typeface="Times New Roman"/>
              </a:rPr>
              <a:t>D) 30%</a:t>
            </a:r>
            <a:endParaRPr dirty="0">
              <a:latin typeface="Times New Roman"/>
              <a:ea typeface="Times New Roman"/>
              <a:cs typeface="Times New Roman"/>
              <a:sym typeface="Times New Roman"/>
            </a:endParaRPr>
          </a:p>
          <a:p>
            <a:pPr marL="0" lvl="0" indent="0" algn="l" rtl="0">
              <a:spcBef>
                <a:spcPts val="2300"/>
              </a:spcBef>
              <a:spcAft>
                <a:spcPts val="0"/>
              </a:spcAft>
              <a:buNone/>
            </a:pP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14"/>
          <p:cNvSpPr txBox="1">
            <a:spLocks noGrp="1"/>
          </p:cNvSpPr>
          <p:nvPr>
            <p:ph type="title"/>
          </p:nvPr>
        </p:nvSpPr>
        <p:spPr>
          <a:xfrm>
            <a:off x="457200" y="2628583"/>
            <a:ext cx="822960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Calibri"/>
              <a:buNone/>
            </a:pPr>
            <a:r>
              <a:rPr lang="en-US" sz="4000">
                <a:latin typeface="Times New Roman"/>
                <a:ea typeface="Times New Roman"/>
                <a:cs typeface="Times New Roman"/>
                <a:sym typeface="Times New Roman"/>
              </a:rPr>
              <a:t>Problems on Successive Discount</a:t>
            </a:r>
            <a:endParaRPr sz="4000">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5"/>
          <p:cNvSpPr txBox="1"/>
          <p:nvPr/>
        </p:nvSpPr>
        <p:spPr>
          <a:xfrm>
            <a:off x="243300" y="1044586"/>
            <a:ext cx="8900700" cy="36018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a:solidFill>
                  <a:schemeClr val="dk1"/>
                </a:solidFill>
                <a:latin typeface="Times New Roman"/>
                <a:ea typeface="Times New Roman"/>
                <a:cs typeface="Times New Roman"/>
                <a:sym typeface="Times New Roman"/>
              </a:rPr>
              <a:t>Questions: An item was sold at a price after giving two successive discount of 30% and 50 %. If the selling price of the item was Rs 448, then what was the marked price of the item?</a:t>
            </a:r>
            <a:endParaRPr sz="240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240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a:solidFill>
                  <a:schemeClr val="dk1"/>
                </a:solidFill>
                <a:latin typeface="Times New Roman"/>
                <a:ea typeface="Times New Roman"/>
                <a:cs typeface="Times New Roman"/>
                <a:sym typeface="Times New Roman"/>
              </a:rPr>
              <a:t>[A] 840</a:t>
            </a:r>
            <a:endParaRPr sz="240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a:solidFill>
                  <a:schemeClr val="dk1"/>
                </a:solidFill>
                <a:latin typeface="Times New Roman"/>
                <a:ea typeface="Times New Roman"/>
                <a:cs typeface="Times New Roman"/>
                <a:sym typeface="Times New Roman"/>
              </a:rPr>
              <a:t>[B] 1280</a:t>
            </a:r>
            <a:endParaRPr sz="240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a:solidFill>
                  <a:schemeClr val="dk1"/>
                </a:solidFill>
                <a:latin typeface="Times New Roman"/>
                <a:ea typeface="Times New Roman"/>
                <a:cs typeface="Times New Roman"/>
                <a:sym typeface="Times New Roman"/>
              </a:rPr>
              <a:t>[C] 1140</a:t>
            </a:r>
            <a:endParaRPr sz="240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a:solidFill>
                  <a:schemeClr val="dk1"/>
                </a:solidFill>
                <a:latin typeface="Times New Roman"/>
                <a:ea typeface="Times New Roman"/>
                <a:cs typeface="Times New Roman"/>
                <a:sym typeface="Times New Roman"/>
              </a:rPr>
              <a:t>[D] 1640  </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16"/>
          <p:cNvSpPr txBox="1">
            <a:spLocks noGrp="1"/>
          </p:cNvSpPr>
          <p:nvPr>
            <p:ph type="body" idx="1"/>
          </p:nvPr>
        </p:nvSpPr>
        <p:spPr>
          <a:xfrm>
            <a:off x="0" y="1056956"/>
            <a:ext cx="8903368" cy="4495800"/>
          </a:xfrm>
          <a:prstGeom prst="rect">
            <a:avLst/>
          </a:prstGeom>
          <a:noFill/>
          <a:ln>
            <a:noFill/>
          </a:ln>
        </p:spPr>
        <p:txBody>
          <a:bodyPr spcFirstLastPara="1" wrap="square" lIns="91425" tIns="45700" rIns="91425" bIns="45700" anchor="t" anchorCtr="0">
            <a:normAutofit/>
          </a:bodyPr>
          <a:lstStyle/>
          <a:p>
            <a:pPr marL="0" lvl="0" indent="0" algn="just" rtl="0">
              <a:spcBef>
                <a:spcPts val="0"/>
              </a:spcBef>
              <a:spcAft>
                <a:spcPts val="0"/>
              </a:spcAft>
              <a:buClr>
                <a:schemeClr val="dk1"/>
              </a:buClr>
              <a:buSzPts val="2400"/>
              <a:buFont typeface="Noto Sans Symbols"/>
              <a:buNone/>
            </a:pPr>
            <a:r>
              <a:rPr lang="en-US" dirty="0">
                <a:latin typeface="Times New Roman"/>
                <a:ea typeface="Times New Roman"/>
                <a:cs typeface="Times New Roman"/>
                <a:sym typeface="Times New Roman"/>
              </a:rPr>
              <a:t>Question: Buy 5 articles get 3 articles free. Find discount percent.</a:t>
            </a:r>
            <a:endParaRPr dirty="0">
              <a:latin typeface="Times New Roman"/>
              <a:ea typeface="Times New Roman"/>
              <a:cs typeface="Times New Roman"/>
              <a:sym typeface="Times New Roman"/>
            </a:endParaRPr>
          </a:p>
          <a:p>
            <a:pPr marL="0" lvl="0" indent="0" algn="just" rtl="0">
              <a:spcBef>
                <a:spcPts val="480"/>
              </a:spcBef>
              <a:spcAft>
                <a:spcPts val="0"/>
              </a:spcAft>
              <a:buClr>
                <a:schemeClr val="dk1"/>
              </a:buClr>
              <a:buSzPts val="2400"/>
              <a:buFont typeface="Noto Sans Symbols"/>
              <a:buNone/>
            </a:pP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[A] 33.33%</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[B] 12.5%</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[C] 37.5%</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[D] 60%</a:t>
            </a:r>
            <a:endParaRPr dirty="0">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17"/>
          <p:cNvSpPr txBox="1">
            <a:spLocks noGrp="1"/>
          </p:cNvSpPr>
          <p:nvPr>
            <p:ph type="body" idx="1"/>
          </p:nvPr>
        </p:nvSpPr>
        <p:spPr>
          <a:xfrm>
            <a:off x="179638" y="1181646"/>
            <a:ext cx="8810358" cy="4495800"/>
          </a:xfrm>
          <a:prstGeom prst="rect">
            <a:avLst/>
          </a:prstGeom>
          <a:noFill/>
          <a:ln>
            <a:noFill/>
          </a:ln>
        </p:spPr>
        <p:txBody>
          <a:bodyPr spcFirstLastPara="1" wrap="square" lIns="91425" tIns="45700" rIns="91425" bIns="45700" anchor="t" anchorCtr="0">
            <a:normAutofit/>
          </a:bodyPr>
          <a:lstStyle/>
          <a:p>
            <a:pPr marL="0" lvl="0" indent="0" algn="just" rtl="0">
              <a:spcBef>
                <a:spcPts val="0"/>
              </a:spcBef>
              <a:spcAft>
                <a:spcPts val="0"/>
              </a:spcAft>
              <a:buClr>
                <a:schemeClr val="dk1"/>
              </a:buClr>
              <a:buSzPts val="2400"/>
              <a:buFont typeface="Noto Sans Symbols"/>
              <a:buNone/>
            </a:pPr>
            <a:r>
              <a:rPr lang="en-US" dirty="0">
                <a:latin typeface="Times New Roman"/>
                <a:ea typeface="Times New Roman"/>
                <a:cs typeface="Times New Roman"/>
                <a:sym typeface="Times New Roman"/>
              </a:rPr>
              <a:t>Question: A shopkeeper gives 10% discount on an article and earn 20% profit then find his profit percent if he will give 20% discount on the same article.</a:t>
            </a:r>
            <a:endParaRPr dirty="0">
              <a:latin typeface="Times New Roman"/>
              <a:ea typeface="Times New Roman"/>
              <a:cs typeface="Times New Roman"/>
              <a:sym typeface="Times New Roman"/>
            </a:endParaRPr>
          </a:p>
          <a:p>
            <a:pPr marL="0" lvl="0" indent="0" algn="just" rtl="0">
              <a:spcBef>
                <a:spcPts val="480"/>
              </a:spcBef>
              <a:spcAft>
                <a:spcPts val="0"/>
              </a:spcAft>
              <a:buClr>
                <a:schemeClr val="dk1"/>
              </a:buClr>
              <a:buSzPts val="2400"/>
              <a:buFont typeface="Noto Sans Symbols"/>
              <a:buNone/>
            </a:pP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[A] 16.66%</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[B] 5.66%</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[C] 6.66%</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[D] None</a:t>
            </a:r>
            <a:endParaRPr dirty="0">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18"/>
          <p:cNvSpPr txBox="1">
            <a:spLocks noGrp="1"/>
          </p:cNvSpPr>
          <p:nvPr>
            <p:ph type="body" idx="1"/>
          </p:nvPr>
        </p:nvSpPr>
        <p:spPr>
          <a:xfrm>
            <a:off x="0" y="1064248"/>
            <a:ext cx="8800732" cy="4495800"/>
          </a:xfrm>
          <a:prstGeom prst="rect">
            <a:avLst/>
          </a:prstGeom>
          <a:noFill/>
          <a:ln>
            <a:noFill/>
          </a:ln>
        </p:spPr>
        <p:txBody>
          <a:bodyPr spcFirstLastPara="1" wrap="square" lIns="91425" tIns="45700" rIns="91425" bIns="45700" anchor="t" anchorCtr="0">
            <a:normAutofit/>
          </a:bodyPr>
          <a:lstStyle/>
          <a:p>
            <a:pPr marL="0" lvl="0" indent="0" algn="just" rtl="0">
              <a:spcBef>
                <a:spcPts val="0"/>
              </a:spcBef>
              <a:spcAft>
                <a:spcPts val="0"/>
              </a:spcAft>
              <a:buClr>
                <a:schemeClr val="dk1"/>
              </a:buClr>
              <a:buSzPts val="2400"/>
              <a:buFont typeface="Noto Sans Symbols"/>
              <a:buNone/>
            </a:pPr>
            <a:r>
              <a:rPr lang="en-US" dirty="0">
                <a:latin typeface="Times New Roman"/>
                <a:ea typeface="Times New Roman"/>
                <a:cs typeface="Times New Roman"/>
                <a:sym typeface="Times New Roman"/>
              </a:rPr>
              <a:t>Question:  A shopkeeper give 1 article free of every purchase of 15 article and also gives a discount of 4 % and after all that his profit percent is 35%. Find CP:MP.</a:t>
            </a:r>
            <a:endParaRPr dirty="0">
              <a:latin typeface="Times New Roman"/>
              <a:ea typeface="Times New Roman"/>
              <a:cs typeface="Times New Roman"/>
              <a:sym typeface="Times New Roman"/>
            </a:endParaRPr>
          </a:p>
          <a:p>
            <a:pPr marL="0" lvl="0" indent="0" algn="just" rtl="0">
              <a:lnSpc>
                <a:spcPct val="100000"/>
              </a:lnSpc>
              <a:spcBef>
                <a:spcPts val="480"/>
              </a:spcBef>
              <a:spcAft>
                <a:spcPts val="0"/>
              </a:spcAft>
              <a:buClr>
                <a:schemeClr val="dk1"/>
              </a:buClr>
              <a:buSzPts val="2400"/>
              <a:buFont typeface="Noto Sans Symbols"/>
              <a:buNone/>
            </a:pPr>
            <a:endParaRPr dirty="0">
              <a:latin typeface="Times New Roman"/>
              <a:ea typeface="Times New Roman"/>
              <a:cs typeface="Times New Roman"/>
              <a:sym typeface="Times New Roman"/>
            </a:endParaRPr>
          </a:p>
          <a:p>
            <a:pPr marL="0" lvl="0" indent="0" algn="just" rtl="0">
              <a:lnSpc>
                <a:spcPct val="10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[A] 3:2</a:t>
            </a:r>
            <a:endParaRPr dirty="0">
              <a:latin typeface="Times New Roman"/>
              <a:ea typeface="Times New Roman"/>
              <a:cs typeface="Times New Roman"/>
              <a:sym typeface="Times New Roman"/>
            </a:endParaRPr>
          </a:p>
          <a:p>
            <a:pPr marL="0" lvl="0" indent="0" algn="just" rtl="0">
              <a:lnSpc>
                <a:spcPct val="10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[B] 4:5</a:t>
            </a:r>
            <a:endParaRPr dirty="0">
              <a:latin typeface="Times New Roman"/>
              <a:ea typeface="Times New Roman"/>
              <a:cs typeface="Times New Roman"/>
              <a:sym typeface="Times New Roman"/>
            </a:endParaRPr>
          </a:p>
          <a:p>
            <a:pPr marL="0" lvl="0" indent="0" algn="just" rtl="0">
              <a:lnSpc>
                <a:spcPct val="10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[C] 3:4</a:t>
            </a:r>
            <a:endParaRPr dirty="0">
              <a:latin typeface="Times New Roman"/>
              <a:ea typeface="Times New Roman"/>
              <a:cs typeface="Times New Roman"/>
              <a:sym typeface="Times New Roman"/>
            </a:endParaRPr>
          </a:p>
          <a:p>
            <a:pPr marL="0" lvl="0" indent="0" algn="just" rtl="0">
              <a:lnSpc>
                <a:spcPct val="10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[D] 2:3</a:t>
            </a:r>
            <a:endParaRPr dirty="0">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g322ce9e19c1_1_13"/>
          <p:cNvSpPr txBox="1">
            <a:spLocks noGrp="1"/>
          </p:cNvSpPr>
          <p:nvPr>
            <p:ph type="body" idx="1"/>
          </p:nvPr>
        </p:nvSpPr>
        <p:spPr>
          <a:xfrm>
            <a:off x="409286" y="934156"/>
            <a:ext cx="8229600" cy="5565000"/>
          </a:xfrm>
          <a:prstGeom prst="rect">
            <a:avLst/>
          </a:prstGeom>
        </p:spPr>
        <p:txBody>
          <a:bodyPr spcFirstLastPara="1" wrap="square" lIns="91425" tIns="45700" rIns="91425" bIns="45700" anchor="t" anchorCtr="0">
            <a:normAutofit/>
          </a:bodyPr>
          <a:lstStyle/>
          <a:p>
            <a:pPr marL="0" lvl="0" indent="0" algn="just" rtl="0">
              <a:lnSpc>
                <a:spcPct val="100000"/>
              </a:lnSpc>
              <a:spcBef>
                <a:spcPts val="800"/>
              </a:spcBef>
              <a:spcAft>
                <a:spcPts val="0"/>
              </a:spcAft>
              <a:buClr>
                <a:schemeClr val="dk1"/>
              </a:buClr>
              <a:buSzPts val="1100"/>
              <a:buFont typeface="Arial"/>
              <a:buNone/>
            </a:pPr>
            <a:r>
              <a:rPr lang="en-US" dirty="0">
                <a:latin typeface="Times New Roman"/>
                <a:ea typeface="Times New Roman"/>
                <a:cs typeface="Times New Roman"/>
                <a:sym typeface="Times New Roman"/>
              </a:rPr>
              <a:t>Question: A superstore marks its goods by a certain percentage over the past price and then offers a discount of 40%. Using this method, they make 5% profit. Find the percentage by which </a:t>
            </a:r>
            <a:r>
              <a:rPr lang="en-US" dirty="0" smtClean="0">
                <a:latin typeface="Times New Roman"/>
                <a:ea typeface="Times New Roman"/>
                <a:cs typeface="Times New Roman"/>
                <a:sym typeface="Times New Roman"/>
              </a:rPr>
              <a:t>the goods	were	marked	up.             </a:t>
            </a:r>
            <a:r>
              <a:rPr lang="en-US" dirty="0">
                <a:latin typeface="Times New Roman"/>
                <a:ea typeface="Times New Roman"/>
                <a:cs typeface="Times New Roman"/>
                <a:sym typeface="Times New Roman"/>
              </a:rPr>
              <a:t/>
            </a:r>
            <a:br>
              <a:rPr lang="en-US" dirty="0">
                <a:latin typeface="Times New Roman"/>
                <a:ea typeface="Times New Roman"/>
                <a:cs typeface="Times New Roman"/>
                <a:sym typeface="Times New Roman"/>
              </a:rPr>
            </a:br>
            <a:r>
              <a:rPr lang="en-US" dirty="0" smtClean="0">
                <a:latin typeface="Times New Roman"/>
                <a:ea typeface="Times New Roman"/>
                <a:cs typeface="Times New Roman"/>
                <a:sym typeface="Times New Roman"/>
              </a:rPr>
              <a:t>A. 60%</a:t>
            </a:r>
          </a:p>
          <a:p>
            <a:pPr marL="0" lvl="0" indent="0" algn="just" rtl="0">
              <a:lnSpc>
                <a:spcPct val="100000"/>
              </a:lnSpc>
              <a:spcBef>
                <a:spcPts val="800"/>
              </a:spcBef>
              <a:spcAft>
                <a:spcPts val="0"/>
              </a:spcAft>
              <a:buClr>
                <a:schemeClr val="dk1"/>
              </a:buClr>
              <a:buSzPts val="1100"/>
              <a:buFont typeface="Arial"/>
              <a:buNone/>
            </a:pPr>
            <a:r>
              <a:rPr lang="en-US" dirty="0" smtClean="0">
                <a:latin typeface="Times New Roman"/>
                <a:ea typeface="Times New Roman"/>
                <a:cs typeface="Times New Roman"/>
                <a:sym typeface="Times New Roman"/>
              </a:rPr>
              <a:t>B. 70%</a:t>
            </a:r>
          </a:p>
          <a:p>
            <a:pPr marL="0" lvl="0" indent="0" algn="just" rtl="0">
              <a:lnSpc>
                <a:spcPct val="100000"/>
              </a:lnSpc>
              <a:spcBef>
                <a:spcPts val="800"/>
              </a:spcBef>
              <a:spcAft>
                <a:spcPts val="0"/>
              </a:spcAft>
              <a:buClr>
                <a:schemeClr val="dk1"/>
              </a:buClr>
              <a:buSzPts val="1100"/>
              <a:buFont typeface="Arial"/>
              <a:buNone/>
            </a:pPr>
            <a:r>
              <a:rPr lang="en-US" dirty="0" smtClean="0">
                <a:latin typeface="Times New Roman"/>
                <a:ea typeface="Times New Roman"/>
                <a:cs typeface="Times New Roman"/>
                <a:sym typeface="Times New Roman"/>
              </a:rPr>
              <a:t>C. 72%</a:t>
            </a:r>
          </a:p>
          <a:p>
            <a:pPr marL="0" lvl="0" indent="0" algn="just" rtl="0">
              <a:lnSpc>
                <a:spcPct val="100000"/>
              </a:lnSpc>
              <a:spcBef>
                <a:spcPts val="800"/>
              </a:spcBef>
              <a:spcAft>
                <a:spcPts val="0"/>
              </a:spcAft>
              <a:buClr>
                <a:schemeClr val="dk1"/>
              </a:buClr>
              <a:buSzPts val="1100"/>
              <a:buFont typeface="Arial"/>
              <a:buNone/>
            </a:pPr>
            <a:r>
              <a:rPr lang="en-US" dirty="0" smtClean="0">
                <a:latin typeface="Times New Roman"/>
                <a:ea typeface="Times New Roman"/>
                <a:cs typeface="Times New Roman"/>
                <a:sym typeface="Times New Roman"/>
              </a:rPr>
              <a:t>D. 75%</a:t>
            </a:r>
            <a:endParaRPr dirty="0">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g322ce9e19c1_1_13"/>
          <p:cNvSpPr txBox="1">
            <a:spLocks noGrp="1"/>
          </p:cNvSpPr>
          <p:nvPr>
            <p:ph type="body" idx="1"/>
          </p:nvPr>
        </p:nvSpPr>
        <p:spPr>
          <a:xfrm>
            <a:off x="409286" y="934156"/>
            <a:ext cx="8229600" cy="5565000"/>
          </a:xfrm>
          <a:prstGeom prst="rect">
            <a:avLst/>
          </a:prstGeom>
        </p:spPr>
        <p:txBody>
          <a:bodyPr spcFirstLastPara="1" wrap="square" lIns="91425" tIns="45700" rIns="91425" bIns="45700" anchor="t" anchorCtr="0">
            <a:normAutofit/>
          </a:bodyPr>
          <a:lstStyle/>
          <a:p>
            <a:pPr marL="0" lvl="0" indent="0" algn="just">
              <a:spcBef>
                <a:spcPts val="800"/>
              </a:spcBef>
              <a:buSzPts val="1100"/>
              <a:buNone/>
            </a:pPr>
            <a:r>
              <a:rPr lang="en-US" dirty="0">
                <a:latin typeface="Times New Roman"/>
                <a:ea typeface="Times New Roman"/>
                <a:cs typeface="Times New Roman"/>
                <a:sym typeface="Times New Roman"/>
              </a:rPr>
              <a:t>Question: A trader allows a discount of 10% on the market price of the goods. He still manages to make a profit of 17% on the cost price. What will be profit percentage had the trader sold the </a:t>
            </a:r>
            <a:r>
              <a:rPr lang="en-US" dirty="0" smtClean="0">
                <a:latin typeface="Times New Roman"/>
                <a:ea typeface="Times New Roman"/>
                <a:cs typeface="Times New Roman"/>
                <a:sym typeface="Times New Roman"/>
              </a:rPr>
              <a:t>goods	at	the	market	price</a:t>
            </a:r>
            <a:r>
              <a:rPr lang="en-US" dirty="0">
                <a:latin typeface="Times New Roman"/>
                <a:ea typeface="Times New Roman"/>
                <a:cs typeface="Times New Roman"/>
                <a:sym typeface="Times New Roman"/>
              </a:rPr>
              <a:t>?</a:t>
            </a:r>
            <a:br>
              <a:rPr lang="en-US" dirty="0">
                <a:latin typeface="Times New Roman"/>
                <a:ea typeface="Times New Roman"/>
                <a:cs typeface="Times New Roman"/>
                <a:sym typeface="Times New Roman"/>
              </a:rPr>
            </a:br>
            <a:endParaRPr lang="en-US" dirty="0">
              <a:latin typeface="Times New Roman"/>
              <a:ea typeface="Times New Roman"/>
              <a:cs typeface="Times New Roman"/>
              <a:sym typeface="Times New Roman"/>
            </a:endParaRPr>
          </a:p>
          <a:p>
            <a:pPr marL="0" lvl="0" indent="0" algn="just" rtl="0">
              <a:lnSpc>
                <a:spcPct val="100000"/>
              </a:lnSpc>
              <a:spcBef>
                <a:spcPts val="800"/>
              </a:spcBef>
              <a:spcAft>
                <a:spcPts val="0"/>
              </a:spcAft>
              <a:buClr>
                <a:schemeClr val="dk1"/>
              </a:buClr>
              <a:buSzPts val="1100"/>
              <a:buFont typeface="Arial"/>
              <a:buNone/>
            </a:pPr>
            <a:r>
              <a:rPr lang="en-US" dirty="0" smtClean="0">
                <a:latin typeface="Times New Roman"/>
                <a:ea typeface="Times New Roman"/>
                <a:cs typeface="Times New Roman"/>
                <a:sym typeface="Times New Roman"/>
              </a:rPr>
              <a:t/>
            </a:r>
            <a:br>
              <a:rPr lang="en-US" dirty="0" smtClean="0">
                <a:latin typeface="Times New Roman"/>
                <a:ea typeface="Times New Roman"/>
                <a:cs typeface="Times New Roman"/>
                <a:sym typeface="Times New Roman"/>
              </a:rPr>
            </a:br>
            <a:r>
              <a:rPr lang="en-US" dirty="0" smtClean="0">
                <a:latin typeface="Times New Roman"/>
                <a:ea typeface="Times New Roman"/>
                <a:cs typeface="Times New Roman"/>
                <a:sym typeface="Times New Roman"/>
              </a:rPr>
              <a:t>A. 10%</a:t>
            </a:r>
          </a:p>
          <a:p>
            <a:pPr marL="0" lvl="0" indent="0" algn="just" rtl="0">
              <a:lnSpc>
                <a:spcPct val="100000"/>
              </a:lnSpc>
              <a:spcBef>
                <a:spcPts val="800"/>
              </a:spcBef>
              <a:spcAft>
                <a:spcPts val="0"/>
              </a:spcAft>
              <a:buClr>
                <a:schemeClr val="dk1"/>
              </a:buClr>
              <a:buSzPts val="1100"/>
              <a:buFont typeface="Arial"/>
              <a:buNone/>
            </a:pPr>
            <a:r>
              <a:rPr lang="en-US" dirty="0" smtClean="0">
                <a:latin typeface="Times New Roman"/>
                <a:ea typeface="Times New Roman"/>
                <a:cs typeface="Times New Roman"/>
                <a:sym typeface="Times New Roman"/>
              </a:rPr>
              <a:t>B. 20%</a:t>
            </a:r>
          </a:p>
          <a:p>
            <a:pPr marL="0" lvl="0" indent="0" algn="just" rtl="0">
              <a:lnSpc>
                <a:spcPct val="100000"/>
              </a:lnSpc>
              <a:spcBef>
                <a:spcPts val="800"/>
              </a:spcBef>
              <a:spcAft>
                <a:spcPts val="0"/>
              </a:spcAft>
              <a:buClr>
                <a:schemeClr val="dk1"/>
              </a:buClr>
              <a:buSzPts val="1100"/>
              <a:buFont typeface="Arial"/>
              <a:buNone/>
            </a:pPr>
            <a:r>
              <a:rPr lang="en-US" dirty="0" smtClean="0">
                <a:latin typeface="Times New Roman"/>
                <a:ea typeface="Times New Roman"/>
                <a:cs typeface="Times New Roman"/>
                <a:sym typeface="Times New Roman"/>
              </a:rPr>
              <a:t>C. 30%</a:t>
            </a:r>
          </a:p>
          <a:p>
            <a:pPr marL="0" lvl="0" indent="0" algn="just" rtl="0">
              <a:lnSpc>
                <a:spcPct val="100000"/>
              </a:lnSpc>
              <a:spcBef>
                <a:spcPts val="800"/>
              </a:spcBef>
              <a:spcAft>
                <a:spcPts val="0"/>
              </a:spcAft>
              <a:buClr>
                <a:schemeClr val="dk1"/>
              </a:buClr>
              <a:buSzPts val="1100"/>
              <a:buFont typeface="Arial"/>
              <a:buNone/>
            </a:pPr>
            <a:r>
              <a:rPr lang="en-US" dirty="0" smtClean="0">
                <a:latin typeface="Times New Roman"/>
                <a:ea typeface="Times New Roman"/>
                <a:cs typeface="Times New Roman"/>
                <a:sym typeface="Times New Roman"/>
              </a:rPr>
              <a:t>D. 40%</a:t>
            </a:r>
            <a:endParaRPr dirty="0">
              <a:latin typeface="Times New Roman"/>
              <a:ea typeface="Times New Roman"/>
              <a:cs typeface="Times New Roman"/>
              <a:sym typeface="Times New Roman"/>
            </a:endParaRPr>
          </a:p>
        </p:txBody>
      </p:sp>
    </p:spTree>
    <p:extLst>
      <p:ext uri="{BB962C8B-B14F-4D97-AF65-F5344CB8AC3E}">
        <p14:creationId xmlns:p14="http://schemas.microsoft.com/office/powerpoint/2010/main" val="28209227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pic>
        <p:nvPicPr>
          <p:cNvPr id="197" name="Google Shape;197;p22" descr="30 Best Ways to Say Thank You for Your Response | FutureofWorking.com"/>
          <p:cNvPicPr preferRelativeResize="0"/>
          <p:nvPr/>
        </p:nvPicPr>
        <p:blipFill rotWithShape="1">
          <a:blip r:embed="rId3">
            <a:alphaModFix/>
          </a:blip>
          <a:srcRect/>
          <a:stretch/>
        </p:blipFill>
        <p:spPr>
          <a:xfrm>
            <a:off x="317634" y="1357745"/>
            <a:ext cx="8470231" cy="4792798"/>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883</Words>
  <Application>Microsoft Office PowerPoint</Application>
  <PresentationFormat>On-screen Show (4:3)</PresentationFormat>
  <Paragraphs>131</Paragraphs>
  <Slides>23</Slides>
  <Notes>23</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Office Theme</vt:lpstr>
      <vt:lpstr>PowerPoint Presentation</vt:lpstr>
      <vt:lpstr>Contains:</vt:lpstr>
      <vt:lpstr> Number of Articles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Faulty Weights (Dishonest Trader)</vt:lpstr>
      <vt:lpstr>PowerPoint Presentation</vt:lpstr>
      <vt:lpstr>PowerPoint Presentation</vt:lpstr>
      <vt:lpstr>PowerPoint Presentation</vt:lpstr>
      <vt:lpstr>PowerPoint Presentation</vt:lpstr>
      <vt:lpstr>Problems on Successive Discount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md asif</dc:creator>
  <cp:lastModifiedBy>Dell</cp:lastModifiedBy>
  <cp:revision>5</cp:revision>
  <dcterms:created xsi:type="dcterms:W3CDTF">2025-01-04T07:15:21Z</dcterms:created>
  <dcterms:modified xsi:type="dcterms:W3CDTF">2025-01-11T08:43:10Z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0DD172396440A23C8ADD78673BD3496A_42</vt:lpwstr>
  </property>
  <property fmtid="{D5CDD505-2E9C-101B-9397-08002B2CF9AE}" pid="3" name="KSOProductBuildVer">
    <vt:lpwstr>1033-6.10.1.8197</vt:lpwstr>
  </property>
</Properties>
</file>