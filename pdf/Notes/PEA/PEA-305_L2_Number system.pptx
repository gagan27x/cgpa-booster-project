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embeddedFontLst>
    <p:embeddedFont>
      <p:font typeface="Book Antiqua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i8d/qzBFDVBwlmBYH+G+TcM3Bb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9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BookAntiqua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BookAntiqua-italic.fntdata"/><Relationship Id="rId12" Type="http://schemas.openxmlformats.org/officeDocument/2006/relationships/slide" Target="slides/slide7.xml"/><Relationship Id="rId34" Type="http://schemas.openxmlformats.org/officeDocument/2006/relationships/font" Target="fonts/BookAntiqua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BookAntiqua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" type="body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20040" lvl="0" marL="45720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56616" lvl="3" marL="182880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" name="Google Shape;14;p29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9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29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30"/>
          <p:cNvSpPr txBox="1"/>
          <p:nvPr>
            <p:ph type="ctrTitle"/>
          </p:nvPr>
        </p:nvSpPr>
        <p:spPr>
          <a:xfrm>
            <a:off x="722376" y="1820206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4500">
                <a:solidFill>
                  <a:srgbClr val="6393D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" type="subTitle"/>
          </p:nvPr>
        </p:nvSpPr>
        <p:spPr>
          <a:xfrm>
            <a:off x="722376" y="368503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102642"/>
                </a:solidFill>
              </a:defRPr>
            </a:lvl1pPr>
            <a:lvl2pPr lvl="1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25"/>
              </a:spcBef>
              <a:spcAft>
                <a:spcPts val="0"/>
              </a:spcAft>
              <a:buSzPts val="2016"/>
              <a:buNone/>
              <a:defRPr/>
            </a:lvl4pPr>
            <a:lvl5pPr lvl="4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1" name="Google Shape;21;p30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30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/>
          <p:nvPr>
            <p:ph type="title"/>
          </p:nvPr>
        </p:nvSpPr>
        <p:spPr>
          <a:xfrm>
            <a:off x="468344" y="4928616"/>
            <a:ext cx="81838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02642"/>
              </a:buClr>
              <a:buSzPts val="3600"/>
              <a:buFont typeface="Verdana"/>
              <a:buNone/>
              <a:defRPr b="0" sz="3600" cap="none">
                <a:solidFill>
                  <a:srgbClr val="10264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" type="body"/>
          </p:nvPr>
        </p:nvSpPr>
        <p:spPr>
          <a:xfrm>
            <a:off x="468344" y="5624484"/>
            <a:ext cx="8183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18850" spcFirstLastPara="1" rIns="91425" wrap="square" tIns="0">
            <a:noAutofit/>
          </a:bodyPr>
          <a:lstStyle>
            <a:lvl1pPr indent="-228600" lvl="0" marL="457200" marR="36830" algn="l">
              <a:spcBef>
                <a:spcPts val="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345D8D"/>
                </a:solidFill>
              </a:defRPr>
            </a:lvl1pPr>
            <a:lvl2pPr indent="-228600" lvl="1" marL="9144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SzPts val="1568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31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2"/>
          <p:cNvSpPr txBox="1"/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" type="body"/>
          </p:nvPr>
        </p:nvSpPr>
        <p:spPr>
          <a:xfrm>
            <a:off x="514352" y="530352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60680" lvl="0" marL="45720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indent="-368300" lvl="1" marL="9144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indent="-355600" lvl="2" marL="1371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56616" lvl="3" marL="182880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 sz="1800"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2" type="body"/>
          </p:nvPr>
        </p:nvSpPr>
        <p:spPr>
          <a:xfrm>
            <a:off x="4755360" y="530352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60680" lvl="0" marL="45720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indent="-368300" lvl="1" marL="9144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indent="-355600" lvl="2" marL="1371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56616" lvl="3" marL="182880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 sz="1800"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4" name="Google Shape;34;p32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3"/>
          <p:cNvSpPr txBox="1"/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" type="body"/>
          </p:nvPr>
        </p:nvSpPr>
        <p:spPr>
          <a:xfrm>
            <a:off x="607224" y="579438"/>
            <a:ext cx="393192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46300" spcFirstLastPara="1" rIns="91425" wrap="square" tIns="91425">
            <a:no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SzPts val="1792"/>
              <a:buNone/>
              <a:defRPr b="1" sz="1600"/>
            </a:lvl4pPr>
            <a:lvl5pPr indent="-228600" lvl="4" marL="2286000" algn="l"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2" type="body"/>
          </p:nvPr>
        </p:nvSpPr>
        <p:spPr>
          <a:xfrm>
            <a:off x="4652169" y="579438"/>
            <a:ext cx="393192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91425" wrap="square" tIns="91425">
            <a:no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SzPts val="1792"/>
              <a:buNone/>
              <a:defRPr b="1" sz="1600"/>
            </a:lvl4pPr>
            <a:lvl5pPr indent="-228600" lvl="4" marL="2286000" algn="l"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1" name="Google Shape;41;p33"/>
          <p:cNvSpPr txBox="1"/>
          <p:nvPr>
            <p:ph idx="3" type="body"/>
          </p:nvPr>
        </p:nvSpPr>
        <p:spPr>
          <a:xfrm>
            <a:off x="607224" y="1447800"/>
            <a:ext cx="3931920" cy="348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50520" lvl="0" marL="45720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392" lvl="3" marL="1828800" algn="l">
              <a:spcBef>
                <a:spcPts val="225"/>
              </a:spcBef>
              <a:spcAft>
                <a:spcPts val="0"/>
              </a:spcAft>
              <a:buSzPts val="1792"/>
              <a:buChar char="◦"/>
              <a:defRPr sz="1600"/>
            </a:lvl4pPr>
            <a:lvl5pPr indent="-330200" lvl="4" marL="22860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4" type="body"/>
          </p:nvPr>
        </p:nvSpPr>
        <p:spPr>
          <a:xfrm>
            <a:off x="4652169" y="1447800"/>
            <a:ext cx="3931920" cy="348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50520" lvl="0" marL="45720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392" lvl="3" marL="1828800" algn="l">
              <a:spcBef>
                <a:spcPts val="225"/>
              </a:spcBef>
              <a:spcAft>
                <a:spcPts val="0"/>
              </a:spcAft>
              <a:buSzPts val="1792"/>
              <a:buChar char="◦"/>
              <a:defRPr sz="1600"/>
            </a:lvl4pPr>
            <a:lvl5pPr indent="-330200" lvl="4" marL="22860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 txBox="1"/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34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5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" name="Google Shape;53;p35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35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35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6"/>
          <p:cNvSpPr txBox="1"/>
          <p:nvPr>
            <p:ph type="title"/>
          </p:nvPr>
        </p:nvSpPr>
        <p:spPr>
          <a:xfrm>
            <a:off x="5538784" y="53340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Verdana"/>
              <a:buNone/>
              <a:defRPr b="1" sz="22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" type="body"/>
          </p:nvPr>
        </p:nvSpPr>
        <p:spPr>
          <a:xfrm>
            <a:off x="5538847" y="1447802"/>
            <a:ext cx="2971800" cy="420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>
            <a:lvl1pPr indent="-228600" lvl="0" marL="457200" marR="18415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SzPts val="1008"/>
              <a:buNone/>
              <a:defRPr sz="9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5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2" type="body"/>
          </p:nvPr>
        </p:nvSpPr>
        <p:spPr>
          <a:xfrm>
            <a:off x="761372" y="930144"/>
            <a:ext cx="4626159" cy="4724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70840" lvl="0" marL="457200" algn="l">
              <a:spcBef>
                <a:spcPts val="250"/>
              </a:spcBef>
              <a:spcAft>
                <a:spcPts val="0"/>
              </a:spcAft>
              <a:buSzPts val="2240"/>
              <a:buChar char="⚫"/>
              <a:defRPr sz="2800">
                <a:solidFill>
                  <a:schemeClr val="lt1"/>
                </a:solidFill>
              </a:defRPr>
            </a:lvl1pPr>
            <a:lvl2pPr indent="-393700" lvl="1" marL="914400" algn="l">
              <a:spcBef>
                <a:spcPts val="250"/>
              </a:spcBef>
              <a:spcAft>
                <a:spcPts val="0"/>
              </a:spcAft>
              <a:buSzPts val="2600"/>
              <a:buChar char="◦"/>
              <a:defRPr sz="2600">
                <a:solidFill>
                  <a:schemeClr val="lt1"/>
                </a:solidFill>
              </a:defRPr>
            </a:lvl2pPr>
            <a:lvl3pPr indent="-381000" lvl="2" marL="1371600" algn="l">
              <a:spcBef>
                <a:spcPts val="25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chemeClr val="lt1"/>
                </a:solidFill>
              </a:defRPr>
            </a:lvl3pPr>
            <a:lvl4pPr indent="-370839" lvl="3" marL="1828800" algn="l">
              <a:spcBef>
                <a:spcPts val="225"/>
              </a:spcBef>
              <a:spcAft>
                <a:spcPts val="0"/>
              </a:spcAft>
              <a:buSzPts val="2240"/>
              <a:buChar char="◦"/>
              <a:defRPr sz="2000">
                <a:solidFill>
                  <a:schemeClr val="lt1"/>
                </a:solidFill>
              </a:defRPr>
            </a:lvl4pPr>
            <a:lvl5pPr indent="-355600" lvl="4" marL="22860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250"/>
              </a:spcBef>
              <a:spcAft>
                <a:spcPts val="0"/>
              </a:spcAft>
              <a:buSzPts val="1700"/>
              <a:buNone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36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36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7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" name="Google Shape;65;p37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fmla="val 2748" name="adj"/>
            </a:avLst>
          </a:prstGeom>
          <a:solidFill>
            <a:srgbClr val="1C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" name="Google Shape;66;p37"/>
          <p:cNvSpPr txBox="1"/>
          <p:nvPr>
            <p:ph type="title"/>
          </p:nvPr>
        </p:nvSpPr>
        <p:spPr>
          <a:xfrm>
            <a:off x="457200" y="5012056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02642"/>
              </a:buClr>
              <a:buSzPts val="3600"/>
              <a:buFont typeface="Verdana"/>
              <a:buNone/>
              <a:defRPr b="0" sz="3600">
                <a:solidFill>
                  <a:srgbClr val="10264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" type="body"/>
          </p:nvPr>
        </p:nvSpPr>
        <p:spPr>
          <a:xfrm>
            <a:off x="6462712" y="533400"/>
            <a:ext cx="2240280" cy="42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spcBef>
                <a:spcPts val="250"/>
              </a:spcBef>
              <a:spcAft>
                <a:spcPts val="0"/>
              </a:spcAft>
              <a:buSzPts val="1200"/>
              <a:buChar char="◦"/>
              <a:defRPr sz="1200">
                <a:solidFill>
                  <a:srgbClr val="FFFFFF"/>
                </a:solidFill>
              </a:defRPr>
            </a:lvl2pPr>
            <a:lvl3pPr indent="-292100" lvl="2" marL="1371600" algn="l">
              <a:spcBef>
                <a:spcPts val="25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rgbClr val="FFFFFF"/>
                </a:solidFill>
              </a:defRPr>
            </a:lvl3pPr>
            <a:lvl4pPr indent="-292608" lvl="3" marL="1828800" algn="l">
              <a:spcBef>
                <a:spcPts val="225"/>
              </a:spcBef>
              <a:spcAft>
                <a:spcPts val="0"/>
              </a:spcAft>
              <a:buSzPts val="1008"/>
              <a:buChar char="◦"/>
              <a:defRPr sz="900">
                <a:solidFill>
                  <a:srgbClr val="FFFFFF"/>
                </a:solidFill>
              </a:defRPr>
            </a:lvl4pPr>
            <a:lvl5pPr indent="-285750" lvl="4" marL="2286000" algn="l">
              <a:spcBef>
                <a:spcPts val="250"/>
              </a:spcBef>
              <a:spcAft>
                <a:spcPts val="0"/>
              </a:spcAft>
              <a:buSzPts val="900"/>
              <a:buChar char="●"/>
              <a:defRPr sz="900">
                <a:solidFill>
                  <a:srgbClr val="FFFFFF"/>
                </a:solidFill>
              </a:defRPr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8" name="Google Shape;68;p37"/>
          <p:cNvSpPr/>
          <p:nvPr>
            <p:ph idx="2" type="pic"/>
          </p:nvPr>
        </p:nvSpPr>
        <p:spPr>
          <a:xfrm>
            <a:off x="421480" y="435768"/>
            <a:ext cx="5925312" cy="4343400"/>
          </a:xfrm>
          <a:prstGeom prst="snipRoundRect">
            <a:avLst>
              <a:gd fmla="val 1040" name="adj1"/>
              <a:gd fmla="val 0" name="adj2"/>
            </a:avLst>
          </a:prstGeom>
          <a:solidFill>
            <a:srgbClr val="0A192B"/>
          </a:solidFill>
          <a:ln>
            <a:noFill/>
          </a:ln>
        </p:spPr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2500884" y="-1467612"/>
            <a:ext cx="4187952" cy="818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20040" lvl="0" marL="45720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56616" lvl="3" marL="182880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4991101" y="2171704"/>
            <a:ext cx="525779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876300" y="190503"/>
            <a:ext cx="5257801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20040" lvl="0" marL="45720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56616" lvl="3" marL="1828800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indent="-342900" lvl="4" marL="22860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>
            <a:lvl1pPr indent="-370840" lvl="0" marL="457200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b="0" i="0" sz="2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marR="0" rtl="0" algn="l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b="0" i="0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68300" lvl="2" marL="1371600" marR="0" rtl="0" algn="l">
              <a:spcBef>
                <a:spcPts val="250"/>
              </a:spcBef>
              <a:spcAft>
                <a:spcPts val="0"/>
              </a:spcAft>
              <a:buClr>
                <a:srgbClr val="FF3D39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63728" lvl="3" marL="1828800" marR="0" rtl="0" algn="l">
              <a:spcBef>
                <a:spcPts val="225"/>
              </a:spcBef>
              <a:spcAft>
                <a:spcPts val="0"/>
              </a:spcAft>
              <a:buClr>
                <a:srgbClr val="FF3D39"/>
              </a:buClr>
              <a:buSzPts val="2128"/>
              <a:buFont typeface="Verdana"/>
              <a:buChar char="◦"/>
              <a:defRPr b="0" i="0" sz="1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marR="0" rtl="0" algn="l">
              <a:spcBef>
                <a:spcPts val="250"/>
              </a:spcBef>
              <a:spcAft>
                <a:spcPts val="0"/>
              </a:spcAft>
              <a:buClr>
                <a:srgbClr val="BEFF4B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6550" lvl="5" marL="2743200" marR="0" rtl="0" algn="l">
              <a:spcBef>
                <a:spcPts val="250"/>
              </a:spcBef>
              <a:spcAft>
                <a:spcPts val="0"/>
              </a:spcAft>
              <a:buClr>
                <a:srgbClr val="BFFF49"/>
              </a:buClr>
              <a:buSzPts val="1700"/>
              <a:buFont typeface="Verdana"/>
              <a:buChar char="◦"/>
              <a:defRPr b="0" i="0" sz="17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23850" lvl="6" marL="3200400" marR="0" rtl="0" algn="l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23850" lvl="7" marL="3657600" marR="0" rtl="0" algn="l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Verdana"/>
              <a:buChar char="◦"/>
              <a:defRPr b="0" i="0" sz="15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23850" lvl="8" marL="4114800" marR="0" rtl="0" algn="l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6355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6355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b="0" i="0" sz="1000" u="none" cap="none" strike="noStrik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50" y="1341120"/>
            <a:ext cx="7068185" cy="473519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845820" y="870585"/>
            <a:ext cx="6318250" cy="544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 2</a:t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285750" y="692150"/>
            <a:ext cx="80787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285750" y="1557338"/>
            <a:ext cx="8543925" cy="3960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of numbers.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Divisibility rules.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Factorials.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digit calculation.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Factors.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Image result for content images" id="96" name="Google Shape;96;p2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content images" id="97" name="Google Shape;97;p2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content images" id="98" name="Google Shape;98;p2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encrypted-tbn1.gstatic.com/images?q=tbn:ANd9GcQ5ckqowr0ihkP1K54LNvPc-S6lgbGB-unvcrTB6I0Gp4EYMFIN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88426">
            <a:off x="4891088" y="4046538"/>
            <a:ext cx="3255962" cy="235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179388" y="692150"/>
            <a:ext cx="8185150" cy="679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numbers</a:t>
            </a:r>
            <a:endParaRPr b="1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675" y="1697038"/>
            <a:ext cx="824865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168275" y="785813"/>
            <a:ext cx="8364538" cy="6270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94DA"/>
              </a:buClr>
              <a:buSzPct val="100000"/>
              <a:buFont typeface="Times New Roman"/>
              <a:buNone/>
            </a:pP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14313" y="928688"/>
            <a:ext cx="8643937" cy="150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of a decimal number to fraction: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Muntazir\Desktop\1.jpg"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88" y="1643063"/>
            <a:ext cx="6786562" cy="2073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Muntazir\Desktop\2.jpg" id="113" name="Google Shape;113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63" y="3643313"/>
            <a:ext cx="7358062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357188" y="928688"/>
            <a:ext cx="8501062" cy="336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b="1" i="0" lang="en-US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Question.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rational form of the recurring rational 0.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333333333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11/99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1/3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13/30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0" y="785813"/>
            <a:ext cx="8364538" cy="928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94DA"/>
              </a:buClr>
              <a:buSzPct val="100000"/>
              <a:buFont typeface="Times New Roman"/>
              <a:buNone/>
            </a:pP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600" u="none" cap="none" strike="noStrik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22263" y="1052513"/>
            <a:ext cx="8499475" cy="1260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Question.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 37.565656565656…………….</a:t>
            </a: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 P/Q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395605" y="2420620"/>
            <a:ext cx="8279765" cy="3207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"/>
              <a:buNone/>
            </a:pPr>
            <a:r>
              <a:rPr b="0" i="0" lang="en-US" sz="280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  <a:t>A)3719/99</a:t>
            </a:r>
            <a:br>
              <a:rPr b="0" i="0" lang="en-US" sz="180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0" lang="en-US" sz="280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  <a:t>B)3663/90</a:t>
            </a:r>
            <a:br>
              <a:rPr b="0" i="0" lang="en-US" sz="280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0" lang="en-US" sz="280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  <a:t>C)3443/990</a:t>
            </a:r>
            <a:br>
              <a:rPr b="0" i="0" lang="en-US" sz="280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0" lang="en-US" sz="280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  <a:t>D)None of these</a:t>
            </a:r>
            <a:endParaRPr b="0" i="0" sz="2800" u="none">
              <a:solidFill>
                <a:srgbClr val="0C0C0C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214313" y="642938"/>
            <a:ext cx="8185150" cy="679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Divisibility Rules</a:t>
            </a:r>
            <a:endParaRPr b="1" i="0" sz="3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3" y="1566863"/>
            <a:ext cx="8064500" cy="4741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125538"/>
            <a:ext cx="8640763" cy="482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number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9292N is divisible by 2. How many</a:t>
            </a:r>
            <a:b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N can take?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4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5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3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6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should come in place of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5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K5 is divisible by 9?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7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8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9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2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what values of P number 36345472P34 is exactly divisible by 9.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3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6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7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what values of N number 549724N is exactly divisible by 6.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2 &amp; 8 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 &amp; 6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2 &amp; 6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6 &amp; 8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what values of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 99857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 is exactly divisible by 11.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0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3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4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What should come in place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4857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divisible by 88? 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6 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8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2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4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/>
        </p:nvSpPr>
        <p:spPr>
          <a:xfrm>
            <a:off x="142875" y="928688"/>
            <a:ext cx="8786813" cy="5140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ook Antiqua"/>
              <a:buNone/>
            </a:pPr>
            <a:r>
              <a:rPr b="1" i="0" lang="en-US" sz="40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Factorials</a:t>
            </a:r>
            <a:br>
              <a:rPr b="1" i="0" lang="en-US" sz="32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b="1" i="0" lang="en-US" sz="32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Trailing zeros (Number of zeros at the end)</a:t>
            </a:r>
            <a:endParaRPr b="1" i="0" sz="32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1" i="0" sz="32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 Antiqua"/>
              <a:buNone/>
            </a:pPr>
            <a:r>
              <a:rPr b="1" i="0" lang="en-US" sz="32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Concept: </a:t>
            </a:r>
            <a:r>
              <a:rPr b="0" i="0" lang="en-US" sz="32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In multiplication zero can be produced when we have a pair of 2 and 5. So, in order to find no. of zeros at the end, the pair of 2 and 5 need to be counted.</a:t>
            </a:r>
            <a:endParaRPr b="0" i="0" sz="32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 Antiqua"/>
              <a:buNone/>
            </a:pPr>
            <a:r>
              <a:rPr b="0" i="0" lang="en-US" sz="32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Example: 2^3 x 5 x 9 x 8 x 24 x 15 Find number of zeros at the end. </a:t>
            </a:r>
            <a:endParaRPr b="0" i="0" sz="32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/>
        </p:nvSpPr>
        <p:spPr>
          <a:xfrm>
            <a:off x="249238" y="836613"/>
            <a:ext cx="86439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number of trailing zeros in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0!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27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/>
        </p:nvSpPr>
        <p:spPr>
          <a:xfrm>
            <a:off x="214313" y="1000125"/>
            <a:ext cx="8643937" cy="3754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number of trailing zeros in 154!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35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31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34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37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/>
        </p:nvSpPr>
        <p:spPr>
          <a:xfrm>
            <a:off x="214313" y="1000125"/>
            <a:ext cx="86790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number of trailing zero in 100!+200!+300!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24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49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73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None of these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214313" y="765175"/>
            <a:ext cx="8643937" cy="3754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number of trailing zero in 100! X 200!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24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49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73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None of these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>
            <p:ph type="title"/>
          </p:nvPr>
        </p:nvSpPr>
        <p:spPr>
          <a:xfrm>
            <a:off x="395605" y="62103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</a:rPr>
              <a:t>Unit Digits:</a:t>
            </a:r>
            <a:endParaRPr>
              <a:solidFill>
                <a:srgbClr val="0C0C0C"/>
              </a:solidFill>
            </a:endParaRPr>
          </a:p>
        </p:txBody>
      </p:sp>
      <p:sp>
        <p:nvSpPr>
          <p:cNvPr id="197" name="Google Shape;197;p20"/>
          <p:cNvSpPr txBox="1"/>
          <p:nvPr>
            <p:ph idx="1" type="body"/>
          </p:nvPr>
        </p:nvSpPr>
        <p:spPr>
          <a:xfrm>
            <a:off x="502920" y="1901825"/>
            <a:ext cx="8183880" cy="3995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Right most digit of a number is called Unit digit.</a:t>
            </a:r>
            <a:endParaRPr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23190" lvl="0" marL="26543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For e.g. 278 × 623 what will be the unit digit?</a:t>
            </a:r>
            <a:b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8 x 3 = 24</a:t>
            </a:r>
            <a:b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The last digit is 4</a:t>
            </a:r>
            <a:endParaRPr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23190" lvl="0" marL="26543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3190" lvl="0" marL="265430" rtl="0" algn="l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idx="1" type="body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0" lvl="0" marL="265430" rtl="0" algn="l">
              <a:spcBef>
                <a:spcPts val="25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265430" rtl="0" algn="l">
              <a:spcBef>
                <a:spcPts val="25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265430" rtl="0" algn="l">
              <a:spcBef>
                <a:spcPts val="25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265430" rtl="0" algn="l">
              <a:spcBef>
                <a:spcPts val="25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265430" rtl="0" algn="l">
              <a:spcBef>
                <a:spcPts val="25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265430" rtl="0" algn="l"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Digit of higher power numbers </a:t>
            </a:r>
            <a:endParaRPr sz="3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/>
          <p:nvPr/>
        </p:nvSpPr>
        <p:spPr>
          <a:xfrm>
            <a:off x="285750" y="929005"/>
            <a:ext cx="8501380" cy="49714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47" r="-107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80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/>
        </p:nvSpPr>
        <p:spPr>
          <a:xfrm>
            <a:off x="179705" y="908368"/>
            <a:ext cx="8786813" cy="285514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43" l="-103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80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/>
        </p:nvSpPr>
        <p:spPr>
          <a:xfrm>
            <a:off x="142875" y="928688"/>
            <a:ext cx="8786813" cy="28082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336" l="-103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80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/>
        </p:nvSpPr>
        <p:spPr>
          <a:xfrm>
            <a:off x="117475" y="548323"/>
            <a:ext cx="8786813" cy="28082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118" l="-103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80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/>
        </p:nvSpPr>
        <p:spPr>
          <a:xfrm>
            <a:off x="142875" y="764858"/>
            <a:ext cx="8786813" cy="285514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43" l="-103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0" i="0" lang="en-US" sz="1800" u="none"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80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3" y="981075"/>
            <a:ext cx="7883525" cy="4846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pec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2025-01-03T09:47:25Z</dcterms:created>
  <dc:creator>Aditya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CDD194A51F4E114A2F967767DA8FD92E_43</vt:lpwstr>
  </property>
  <property fmtid="{D5CDD505-2E9C-101B-9397-08002B2CF9AE}" pid="3" name="KSOProductBuildVer">
    <vt:lpwstr>1033-6.10.1.8197</vt:lpwstr>
  </property>
</Properties>
</file>