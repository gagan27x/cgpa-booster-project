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Verdana" pitchFamily="34" charset="0"/>
      <p:regular r:id="rId28"/>
      <p:bold r:id="rId29"/>
      <p:italic r:id="rId30"/>
      <p:boldItalic r:id="rId31"/>
    </p:embeddedFont>
    <p:embeddedFont>
      <p:font typeface="Calibri" pitchFamily="34" charset="0"/>
      <p:regular r:id="rId32"/>
      <p:bold r:id="rId33"/>
      <p:italic r:id="rId34"/>
      <p:boldItalic r:id="rId35"/>
    </p:embeddedFont>
    <p:embeddedFont>
      <p:font typeface="Book Antiqua" pitchFamily="18"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hBz7SeaHsB6E2Kp/TNWuxJM6hjq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36511757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1"/>
        <p:cNvGrpSpPr/>
        <p:nvPr/>
      </p:nvGrpSpPr>
      <p:grpSpPr>
        <a:xfrm>
          <a:off x="0" y="0"/>
          <a:ext cx="0" cy="0"/>
          <a:chOff x="0" y="0"/>
          <a:chExt cx="0" cy="0"/>
        </a:xfrm>
      </p:grpSpPr>
      <p:sp>
        <p:nvSpPr>
          <p:cNvPr id="12" name="Google Shape;12;p38"/>
          <p:cNvSpPr txBox="1">
            <a:spLocks noGrp="1"/>
          </p:cNvSpPr>
          <p:nvPr>
            <p:ph type="title"/>
          </p:nvPr>
        </p:nvSpPr>
        <p:spPr>
          <a:xfrm>
            <a:off x="502920" y="4983480"/>
            <a:ext cx="8183880" cy="10515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13" name="Google Shape;13;p38"/>
          <p:cNvSpPr txBox="1">
            <a:spLocks noGrp="1"/>
          </p:cNvSpPr>
          <p:nvPr>
            <p:ph type="body" idx="1"/>
          </p:nvPr>
        </p:nvSpPr>
        <p:spPr>
          <a:xfrm>
            <a:off x="502920" y="530352"/>
            <a:ext cx="8183880" cy="4187952"/>
          </a:xfrm>
          <a:prstGeom prst="rect">
            <a:avLst/>
          </a:prstGeom>
          <a:noFill/>
          <a:ln>
            <a:noFill/>
          </a:ln>
        </p:spPr>
        <p:txBody>
          <a:bodyPr spcFirstLastPara="1" wrap="square" lIns="182875" tIns="91425" rIns="91425" bIns="45700" anchor="t" anchorCtr="0">
            <a:noAutofit/>
          </a:bodyPr>
          <a:lstStyle>
            <a:lvl1pPr marL="457200" lvl="0" indent="-320040" algn="l">
              <a:spcBef>
                <a:spcPts val="250"/>
              </a:spcBef>
              <a:spcAft>
                <a:spcPts val="0"/>
              </a:spcAft>
              <a:buSzPts val="1440"/>
              <a:buChar char="⚫"/>
              <a:defRPr/>
            </a:lvl1pPr>
            <a:lvl2pPr marL="914400" lvl="1" indent="-342900" algn="l">
              <a:spcBef>
                <a:spcPts val="250"/>
              </a:spcBef>
              <a:spcAft>
                <a:spcPts val="0"/>
              </a:spcAft>
              <a:buSzPts val="1800"/>
              <a:buChar char="◦"/>
              <a:defRPr/>
            </a:lvl2pPr>
            <a:lvl3pPr marL="1371600" lvl="2" indent="-342900" algn="l">
              <a:spcBef>
                <a:spcPts val="250"/>
              </a:spcBef>
              <a:spcAft>
                <a:spcPts val="0"/>
              </a:spcAft>
              <a:buSzPts val="1800"/>
              <a:buChar char="●"/>
              <a:defRPr/>
            </a:lvl3pPr>
            <a:lvl4pPr marL="1828800" lvl="3" indent="-356616" algn="l">
              <a:spcBef>
                <a:spcPts val="225"/>
              </a:spcBef>
              <a:spcAft>
                <a:spcPts val="0"/>
              </a:spcAft>
              <a:buSzPts val="2016"/>
              <a:buChar char="◦"/>
              <a:defRPr/>
            </a:lvl4pPr>
            <a:lvl5pPr marL="2286000" lvl="4" indent="-342900" algn="l">
              <a:spcBef>
                <a:spcPts val="250"/>
              </a:spcBef>
              <a:spcAft>
                <a:spcPts val="0"/>
              </a:spcAft>
              <a:buSzPts val="1800"/>
              <a:buChar char="●"/>
              <a:defRPr/>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14" name="Google Shape;14;p38"/>
          <p:cNvSpPr txBox="1">
            <a:spLocks noGrp="1"/>
          </p:cNvSpPr>
          <p:nvPr>
            <p:ph type="dt" idx="10"/>
          </p:nvPr>
        </p:nvSpPr>
        <p:spPr>
          <a:xfrm>
            <a:off x="3776663" y="6111875"/>
            <a:ext cx="2286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15" name="Google Shape;15;p38"/>
          <p:cNvSpPr txBox="1">
            <a:spLocks noGrp="1"/>
          </p:cNvSpPr>
          <p:nvPr>
            <p:ph type="ftr" idx="11"/>
          </p:nvPr>
        </p:nvSpPr>
        <p:spPr>
          <a:xfrm>
            <a:off x="6062663" y="6111875"/>
            <a:ext cx="2286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16" name="Google Shape;16;p38"/>
          <p:cNvSpPr txBox="1">
            <a:spLocks noGrp="1"/>
          </p:cNvSpPr>
          <p:nvPr>
            <p:ph type="sldNum" idx="12"/>
          </p:nvPr>
        </p:nvSpPr>
        <p:spPr>
          <a:xfrm>
            <a:off x="8348663" y="6111875"/>
            <a:ext cx="4572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01415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39"/>
          <p:cNvSpPr/>
          <p:nvPr/>
        </p:nvSpPr>
        <p:spPr>
          <a:xfrm>
            <a:off x="304800" y="328613"/>
            <a:ext cx="8532813" cy="6197600"/>
          </a:xfrm>
          <a:prstGeom prst="roundRect">
            <a:avLst>
              <a:gd name="adj" fmla="val 2081"/>
            </a:avLst>
          </a:prstGeom>
          <a:gradFill>
            <a:gsLst>
              <a:gs pos="0">
                <a:srgbClr val="FFFFFF"/>
              </a:gs>
              <a:gs pos="98000">
                <a:srgbClr val="FFFFFF"/>
              </a:gs>
              <a:gs pos="99055">
                <a:srgbClr val="F6F6F6"/>
              </a:gs>
              <a:gs pos="100000">
                <a:srgbClr val="D8D8D8"/>
              </a:gs>
            </a:gsLst>
            <a:lin ang="5400000" scaled="0"/>
          </a:gradFill>
          <a:ln w="9525" cap="rnd" cmpd="sng">
            <a:solidFill>
              <a:srgbClr val="A2A0A0"/>
            </a:solidFill>
            <a:prstDash val="solid"/>
            <a:round/>
            <a:headEnd type="none" w="sm" len="sm"/>
            <a:tailEnd type="none" w="sm" len="sm"/>
          </a:ln>
          <a:effectLst>
            <a:outerShdw blurRad="76200" dist="50800" dir="54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19" name="Google Shape;19;p39"/>
          <p:cNvSpPr txBox="1">
            <a:spLocks noGrp="1"/>
          </p:cNvSpPr>
          <p:nvPr>
            <p:ph type="ctrTitle"/>
          </p:nvPr>
        </p:nvSpPr>
        <p:spPr>
          <a:xfrm>
            <a:off x="722376" y="1820206"/>
            <a:ext cx="7772400" cy="1828800"/>
          </a:xfrm>
          <a:prstGeom prst="rect">
            <a:avLst/>
          </a:prstGeom>
          <a:noFill/>
          <a:ln>
            <a:noFill/>
          </a:ln>
        </p:spPr>
        <p:txBody>
          <a:bodyPr spcFirstLastPara="1" wrap="square" lIns="45700" tIns="45700" rIns="45700" bIns="45700" anchor="b" anchorCtr="0">
            <a:normAutofit/>
          </a:bodyPr>
          <a:lstStyle>
            <a:lvl1pPr lvl="0" algn="r">
              <a:spcBef>
                <a:spcPts val="0"/>
              </a:spcBef>
              <a:spcAft>
                <a:spcPts val="0"/>
              </a:spcAft>
              <a:buSzPts val="1400"/>
              <a:buNone/>
              <a:defRPr sz="4500" b="1">
                <a:solidFill>
                  <a:srgbClr val="6393D9"/>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20" name="Google Shape;20;p39"/>
          <p:cNvSpPr txBox="1">
            <a:spLocks noGrp="1"/>
          </p:cNvSpPr>
          <p:nvPr>
            <p:ph type="subTitle" idx="1"/>
          </p:nvPr>
        </p:nvSpPr>
        <p:spPr>
          <a:xfrm>
            <a:off x="722376" y="3685032"/>
            <a:ext cx="7772400" cy="914400"/>
          </a:xfrm>
          <a:prstGeom prst="rect">
            <a:avLst/>
          </a:prstGeom>
          <a:noFill/>
          <a:ln>
            <a:noFill/>
          </a:ln>
        </p:spPr>
        <p:txBody>
          <a:bodyPr spcFirstLastPara="1" wrap="square" lIns="182875" tIns="0" rIns="91425" bIns="45700" anchor="t" anchorCtr="0">
            <a:noAutofit/>
          </a:bodyPr>
          <a:lstStyle>
            <a:lvl1pPr lvl="0" algn="r">
              <a:spcBef>
                <a:spcPts val="0"/>
              </a:spcBef>
              <a:spcAft>
                <a:spcPts val="0"/>
              </a:spcAft>
              <a:buSzPts val="1600"/>
              <a:buNone/>
              <a:defRPr sz="2000">
                <a:solidFill>
                  <a:srgbClr val="102642"/>
                </a:solidFill>
              </a:defRPr>
            </a:lvl1pPr>
            <a:lvl2pPr lvl="1" algn="ctr">
              <a:spcBef>
                <a:spcPts val="250"/>
              </a:spcBef>
              <a:spcAft>
                <a:spcPts val="0"/>
              </a:spcAft>
              <a:buSzPts val="1800"/>
              <a:buNone/>
              <a:defRPr/>
            </a:lvl2pPr>
            <a:lvl3pPr lvl="2" algn="ctr">
              <a:spcBef>
                <a:spcPts val="250"/>
              </a:spcBef>
              <a:spcAft>
                <a:spcPts val="0"/>
              </a:spcAft>
              <a:buSzPts val="1800"/>
              <a:buNone/>
              <a:defRPr/>
            </a:lvl3pPr>
            <a:lvl4pPr lvl="3" algn="ctr">
              <a:spcBef>
                <a:spcPts val="225"/>
              </a:spcBef>
              <a:spcAft>
                <a:spcPts val="0"/>
              </a:spcAft>
              <a:buSzPts val="2016"/>
              <a:buNone/>
              <a:defRPr/>
            </a:lvl4pPr>
            <a:lvl5pPr lvl="4" algn="ctr">
              <a:spcBef>
                <a:spcPts val="250"/>
              </a:spcBef>
              <a:spcAft>
                <a:spcPts val="0"/>
              </a:spcAft>
              <a:buSzPts val="1800"/>
              <a:buNone/>
              <a:defRPr/>
            </a:lvl5pPr>
            <a:lvl6pPr lvl="5" algn="ctr">
              <a:spcBef>
                <a:spcPts val="250"/>
              </a:spcBef>
              <a:spcAft>
                <a:spcPts val="0"/>
              </a:spcAft>
              <a:buSzPts val="1800"/>
              <a:buNone/>
              <a:defRPr/>
            </a:lvl6pPr>
            <a:lvl7pPr lvl="6" algn="ctr">
              <a:spcBef>
                <a:spcPts val="255"/>
              </a:spcBef>
              <a:spcAft>
                <a:spcPts val="0"/>
              </a:spcAft>
              <a:buSzPts val="1800"/>
              <a:buNone/>
              <a:defRPr/>
            </a:lvl7pPr>
            <a:lvl8pPr lvl="7" algn="ctr">
              <a:spcBef>
                <a:spcPts val="255"/>
              </a:spcBef>
              <a:spcAft>
                <a:spcPts val="0"/>
              </a:spcAft>
              <a:buSzPts val="1800"/>
              <a:buNone/>
              <a:defRPr/>
            </a:lvl8pPr>
            <a:lvl9pPr lvl="8" algn="ctr">
              <a:spcBef>
                <a:spcPts val="255"/>
              </a:spcBef>
              <a:spcAft>
                <a:spcPts val="0"/>
              </a:spcAft>
              <a:buSzPts val="1800"/>
              <a:buNone/>
              <a:defRPr/>
            </a:lvl9pPr>
          </a:lstStyle>
          <a:p>
            <a:r>
              <a:rPr lang="en-US"/>
              <a:t>Click to edit Master subtitle style</a:t>
            </a:r>
            <a:endParaRPr/>
          </a:p>
        </p:txBody>
      </p:sp>
      <p:sp>
        <p:nvSpPr>
          <p:cNvPr id="21" name="Google Shape;21;p39"/>
          <p:cNvSpPr txBox="1">
            <a:spLocks noGrp="1"/>
          </p:cNvSpPr>
          <p:nvPr>
            <p:ph type="dt" idx="10"/>
          </p:nvPr>
        </p:nvSpPr>
        <p:spPr>
          <a:xfrm>
            <a:off x="3776663" y="6111875"/>
            <a:ext cx="2286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000"/>
              <a:buFont typeface="Verdana"/>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22" name="Google Shape;22;p39"/>
          <p:cNvSpPr txBox="1">
            <a:spLocks noGrp="1"/>
          </p:cNvSpPr>
          <p:nvPr>
            <p:ph type="ftr" idx="11"/>
          </p:nvPr>
        </p:nvSpPr>
        <p:spPr>
          <a:xfrm>
            <a:off x="6062663" y="6111875"/>
            <a:ext cx="2286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000"/>
              <a:buFont typeface="Verdana"/>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23" name="Google Shape;23;p39"/>
          <p:cNvSpPr txBox="1">
            <a:spLocks noGrp="1"/>
          </p:cNvSpPr>
          <p:nvPr>
            <p:ph type="sldNum" idx="12"/>
          </p:nvPr>
        </p:nvSpPr>
        <p:spPr>
          <a:xfrm>
            <a:off x="8348663" y="6111875"/>
            <a:ext cx="4572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1pPr>
            <a:lvl2pPr marL="0" lvl="1"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2pPr>
            <a:lvl3pPr marL="0" lvl="2"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3pPr>
            <a:lvl4pPr marL="0" lvl="3"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4pPr>
            <a:lvl5pPr marL="0" lvl="4"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5pPr>
            <a:lvl6pPr marL="0" lvl="5"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6pPr>
            <a:lvl7pPr marL="0" lvl="6"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7pPr>
            <a:lvl8pPr marL="0" lvl="7"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8pPr>
            <a:lvl9pPr marL="0" lvl="8"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44347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4"/>
        <p:cNvGrpSpPr/>
        <p:nvPr/>
      </p:nvGrpSpPr>
      <p:grpSpPr>
        <a:xfrm>
          <a:off x="0" y="0"/>
          <a:ext cx="0" cy="0"/>
          <a:chOff x="0" y="0"/>
          <a:chExt cx="0" cy="0"/>
        </a:xfrm>
      </p:grpSpPr>
      <p:sp>
        <p:nvSpPr>
          <p:cNvPr id="25" name="Google Shape;25;p40"/>
          <p:cNvSpPr txBox="1">
            <a:spLocks noGrp="1"/>
          </p:cNvSpPr>
          <p:nvPr>
            <p:ph type="title"/>
          </p:nvPr>
        </p:nvSpPr>
        <p:spPr>
          <a:xfrm>
            <a:off x="468344" y="4928616"/>
            <a:ext cx="8183880" cy="676656"/>
          </a:xfrm>
          <a:prstGeom prst="rect">
            <a:avLst/>
          </a:prstGeom>
          <a:noFill/>
          <a:ln>
            <a:noFill/>
          </a:ln>
        </p:spPr>
        <p:txBody>
          <a:bodyPr spcFirstLastPara="1" wrap="square" lIns="91425" tIns="45700" rIns="91425" bIns="0" anchor="b" anchorCtr="0">
            <a:normAutofit/>
          </a:bodyPr>
          <a:lstStyle>
            <a:lvl1pPr lvl="0" algn="l">
              <a:spcBef>
                <a:spcPts val="0"/>
              </a:spcBef>
              <a:spcAft>
                <a:spcPts val="0"/>
              </a:spcAft>
              <a:buClr>
                <a:srgbClr val="102642"/>
              </a:buClr>
              <a:buSzPts val="3600"/>
              <a:buFont typeface="Verdana"/>
              <a:buNone/>
              <a:defRPr sz="3600" b="0" cap="none">
                <a:solidFill>
                  <a:srgbClr val="10264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26" name="Google Shape;26;p40"/>
          <p:cNvSpPr txBox="1">
            <a:spLocks noGrp="1"/>
          </p:cNvSpPr>
          <p:nvPr>
            <p:ph type="body" idx="1"/>
          </p:nvPr>
        </p:nvSpPr>
        <p:spPr>
          <a:xfrm>
            <a:off x="468344" y="5624484"/>
            <a:ext cx="8183880" cy="420624"/>
          </a:xfrm>
          <a:prstGeom prst="rect">
            <a:avLst/>
          </a:prstGeom>
          <a:noFill/>
          <a:ln>
            <a:noFill/>
          </a:ln>
        </p:spPr>
        <p:txBody>
          <a:bodyPr spcFirstLastPara="1" wrap="square" lIns="118850" tIns="0" rIns="91425" bIns="45700" anchor="t" anchorCtr="0">
            <a:noAutofit/>
          </a:bodyPr>
          <a:lstStyle>
            <a:lvl1pPr marL="457200" marR="36830" lvl="0" indent="-228600" algn="l">
              <a:spcBef>
                <a:spcPts val="0"/>
              </a:spcBef>
              <a:spcAft>
                <a:spcPts val="0"/>
              </a:spcAft>
              <a:buSzPts val="1440"/>
              <a:buNone/>
              <a:defRPr sz="1800" b="0">
                <a:solidFill>
                  <a:srgbClr val="345D8D"/>
                </a:solidFill>
              </a:defRPr>
            </a:lvl1pPr>
            <a:lvl2pPr marL="914400" lvl="1" indent="-228600" algn="l">
              <a:spcBef>
                <a:spcPts val="250"/>
              </a:spcBef>
              <a:spcAft>
                <a:spcPts val="0"/>
              </a:spcAft>
              <a:buSzPts val="1800"/>
              <a:buNone/>
              <a:defRPr sz="1800">
                <a:solidFill>
                  <a:schemeClr val="lt1"/>
                </a:solidFill>
              </a:defRPr>
            </a:lvl2pPr>
            <a:lvl3pPr marL="1371600" lvl="2" indent="-228600" algn="l">
              <a:spcBef>
                <a:spcPts val="250"/>
              </a:spcBef>
              <a:spcAft>
                <a:spcPts val="0"/>
              </a:spcAft>
              <a:buSzPts val="1600"/>
              <a:buNone/>
              <a:defRPr sz="1600">
                <a:solidFill>
                  <a:schemeClr val="lt1"/>
                </a:solidFill>
              </a:defRPr>
            </a:lvl3pPr>
            <a:lvl4pPr marL="1828800" lvl="3" indent="-228600" algn="l">
              <a:spcBef>
                <a:spcPts val="225"/>
              </a:spcBef>
              <a:spcAft>
                <a:spcPts val="0"/>
              </a:spcAft>
              <a:buSzPts val="1568"/>
              <a:buNone/>
              <a:defRPr sz="1400">
                <a:solidFill>
                  <a:schemeClr val="lt1"/>
                </a:solidFill>
              </a:defRPr>
            </a:lvl4pPr>
            <a:lvl5pPr marL="2286000" lvl="4" indent="-228600" algn="l">
              <a:spcBef>
                <a:spcPts val="250"/>
              </a:spcBef>
              <a:spcAft>
                <a:spcPts val="0"/>
              </a:spcAft>
              <a:buSzPts val="1400"/>
              <a:buNone/>
              <a:defRPr sz="1400">
                <a:solidFill>
                  <a:schemeClr val="lt1"/>
                </a:solidFill>
              </a:defRPr>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27" name="Google Shape;27;p40"/>
          <p:cNvSpPr txBox="1">
            <a:spLocks noGrp="1"/>
          </p:cNvSpPr>
          <p:nvPr>
            <p:ph type="dt" idx="10"/>
          </p:nvPr>
        </p:nvSpPr>
        <p:spPr>
          <a:xfrm>
            <a:off x="3776663" y="6111875"/>
            <a:ext cx="2286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28" name="Google Shape;28;p40"/>
          <p:cNvSpPr txBox="1">
            <a:spLocks noGrp="1"/>
          </p:cNvSpPr>
          <p:nvPr>
            <p:ph type="ftr" idx="11"/>
          </p:nvPr>
        </p:nvSpPr>
        <p:spPr>
          <a:xfrm>
            <a:off x="6062663" y="6111875"/>
            <a:ext cx="2286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29" name="Google Shape;29;p40"/>
          <p:cNvSpPr txBox="1">
            <a:spLocks noGrp="1"/>
          </p:cNvSpPr>
          <p:nvPr>
            <p:ph type="sldNum" idx="12"/>
          </p:nvPr>
        </p:nvSpPr>
        <p:spPr>
          <a:xfrm>
            <a:off x="8348663" y="6111875"/>
            <a:ext cx="4572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39856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0"/>
        <p:cNvGrpSpPr/>
        <p:nvPr/>
      </p:nvGrpSpPr>
      <p:grpSpPr>
        <a:xfrm>
          <a:off x="0" y="0"/>
          <a:ext cx="0" cy="0"/>
          <a:chOff x="0" y="0"/>
          <a:chExt cx="0" cy="0"/>
        </a:xfrm>
      </p:grpSpPr>
      <p:sp>
        <p:nvSpPr>
          <p:cNvPr id="31" name="Google Shape;31;p41"/>
          <p:cNvSpPr txBox="1">
            <a:spLocks noGrp="1"/>
          </p:cNvSpPr>
          <p:nvPr>
            <p:ph type="title"/>
          </p:nvPr>
        </p:nvSpPr>
        <p:spPr>
          <a:xfrm>
            <a:off x="503238" y="4986338"/>
            <a:ext cx="8183563" cy="10509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32" name="Google Shape;32;p41"/>
          <p:cNvSpPr txBox="1">
            <a:spLocks noGrp="1"/>
          </p:cNvSpPr>
          <p:nvPr>
            <p:ph type="body" idx="1"/>
          </p:nvPr>
        </p:nvSpPr>
        <p:spPr>
          <a:xfrm>
            <a:off x="514352" y="530352"/>
            <a:ext cx="3931920" cy="4389120"/>
          </a:xfrm>
          <a:prstGeom prst="rect">
            <a:avLst/>
          </a:prstGeom>
          <a:noFill/>
          <a:ln>
            <a:noFill/>
          </a:ln>
        </p:spPr>
        <p:txBody>
          <a:bodyPr spcFirstLastPara="1" wrap="square" lIns="182875" tIns="91425" rIns="91425" bIns="45700" anchor="t" anchorCtr="0">
            <a:noAutofit/>
          </a:bodyPr>
          <a:lstStyle>
            <a:lvl1pPr marL="457200" lvl="0" indent="-360680" algn="l">
              <a:spcBef>
                <a:spcPts val="250"/>
              </a:spcBef>
              <a:spcAft>
                <a:spcPts val="0"/>
              </a:spcAft>
              <a:buSzPts val="2080"/>
              <a:buChar char="⚫"/>
              <a:defRPr sz="2600"/>
            </a:lvl1pPr>
            <a:lvl2pPr marL="914400" lvl="1" indent="-368300" algn="l">
              <a:spcBef>
                <a:spcPts val="250"/>
              </a:spcBef>
              <a:spcAft>
                <a:spcPts val="0"/>
              </a:spcAft>
              <a:buSzPts val="2200"/>
              <a:buChar char="◦"/>
              <a:defRPr sz="2200"/>
            </a:lvl2pPr>
            <a:lvl3pPr marL="1371600" lvl="2" indent="-355600" algn="l">
              <a:spcBef>
                <a:spcPts val="250"/>
              </a:spcBef>
              <a:spcAft>
                <a:spcPts val="0"/>
              </a:spcAft>
              <a:buSzPts val="2000"/>
              <a:buChar char="●"/>
              <a:defRPr sz="2000"/>
            </a:lvl3pPr>
            <a:lvl4pPr marL="1828800" lvl="3" indent="-356616" algn="l">
              <a:spcBef>
                <a:spcPts val="225"/>
              </a:spcBef>
              <a:spcAft>
                <a:spcPts val="0"/>
              </a:spcAft>
              <a:buSzPts val="2016"/>
              <a:buChar char="◦"/>
              <a:defRPr sz="1800"/>
            </a:lvl4pPr>
            <a:lvl5pPr marL="2286000" lvl="4" indent="-342900" algn="l">
              <a:spcBef>
                <a:spcPts val="250"/>
              </a:spcBef>
              <a:spcAft>
                <a:spcPts val="0"/>
              </a:spcAft>
              <a:buSzPts val="1800"/>
              <a:buChar char="●"/>
              <a:defRPr sz="1800"/>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33" name="Google Shape;33;p41"/>
          <p:cNvSpPr txBox="1">
            <a:spLocks noGrp="1"/>
          </p:cNvSpPr>
          <p:nvPr>
            <p:ph type="body" idx="2"/>
          </p:nvPr>
        </p:nvSpPr>
        <p:spPr>
          <a:xfrm>
            <a:off x="4755360" y="530352"/>
            <a:ext cx="3931920" cy="4389120"/>
          </a:xfrm>
          <a:prstGeom prst="rect">
            <a:avLst/>
          </a:prstGeom>
          <a:noFill/>
          <a:ln>
            <a:noFill/>
          </a:ln>
        </p:spPr>
        <p:txBody>
          <a:bodyPr spcFirstLastPara="1" wrap="square" lIns="182875" tIns="91425" rIns="91425" bIns="45700" anchor="t" anchorCtr="0">
            <a:noAutofit/>
          </a:bodyPr>
          <a:lstStyle>
            <a:lvl1pPr marL="457200" lvl="0" indent="-360680" algn="l">
              <a:spcBef>
                <a:spcPts val="250"/>
              </a:spcBef>
              <a:spcAft>
                <a:spcPts val="0"/>
              </a:spcAft>
              <a:buSzPts val="2080"/>
              <a:buChar char="⚫"/>
              <a:defRPr sz="2600"/>
            </a:lvl1pPr>
            <a:lvl2pPr marL="914400" lvl="1" indent="-368300" algn="l">
              <a:spcBef>
                <a:spcPts val="250"/>
              </a:spcBef>
              <a:spcAft>
                <a:spcPts val="0"/>
              </a:spcAft>
              <a:buSzPts val="2200"/>
              <a:buChar char="◦"/>
              <a:defRPr sz="2200"/>
            </a:lvl2pPr>
            <a:lvl3pPr marL="1371600" lvl="2" indent="-355600" algn="l">
              <a:spcBef>
                <a:spcPts val="250"/>
              </a:spcBef>
              <a:spcAft>
                <a:spcPts val="0"/>
              </a:spcAft>
              <a:buSzPts val="2000"/>
              <a:buChar char="●"/>
              <a:defRPr sz="2000"/>
            </a:lvl3pPr>
            <a:lvl4pPr marL="1828800" lvl="3" indent="-356616" algn="l">
              <a:spcBef>
                <a:spcPts val="225"/>
              </a:spcBef>
              <a:spcAft>
                <a:spcPts val="0"/>
              </a:spcAft>
              <a:buSzPts val="2016"/>
              <a:buChar char="◦"/>
              <a:defRPr sz="1800"/>
            </a:lvl4pPr>
            <a:lvl5pPr marL="2286000" lvl="4" indent="-342900" algn="l">
              <a:spcBef>
                <a:spcPts val="250"/>
              </a:spcBef>
              <a:spcAft>
                <a:spcPts val="0"/>
              </a:spcAft>
              <a:buSzPts val="1800"/>
              <a:buChar char="●"/>
              <a:defRPr sz="1800"/>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34" name="Google Shape;34;p41"/>
          <p:cNvSpPr txBox="1">
            <a:spLocks noGrp="1"/>
          </p:cNvSpPr>
          <p:nvPr>
            <p:ph type="dt" idx="10"/>
          </p:nvPr>
        </p:nvSpPr>
        <p:spPr>
          <a:xfrm>
            <a:off x="3776663" y="6111875"/>
            <a:ext cx="2286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35" name="Google Shape;35;p41"/>
          <p:cNvSpPr txBox="1">
            <a:spLocks noGrp="1"/>
          </p:cNvSpPr>
          <p:nvPr>
            <p:ph type="ftr" idx="11"/>
          </p:nvPr>
        </p:nvSpPr>
        <p:spPr>
          <a:xfrm>
            <a:off x="6062663" y="6111875"/>
            <a:ext cx="2286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36" name="Google Shape;36;p41"/>
          <p:cNvSpPr txBox="1">
            <a:spLocks noGrp="1"/>
          </p:cNvSpPr>
          <p:nvPr>
            <p:ph type="sldNum" idx="12"/>
          </p:nvPr>
        </p:nvSpPr>
        <p:spPr>
          <a:xfrm>
            <a:off x="8348663" y="6111875"/>
            <a:ext cx="4572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59716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37"/>
        <p:cNvGrpSpPr/>
        <p:nvPr/>
      </p:nvGrpSpPr>
      <p:grpSpPr>
        <a:xfrm>
          <a:off x="0" y="0"/>
          <a:ext cx="0" cy="0"/>
          <a:chOff x="0" y="0"/>
          <a:chExt cx="0" cy="0"/>
        </a:xfrm>
      </p:grpSpPr>
      <p:sp>
        <p:nvSpPr>
          <p:cNvPr id="38" name="Google Shape;38;p42"/>
          <p:cNvSpPr txBox="1">
            <a:spLocks noGrp="1"/>
          </p:cNvSpPr>
          <p:nvPr>
            <p:ph type="title"/>
          </p:nvPr>
        </p:nvSpPr>
        <p:spPr>
          <a:xfrm>
            <a:off x="502920" y="4983480"/>
            <a:ext cx="8183880" cy="10515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39" name="Google Shape;39;p42"/>
          <p:cNvSpPr txBox="1">
            <a:spLocks noGrp="1"/>
          </p:cNvSpPr>
          <p:nvPr>
            <p:ph type="body" idx="1"/>
          </p:nvPr>
        </p:nvSpPr>
        <p:spPr>
          <a:xfrm>
            <a:off x="607224" y="579438"/>
            <a:ext cx="3931920" cy="792162"/>
          </a:xfrm>
          <a:prstGeom prst="rect">
            <a:avLst/>
          </a:prstGeom>
          <a:noFill/>
          <a:ln>
            <a:noFill/>
          </a:ln>
        </p:spPr>
        <p:txBody>
          <a:bodyPr spcFirstLastPara="1" wrap="square" lIns="146300" tIns="91425" rIns="91425" bIns="45700" anchor="ctr" anchorCtr="0">
            <a:noAutofit/>
          </a:bodyPr>
          <a:lstStyle>
            <a:lvl1pPr marL="457200" lvl="0" indent="-228600" algn="l">
              <a:spcBef>
                <a:spcPts val="250"/>
              </a:spcBef>
              <a:spcAft>
                <a:spcPts val="0"/>
              </a:spcAft>
              <a:buSzPts val="1920"/>
              <a:buNone/>
              <a:defRPr sz="2400" b="1">
                <a:solidFill>
                  <a:schemeClr val="lt1"/>
                </a:solidFill>
              </a:defRPr>
            </a:lvl1pPr>
            <a:lvl2pPr marL="914400" lvl="1" indent="-228600" algn="l">
              <a:spcBef>
                <a:spcPts val="250"/>
              </a:spcBef>
              <a:spcAft>
                <a:spcPts val="0"/>
              </a:spcAft>
              <a:buSzPts val="2000"/>
              <a:buNone/>
              <a:defRPr sz="2000" b="1"/>
            </a:lvl2pPr>
            <a:lvl3pPr marL="1371600" lvl="2" indent="-228600" algn="l">
              <a:spcBef>
                <a:spcPts val="250"/>
              </a:spcBef>
              <a:spcAft>
                <a:spcPts val="0"/>
              </a:spcAft>
              <a:buSzPts val="1800"/>
              <a:buNone/>
              <a:defRPr sz="1800" b="1"/>
            </a:lvl3pPr>
            <a:lvl4pPr marL="1828800" lvl="3" indent="-228600" algn="l">
              <a:spcBef>
                <a:spcPts val="225"/>
              </a:spcBef>
              <a:spcAft>
                <a:spcPts val="0"/>
              </a:spcAft>
              <a:buSzPts val="1792"/>
              <a:buNone/>
              <a:defRPr sz="1600" b="1"/>
            </a:lvl4pPr>
            <a:lvl5pPr marL="2286000" lvl="4" indent="-228600" algn="l">
              <a:spcBef>
                <a:spcPts val="250"/>
              </a:spcBef>
              <a:spcAft>
                <a:spcPts val="0"/>
              </a:spcAft>
              <a:buSzPts val="1600"/>
              <a:buNone/>
              <a:defRPr sz="1600" b="1"/>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40" name="Google Shape;40;p42"/>
          <p:cNvSpPr txBox="1">
            <a:spLocks noGrp="1"/>
          </p:cNvSpPr>
          <p:nvPr>
            <p:ph type="body" idx="2"/>
          </p:nvPr>
        </p:nvSpPr>
        <p:spPr>
          <a:xfrm>
            <a:off x="4652169" y="579438"/>
            <a:ext cx="3931920" cy="792162"/>
          </a:xfrm>
          <a:prstGeom prst="rect">
            <a:avLst/>
          </a:prstGeom>
          <a:noFill/>
          <a:ln>
            <a:noFill/>
          </a:ln>
        </p:spPr>
        <p:txBody>
          <a:bodyPr spcFirstLastPara="1" wrap="square" lIns="137150" tIns="91425" rIns="91425" bIns="45700" anchor="ctr" anchorCtr="0">
            <a:noAutofit/>
          </a:bodyPr>
          <a:lstStyle>
            <a:lvl1pPr marL="457200" lvl="0" indent="-228600" algn="l">
              <a:spcBef>
                <a:spcPts val="250"/>
              </a:spcBef>
              <a:spcAft>
                <a:spcPts val="0"/>
              </a:spcAft>
              <a:buSzPts val="1920"/>
              <a:buNone/>
              <a:defRPr sz="2400" b="1">
                <a:solidFill>
                  <a:schemeClr val="lt1"/>
                </a:solidFill>
              </a:defRPr>
            </a:lvl1pPr>
            <a:lvl2pPr marL="914400" lvl="1" indent="-228600" algn="l">
              <a:spcBef>
                <a:spcPts val="250"/>
              </a:spcBef>
              <a:spcAft>
                <a:spcPts val="0"/>
              </a:spcAft>
              <a:buSzPts val="2000"/>
              <a:buNone/>
              <a:defRPr sz="2000" b="1"/>
            </a:lvl2pPr>
            <a:lvl3pPr marL="1371600" lvl="2" indent="-228600" algn="l">
              <a:spcBef>
                <a:spcPts val="250"/>
              </a:spcBef>
              <a:spcAft>
                <a:spcPts val="0"/>
              </a:spcAft>
              <a:buSzPts val="1800"/>
              <a:buNone/>
              <a:defRPr sz="1800" b="1"/>
            </a:lvl3pPr>
            <a:lvl4pPr marL="1828800" lvl="3" indent="-228600" algn="l">
              <a:spcBef>
                <a:spcPts val="225"/>
              </a:spcBef>
              <a:spcAft>
                <a:spcPts val="0"/>
              </a:spcAft>
              <a:buSzPts val="1792"/>
              <a:buNone/>
              <a:defRPr sz="1600" b="1"/>
            </a:lvl4pPr>
            <a:lvl5pPr marL="2286000" lvl="4" indent="-228600" algn="l">
              <a:spcBef>
                <a:spcPts val="250"/>
              </a:spcBef>
              <a:spcAft>
                <a:spcPts val="0"/>
              </a:spcAft>
              <a:buSzPts val="1600"/>
              <a:buNone/>
              <a:defRPr sz="1600" b="1"/>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41" name="Google Shape;41;p42"/>
          <p:cNvSpPr txBox="1">
            <a:spLocks noGrp="1"/>
          </p:cNvSpPr>
          <p:nvPr>
            <p:ph type="body" idx="3"/>
          </p:nvPr>
        </p:nvSpPr>
        <p:spPr>
          <a:xfrm>
            <a:off x="607224" y="1447800"/>
            <a:ext cx="3931920" cy="3489960"/>
          </a:xfrm>
          <a:prstGeom prst="rect">
            <a:avLst/>
          </a:prstGeom>
          <a:noFill/>
          <a:ln>
            <a:noFill/>
          </a:ln>
        </p:spPr>
        <p:txBody>
          <a:bodyPr spcFirstLastPara="1" wrap="square" lIns="182875" tIns="91425" rIns="91425" bIns="45700" anchor="t" anchorCtr="0">
            <a:noAutofit/>
          </a:bodyPr>
          <a:lstStyle>
            <a:lvl1pPr marL="457200" lvl="0" indent="-350520" algn="l">
              <a:spcBef>
                <a:spcPts val="250"/>
              </a:spcBef>
              <a:spcAft>
                <a:spcPts val="0"/>
              </a:spcAft>
              <a:buSzPts val="1920"/>
              <a:buChar char="⚫"/>
              <a:defRPr sz="2400"/>
            </a:lvl1pPr>
            <a:lvl2pPr marL="914400" lvl="1" indent="-355600" algn="l">
              <a:spcBef>
                <a:spcPts val="250"/>
              </a:spcBef>
              <a:spcAft>
                <a:spcPts val="0"/>
              </a:spcAft>
              <a:buSzPts val="2000"/>
              <a:buChar char="◦"/>
              <a:defRPr sz="2000"/>
            </a:lvl2pPr>
            <a:lvl3pPr marL="1371600" lvl="2" indent="-342900" algn="l">
              <a:spcBef>
                <a:spcPts val="250"/>
              </a:spcBef>
              <a:spcAft>
                <a:spcPts val="0"/>
              </a:spcAft>
              <a:buSzPts val="1800"/>
              <a:buChar char="●"/>
              <a:defRPr sz="1800"/>
            </a:lvl3pPr>
            <a:lvl4pPr marL="1828800" lvl="3" indent="-342392" algn="l">
              <a:spcBef>
                <a:spcPts val="225"/>
              </a:spcBef>
              <a:spcAft>
                <a:spcPts val="0"/>
              </a:spcAft>
              <a:buSzPts val="1792"/>
              <a:buChar char="◦"/>
              <a:defRPr sz="1600"/>
            </a:lvl4pPr>
            <a:lvl5pPr marL="2286000" lvl="4" indent="-330200" algn="l">
              <a:spcBef>
                <a:spcPts val="250"/>
              </a:spcBef>
              <a:spcAft>
                <a:spcPts val="0"/>
              </a:spcAft>
              <a:buSzPts val="1600"/>
              <a:buChar char="●"/>
              <a:defRPr sz="1600"/>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42" name="Google Shape;42;p42"/>
          <p:cNvSpPr txBox="1">
            <a:spLocks noGrp="1"/>
          </p:cNvSpPr>
          <p:nvPr>
            <p:ph type="body" idx="4"/>
          </p:nvPr>
        </p:nvSpPr>
        <p:spPr>
          <a:xfrm>
            <a:off x="4652169" y="1447800"/>
            <a:ext cx="3931920" cy="3489960"/>
          </a:xfrm>
          <a:prstGeom prst="rect">
            <a:avLst/>
          </a:prstGeom>
          <a:noFill/>
          <a:ln>
            <a:noFill/>
          </a:ln>
        </p:spPr>
        <p:txBody>
          <a:bodyPr spcFirstLastPara="1" wrap="square" lIns="182875" tIns="91425" rIns="91425" bIns="45700" anchor="t" anchorCtr="0">
            <a:noAutofit/>
          </a:bodyPr>
          <a:lstStyle>
            <a:lvl1pPr marL="457200" lvl="0" indent="-350520" algn="l">
              <a:spcBef>
                <a:spcPts val="250"/>
              </a:spcBef>
              <a:spcAft>
                <a:spcPts val="0"/>
              </a:spcAft>
              <a:buSzPts val="1920"/>
              <a:buChar char="⚫"/>
              <a:defRPr sz="2400"/>
            </a:lvl1pPr>
            <a:lvl2pPr marL="914400" lvl="1" indent="-355600" algn="l">
              <a:spcBef>
                <a:spcPts val="250"/>
              </a:spcBef>
              <a:spcAft>
                <a:spcPts val="0"/>
              </a:spcAft>
              <a:buSzPts val="2000"/>
              <a:buChar char="◦"/>
              <a:defRPr sz="2000"/>
            </a:lvl2pPr>
            <a:lvl3pPr marL="1371600" lvl="2" indent="-342900" algn="l">
              <a:spcBef>
                <a:spcPts val="250"/>
              </a:spcBef>
              <a:spcAft>
                <a:spcPts val="0"/>
              </a:spcAft>
              <a:buSzPts val="1800"/>
              <a:buChar char="●"/>
              <a:defRPr sz="1800"/>
            </a:lvl3pPr>
            <a:lvl4pPr marL="1828800" lvl="3" indent="-342392" algn="l">
              <a:spcBef>
                <a:spcPts val="225"/>
              </a:spcBef>
              <a:spcAft>
                <a:spcPts val="0"/>
              </a:spcAft>
              <a:buSzPts val="1792"/>
              <a:buChar char="◦"/>
              <a:defRPr sz="1600"/>
            </a:lvl4pPr>
            <a:lvl5pPr marL="2286000" lvl="4" indent="-330200" algn="l">
              <a:spcBef>
                <a:spcPts val="250"/>
              </a:spcBef>
              <a:spcAft>
                <a:spcPts val="0"/>
              </a:spcAft>
              <a:buSzPts val="1600"/>
              <a:buChar char="●"/>
              <a:defRPr sz="1600"/>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43" name="Google Shape;43;p42"/>
          <p:cNvSpPr txBox="1">
            <a:spLocks noGrp="1"/>
          </p:cNvSpPr>
          <p:nvPr>
            <p:ph type="dt" idx="10"/>
          </p:nvPr>
        </p:nvSpPr>
        <p:spPr>
          <a:xfrm>
            <a:off x="3776663" y="6111875"/>
            <a:ext cx="2286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44" name="Google Shape;44;p42"/>
          <p:cNvSpPr txBox="1">
            <a:spLocks noGrp="1"/>
          </p:cNvSpPr>
          <p:nvPr>
            <p:ph type="ftr" idx="11"/>
          </p:nvPr>
        </p:nvSpPr>
        <p:spPr>
          <a:xfrm>
            <a:off x="6062663" y="6111875"/>
            <a:ext cx="2286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45" name="Google Shape;45;p42"/>
          <p:cNvSpPr txBox="1">
            <a:spLocks noGrp="1"/>
          </p:cNvSpPr>
          <p:nvPr>
            <p:ph type="sldNum" idx="12"/>
          </p:nvPr>
        </p:nvSpPr>
        <p:spPr>
          <a:xfrm>
            <a:off x="8348663" y="6111875"/>
            <a:ext cx="4572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52815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6"/>
        <p:cNvGrpSpPr/>
        <p:nvPr/>
      </p:nvGrpSpPr>
      <p:grpSpPr>
        <a:xfrm>
          <a:off x="0" y="0"/>
          <a:ext cx="0" cy="0"/>
          <a:chOff x="0" y="0"/>
          <a:chExt cx="0" cy="0"/>
        </a:xfrm>
      </p:grpSpPr>
      <p:sp>
        <p:nvSpPr>
          <p:cNvPr id="47" name="Google Shape;47;p43"/>
          <p:cNvSpPr txBox="1">
            <a:spLocks noGrp="1"/>
          </p:cNvSpPr>
          <p:nvPr>
            <p:ph type="title"/>
          </p:nvPr>
        </p:nvSpPr>
        <p:spPr>
          <a:xfrm>
            <a:off x="503238" y="4986338"/>
            <a:ext cx="8183563" cy="10509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48" name="Google Shape;48;p43"/>
          <p:cNvSpPr txBox="1">
            <a:spLocks noGrp="1"/>
          </p:cNvSpPr>
          <p:nvPr>
            <p:ph type="dt" idx="10"/>
          </p:nvPr>
        </p:nvSpPr>
        <p:spPr>
          <a:xfrm>
            <a:off x="3776663" y="6111875"/>
            <a:ext cx="2286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49" name="Google Shape;49;p43"/>
          <p:cNvSpPr txBox="1">
            <a:spLocks noGrp="1"/>
          </p:cNvSpPr>
          <p:nvPr>
            <p:ph type="ftr" idx="11"/>
          </p:nvPr>
        </p:nvSpPr>
        <p:spPr>
          <a:xfrm>
            <a:off x="6062663" y="6111875"/>
            <a:ext cx="2286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50" name="Google Shape;50;p43"/>
          <p:cNvSpPr txBox="1">
            <a:spLocks noGrp="1"/>
          </p:cNvSpPr>
          <p:nvPr>
            <p:ph type="sldNum" idx="12"/>
          </p:nvPr>
        </p:nvSpPr>
        <p:spPr>
          <a:xfrm>
            <a:off x="8348663" y="6111875"/>
            <a:ext cx="4572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98274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51"/>
        <p:cNvGrpSpPr/>
        <p:nvPr/>
      </p:nvGrpSpPr>
      <p:grpSpPr>
        <a:xfrm>
          <a:off x="0" y="0"/>
          <a:ext cx="0" cy="0"/>
          <a:chOff x="0" y="0"/>
          <a:chExt cx="0" cy="0"/>
        </a:xfrm>
      </p:grpSpPr>
      <p:sp>
        <p:nvSpPr>
          <p:cNvPr id="52" name="Google Shape;52;p44"/>
          <p:cNvSpPr/>
          <p:nvPr/>
        </p:nvSpPr>
        <p:spPr>
          <a:xfrm>
            <a:off x="304800" y="328613"/>
            <a:ext cx="8532813" cy="6197600"/>
          </a:xfrm>
          <a:prstGeom prst="roundRect">
            <a:avLst>
              <a:gd name="adj" fmla="val 2081"/>
            </a:avLst>
          </a:prstGeom>
          <a:gradFill>
            <a:gsLst>
              <a:gs pos="0">
                <a:srgbClr val="FFFFFF"/>
              </a:gs>
              <a:gs pos="98000">
                <a:srgbClr val="FFFFFF"/>
              </a:gs>
              <a:gs pos="99055">
                <a:srgbClr val="F6F6F6"/>
              </a:gs>
              <a:gs pos="100000">
                <a:srgbClr val="D8D8D8"/>
              </a:gs>
            </a:gsLst>
            <a:lin ang="5400000" scaled="0"/>
          </a:gradFill>
          <a:ln w="9525" cap="rnd" cmpd="sng">
            <a:solidFill>
              <a:srgbClr val="A2A0A0"/>
            </a:solidFill>
            <a:prstDash val="solid"/>
            <a:round/>
            <a:headEnd type="none" w="sm" len="sm"/>
            <a:tailEnd type="none" w="sm" len="sm"/>
          </a:ln>
          <a:effectLst>
            <a:outerShdw blurRad="76200" dist="50800" dir="54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53" name="Google Shape;53;p44"/>
          <p:cNvSpPr txBox="1">
            <a:spLocks noGrp="1"/>
          </p:cNvSpPr>
          <p:nvPr>
            <p:ph type="dt" idx="10"/>
          </p:nvPr>
        </p:nvSpPr>
        <p:spPr>
          <a:xfrm>
            <a:off x="3776663" y="6111875"/>
            <a:ext cx="2286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000"/>
              <a:buFont typeface="Verdana"/>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54" name="Google Shape;54;p44"/>
          <p:cNvSpPr txBox="1">
            <a:spLocks noGrp="1"/>
          </p:cNvSpPr>
          <p:nvPr>
            <p:ph type="ftr" idx="11"/>
          </p:nvPr>
        </p:nvSpPr>
        <p:spPr>
          <a:xfrm>
            <a:off x="6062663" y="6111875"/>
            <a:ext cx="2286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000"/>
              <a:buFont typeface="Verdana"/>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55" name="Google Shape;55;p44"/>
          <p:cNvSpPr txBox="1">
            <a:spLocks noGrp="1"/>
          </p:cNvSpPr>
          <p:nvPr>
            <p:ph type="sldNum" idx="12"/>
          </p:nvPr>
        </p:nvSpPr>
        <p:spPr>
          <a:xfrm>
            <a:off x="8348663" y="6111875"/>
            <a:ext cx="4572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1pPr>
            <a:lvl2pPr marL="0" lvl="1"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2pPr>
            <a:lvl3pPr marL="0" lvl="2"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3pPr>
            <a:lvl4pPr marL="0" lvl="3"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4pPr>
            <a:lvl5pPr marL="0" lvl="4"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5pPr>
            <a:lvl6pPr marL="0" lvl="5"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6pPr>
            <a:lvl7pPr marL="0" lvl="6"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7pPr>
            <a:lvl8pPr marL="0" lvl="7"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8pPr>
            <a:lvl9pPr marL="0" lvl="8"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87545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6"/>
        <p:cNvGrpSpPr/>
        <p:nvPr/>
      </p:nvGrpSpPr>
      <p:grpSpPr>
        <a:xfrm>
          <a:off x="0" y="0"/>
          <a:ext cx="0" cy="0"/>
          <a:chOff x="0" y="0"/>
          <a:chExt cx="0" cy="0"/>
        </a:xfrm>
      </p:grpSpPr>
      <p:sp>
        <p:nvSpPr>
          <p:cNvPr id="57" name="Google Shape;57;p45"/>
          <p:cNvSpPr txBox="1">
            <a:spLocks noGrp="1"/>
          </p:cNvSpPr>
          <p:nvPr>
            <p:ph type="title"/>
          </p:nvPr>
        </p:nvSpPr>
        <p:spPr>
          <a:xfrm>
            <a:off x="5538784" y="533400"/>
            <a:ext cx="2971800" cy="914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200"/>
              <a:buFont typeface="Verdana"/>
              <a:buNone/>
              <a:defRPr sz="2200" b="1">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58" name="Google Shape;58;p45"/>
          <p:cNvSpPr txBox="1">
            <a:spLocks noGrp="1"/>
          </p:cNvSpPr>
          <p:nvPr>
            <p:ph type="body" idx="1"/>
          </p:nvPr>
        </p:nvSpPr>
        <p:spPr>
          <a:xfrm>
            <a:off x="5538847" y="1447802"/>
            <a:ext cx="2971800" cy="4206112"/>
          </a:xfrm>
          <a:prstGeom prst="rect">
            <a:avLst/>
          </a:prstGeom>
          <a:noFill/>
          <a:ln>
            <a:noFill/>
          </a:ln>
        </p:spPr>
        <p:txBody>
          <a:bodyPr spcFirstLastPara="1" wrap="square" lIns="91425" tIns="91425" rIns="91425" bIns="45700" anchor="t" anchorCtr="0">
            <a:noAutofit/>
          </a:bodyPr>
          <a:lstStyle>
            <a:lvl1pPr marL="457200" marR="18415" lvl="0" indent="-228600" algn="l">
              <a:spcBef>
                <a:spcPts val="0"/>
              </a:spcBef>
              <a:spcAft>
                <a:spcPts val="0"/>
              </a:spcAft>
              <a:buSzPts val="1120"/>
              <a:buNone/>
              <a:defRPr sz="1400">
                <a:solidFill>
                  <a:schemeClr val="lt1"/>
                </a:solidFill>
              </a:defRPr>
            </a:lvl1pPr>
            <a:lvl2pPr marL="914400" lvl="1" indent="-228600" algn="l">
              <a:spcBef>
                <a:spcPts val="250"/>
              </a:spcBef>
              <a:spcAft>
                <a:spcPts val="0"/>
              </a:spcAft>
              <a:buSzPts val="1200"/>
              <a:buNone/>
              <a:defRPr sz="1200">
                <a:solidFill>
                  <a:schemeClr val="lt1"/>
                </a:solidFill>
              </a:defRPr>
            </a:lvl2pPr>
            <a:lvl3pPr marL="1371600" lvl="2" indent="-228600" algn="l">
              <a:spcBef>
                <a:spcPts val="250"/>
              </a:spcBef>
              <a:spcAft>
                <a:spcPts val="0"/>
              </a:spcAft>
              <a:buSzPts val="1000"/>
              <a:buNone/>
              <a:defRPr sz="1000">
                <a:solidFill>
                  <a:schemeClr val="lt1"/>
                </a:solidFill>
              </a:defRPr>
            </a:lvl3pPr>
            <a:lvl4pPr marL="1828800" lvl="3" indent="-228600" algn="l">
              <a:spcBef>
                <a:spcPts val="225"/>
              </a:spcBef>
              <a:spcAft>
                <a:spcPts val="0"/>
              </a:spcAft>
              <a:buSzPts val="1008"/>
              <a:buNone/>
              <a:defRPr sz="900">
                <a:solidFill>
                  <a:schemeClr val="lt1"/>
                </a:solidFill>
              </a:defRPr>
            </a:lvl4pPr>
            <a:lvl5pPr marL="2286000" lvl="4" indent="-228600" algn="l">
              <a:spcBef>
                <a:spcPts val="250"/>
              </a:spcBef>
              <a:spcAft>
                <a:spcPts val="0"/>
              </a:spcAft>
              <a:buSzPts val="900"/>
              <a:buNone/>
              <a:defRPr sz="900">
                <a:solidFill>
                  <a:schemeClr val="lt1"/>
                </a:solidFill>
              </a:defRPr>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59" name="Google Shape;59;p45"/>
          <p:cNvSpPr txBox="1">
            <a:spLocks noGrp="1"/>
          </p:cNvSpPr>
          <p:nvPr>
            <p:ph type="body" idx="2"/>
          </p:nvPr>
        </p:nvSpPr>
        <p:spPr>
          <a:xfrm>
            <a:off x="761372" y="930144"/>
            <a:ext cx="4626159" cy="4724402"/>
          </a:xfrm>
          <a:prstGeom prst="rect">
            <a:avLst/>
          </a:prstGeom>
          <a:noFill/>
          <a:ln>
            <a:noFill/>
          </a:ln>
        </p:spPr>
        <p:txBody>
          <a:bodyPr spcFirstLastPara="1" wrap="square" lIns="182875" tIns="91425" rIns="91425" bIns="45700" anchor="t" anchorCtr="0">
            <a:noAutofit/>
          </a:bodyPr>
          <a:lstStyle>
            <a:lvl1pPr marL="457200" lvl="0" indent="-370840" algn="l">
              <a:spcBef>
                <a:spcPts val="250"/>
              </a:spcBef>
              <a:spcAft>
                <a:spcPts val="0"/>
              </a:spcAft>
              <a:buSzPts val="2240"/>
              <a:buChar char="⚫"/>
              <a:defRPr sz="2800">
                <a:solidFill>
                  <a:schemeClr val="lt1"/>
                </a:solidFill>
              </a:defRPr>
            </a:lvl1pPr>
            <a:lvl2pPr marL="914400" lvl="1" indent="-393700" algn="l">
              <a:spcBef>
                <a:spcPts val="250"/>
              </a:spcBef>
              <a:spcAft>
                <a:spcPts val="0"/>
              </a:spcAft>
              <a:buSzPts val="2600"/>
              <a:buChar char="◦"/>
              <a:defRPr sz="2600">
                <a:solidFill>
                  <a:schemeClr val="lt1"/>
                </a:solidFill>
              </a:defRPr>
            </a:lvl2pPr>
            <a:lvl3pPr marL="1371600" lvl="2" indent="-381000" algn="l">
              <a:spcBef>
                <a:spcPts val="250"/>
              </a:spcBef>
              <a:spcAft>
                <a:spcPts val="0"/>
              </a:spcAft>
              <a:buSzPts val="2400"/>
              <a:buChar char="●"/>
              <a:defRPr sz="2400">
                <a:solidFill>
                  <a:schemeClr val="lt1"/>
                </a:solidFill>
              </a:defRPr>
            </a:lvl3pPr>
            <a:lvl4pPr marL="1828800" lvl="3" indent="-370839" algn="l">
              <a:spcBef>
                <a:spcPts val="225"/>
              </a:spcBef>
              <a:spcAft>
                <a:spcPts val="0"/>
              </a:spcAft>
              <a:buSzPts val="2240"/>
              <a:buChar char="◦"/>
              <a:defRPr sz="2000">
                <a:solidFill>
                  <a:schemeClr val="lt1"/>
                </a:solidFill>
              </a:defRPr>
            </a:lvl4pPr>
            <a:lvl5pPr marL="2286000" lvl="4" indent="-355600" algn="l">
              <a:spcBef>
                <a:spcPts val="250"/>
              </a:spcBef>
              <a:spcAft>
                <a:spcPts val="0"/>
              </a:spcAft>
              <a:buSzPts val="2000"/>
              <a:buChar char="●"/>
              <a:defRPr sz="2000">
                <a:solidFill>
                  <a:schemeClr val="lt1"/>
                </a:solidFill>
              </a:defRPr>
            </a:lvl5pPr>
            <a:lvl6pPr marL="2743200" lvl="5" indent="-228600" algn="l">
              <a:spcBef>
                <a:spcPts val="250"/>
              </a:spcBef>
              <a:spcAft>
                <a:spcPts val="0"/>
              </a:spcAft>
              <a:buSzPts val="1700"/>
              <a:buNone/>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60" name="Google Shape;60;p45"/>
          <p:cNvSpPr txBox="1">
            <a:spLocks noGrp="1"/>
          </p:cNvSpPr>
          <p:nvPr>
            <p:ph type="dt" idx="10"/>
          </p:nvPr>
        </p:nvSpPr>
        <p:spPr>
          <a:xfrm>
            <a:off x="3776663" y="6111875"/>
            <a:ext cx="2286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61" name="Google Shape;61;p45"/>
          <p:cNvSpPr txBox="1">
            <a:spLocks noGrp="1"/>
          </p:cNvSpPr>
          <p:nvPr>
            <p:ph type="ftr" idx="11"/>
          </p:nvPr>
        </p:nvSpPr>
        <p:spPr>
          <a:xfrm>
            <a:off x="6062663" y="6111875"/>
            <a:ext cx="2286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62" name="Google Shape;62;p45"/>
          <p:cNvSpPr txBox="1">
            <a:spLocks noGrp="1"/>
          </p:cNvSpPr>
          <p:nvPr>
            <p:ph type="sldNum" idx="12"/>
          </p:nvPr>
        </p:nvSpPr>
        <p:spPr>
          <a:xfrm>
            <a:off x="8348663" y="6111875"/>
            <a:ext cx="4572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8468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46"/>
          <p:cNvSpPr/>
          <p:nvPr/>
        </p:nvSpPr>
        <p:spPr>
          <a:xfrm>
            <a:off x="304800" y="328613"/>
            <a:ext cx="8532813" cy="6197600"/>
          </a:xfrm>
          <a:prstGeom prst="roundRect">
            <a:avLst>
              <a:gd name="adj" fmla="val 2081"/>
            </a:avLst>
          </a:prstGeom>
          <a:gradFill>
            <a:gsLst>
              <a:gs pos="0">
                <a:srgbClr val="FFFFFF"/>
              </a:gs>
              <a:gs pos="98000">
                <a:srgbClr val="FFFFFF"/>
              </a:gs>
              <a:gs pos="99055">
                <a:srgbClr val="F6F6F6"/>
              </a:gs>
              <a:gs pos="100000">
                <a:srgbClr val="D8D8D8"/>
              </a:gs>
            </a:gsLst>
            <a:lin ang="5400000" scaled="0"/>
          </a:gradFill>
          <a:ln w="9525" cap="rnd" cmpd="sng">
            <a:solidFill>
              <a:srgbClr val="A2A0A0"/>
            </a:solidFill>
            <a:prstDash val="solid"/>
            <a:round/>
            <a:headEnd type="none" w="sm" len="sm"/>
            <a:tailEnd type="none" w="sm" len="sm"/>
          </a:ln>
          <a:effectLst>
            <a:outerShdw blurRad="76200" dist="50800" dir="54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65" name="Google Shape;65;p46"/>
          <p:cNvSpPr/>
          <p:nvPr/>
        </p:nvSpPr>
        <p:spPr>
          <a:xfrm>
            <a:off x="6400800" y="433388"/>
            <a:ext cx="2324100" cy="4343400"/>
          </a:xfrm>
          <a:prstGeom prst="round1Rect">
            <a:avLst>
              <a:gd name="adj" fmla="val 2748"/>
            </a:avLst>
          </a:prstGeom>
          <a:solidFill>
            <a:srgbClr val="1C1C1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Verdana"/>
              <a:ea typeface="Verdana"/>
              <a:cs typeface="Verdana"/>
              <a:sym typeface="Verdana"/>
            </a:endParaRPr>
          </a:p>
        </p:txBody>
      </p:sp>
      <p:sp>
        <p:nvSpPr>
          <p:cNvPr id="66" name="Google Shape;66;p46"/>
          <p:cNvSpPr txBox="1">
            <a:spLocks noGrp="1"/>
          </p:cNvSpPr>
          <p:nvPr>
            <p:ph type="title"/>
          </p:nvPr>
        </p:nvSpPr>
        <p:spPr>
          <a:xfrm>
            <a:off x="457200" y="5012056"/>
            <a:ext cx="8229600" cy="105156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102642"/>
              </a:buClr>
              <a:buSzPts val="3600"/>
              <a:buFont typeface="Verdana"/>
              <a:buNone/>
              <a:defRPr sz="3600" b="0">
                <a:solidFill>
                  <a:srgbClr val="10264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67" name="Google Shape;67;p46"/>
          <p:cNvSpPr txBox="1">
            <a:spLocks noGrp="1"/>
          </p:cNvSpPr>
          <p:nvPr>
            <p:ph type="body" idx="1"/>
          </p:nvPr>
        </p:nvSpPr>
        <p:spPr>
          <a:xfrm>
            <a:off x="6462712" y="533400"/>
            <a:ext cx="2240280" cy="4211480"/>
          </a:xfrm>
          <a:prstGeom prst="rect">
            <a:avLst/>
          </a:prstGeom>
          <a:noFill/>
          <a:ln>
            <a:noFill/>
          </a:ln>
        </p:spPr>
        <p:txBody>
          <a:bodyPr spcFirstLastPara="1" wrap="square" lIns="91425" tIns="91425" rIns="91425" bIns="45700" anchor="t" anchorCtr="0">
            <a:noAutofit/>
          </a:bodyPr>
          <a:lstStyle>
            <a:lvl1pPr marL="457200" lvl="0" indent="-228600" algn="l">
              <a:spcBef>
                <a:spcPts val="0"/>
              </a:spcBef>
              <a:spcAft>
                <a:spcPts val="0"/>
              </a:spcAft>
              <a:buSzPts val="1120"/>
              <a:buNone/>
              <a:defRPr sz="1400">
                <a:solidFill>
                  <a:srgbClr val="FFFFFF"/>
                </a:solidFill>
              </a:defRPr>
            </a:lvl1pPr>
            <a:lvl2pPr marL="914400" lvl="1" indent="-304800" algn="l">
              <a:spcBef>
                <a:spcPts val="250"/>
              </a:spcBef>
              <a:spcAft>
                <a:spcPts val="0"/>
              </a:spcAft>
              <a:buSzPts val="1200"/>
              <a:buChar char="◦"/>
              <a:defRPr sz="1200">
                <a:solidFill>
                  <a:srgbClr val="FFFFFF"/>
                </a:solidFill>
              </a:defRPr>
            </a:lvl2pPr>
            <a:lvl3pPr marL="1371600" lvl="2" indent="-292100" algn="l">
              <a:spcBef>
                <a:spcPts val="250"/>
              </a:spcBef>
              <a:spcAft>
                <a:spcPts val="0"/>
              </a:spcAft>
              <a:buSzPts val="1000"/>
              <a:buChar char="●"/>
              <a:defRPr sz="1000">
                <a:solidFill>
                  <a:srgbClr val="FFFFFF"/>
                </a:solidFill>
              </a:defRPr>
            </a:lvl3pPr>
            <a:lvl4pPr marL="1828800" lvl="3" indent="-292608" algn="l">
              <a:spcBef>
                <a:spcPts val="225"/>
              </a:spcBef>
              <a:spcAft>
                <a:spcPts val="0"/>
              </a:spcAft>
              <a:buSzPts val="1008"/>
              <a:buChar char="◦"/>
              <a:defRPr sz="900">
                <a:solidFill>
                  <a:srgbClr val="FFFFFF"/>
                </a:solidFill>
              </a:defRPr>
            </a:lvl4pPr>
            <a:lvl5pPr marL="2286000" lvl="4" indent="-285750" algn="l">
              <a:spcBef>
                <a:spcPts val="250"/>
              </a:spcBef>
              <a:spcAft>
                <a:spcPts val="0"/>
              </a:spcAft>
              <a:buSzPts val="900"/>
              <a:buChar char="●"/>
              <a:defRPr sz="900">
                <a:solidFill>
                  <a:srgbClr val="FFFFFF"/>
                </a:solidFill>
              </a:defRPr>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68" name="Google Shape;68;p46"/>
          <p:cNvSpPr>
            <a:spLocks noGrp="1"/>
          </p:cNvSpPr>
          <p:nvPr>
            <p:ph type="pic" idx="2"/>
          </p:nvPr>
        </p:nvSpPr>
        <p:spPr>
          <a:xfrm>
            <a:off x="421480" y="435768"/>
            <a:ext cx="5925312" cy="4343400"/>
          </a:xfrm>
          <a:prstGeom prst="snipRoundRect">
            <a:avLst>
              <a:gd name="adj1" fmla="val 1040"/>
              <a:gd name="adj2" fmla="val 0"/>
            </a:avLst>
          </a:prstGeom>
          <a:solidFill>
            <a:srgbClr val="0A192B"/>
          </a:solidFill>
          <a:ln>
            <a:noFill/>
          </a:ln>
        </p:spPr>
      </p:sp>
      <p:sp>
        <p:nvSpPr>
          <p:cNvPr id="69" name="Google Shape;69;p46"/>
          <p:cNvSpPr txBox="1">
            <a:spLocks noGrp="1"/>
          </p:cNvSpPr>
          <p:nvPr>
            <p:ph type="dt" idx="10"/>
          </p:nvPr>
        </p:nvSpPr>
        <p:spPr>
          <a:xfrm>
            <a:off x="3776663" y="6111875"/>
            <a:ext cx="2286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000"/>
              <a:buFont typeface="Verdana"/>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70" name="Google Shape;70;p46"/>
          <p:cNvSpPr txBox="1">
            <a:spLocks noGrp="1"/>
          </p:cNvSpPr>
          <p:nvPr>
            <p:ph type="ftr" idx="11"/>
          </p:nvPr>
        </p:nvSpPr>
        <p:spPr>
          <a:xfrm>
            <a:off x="6062663" y="6111875"/>
            <a:ext cx="2286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000"/>
              <a:buFont typeface="Verdana"/>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71" name="Google Shape;71;p46"/>
          <p:cNvSpPr txBox="1">
            <a:spLocks noGrp="1"/>
          </p:cNvSpPr>
          <p:nvPr>
            <p:ph type="sldNum" idx="12"/>
          </p:nvPr>
        </p:nvSpPr>
        <p:spPr>
          <a:xfrm>
            <a:off x="8348663" y="6111875"/>
            <a:ext cx="4572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1pPr>
            <a:lvl2pPr marL="0" lvl="1"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2pPr>
            <a:lvl3pPr marL="0" lvl="2"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3pPr>
            <a:lvl4pPr marL="0" lvl="3"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4pPr>
            <a:lvl5pPr marL="0" lvl="4"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5pPr>
            <a:lvl6pPr marL="0" lvl="5"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6pPr>
            <a:lvl7pPr marL="0" lvl="6"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7pPr>
            <a:lvl8pPr marL="0" lvl="7"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8pPr>
            <a:lvl9pPr marL="0" lvl="8" indent="0" algn="r">
              <a:lnSpc>
                <a:spcPct val="100000"/>
              </a:lnSpc>
              <a:spcBef>
                <a:spcPts val="0"/>
              </a:spcBef>
              <a:spcAft>
                <a:spcPts val="0"/>
              </a:spcAft>
              <a:buClr>
                <a:srgbClr val="14335A"/>
              </a:buClr>
              <a:buSzPts val="1000"/>
              <a:buFont typeface="Verdana"/>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05310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47"/>
          <p:cNvSpPr txBox="1">
            <a:spLocks noGrp="1"/>
          </p:cNvSpPr>
          <p:nvPr>
            <p:ph type="title"/>
          </p:nvPr>
        </p:nvSpPr>
        <p:spPr>
          <a:xfrm>
            <a:off x="502920" y="4983480"/>
            <a:ext cx="8183880" cy="10515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74" name="Google Shape;74;p47"/>
          <p:cNvSpPr txBox="1">
            <a:spLocks noGrp="1"/>
          </p:cNvSpPr>
          <p:nvPr>
            <p:ph type="body" idx="1"/>
          </p:nvPr>
        </p:nvSpPr>
        <p:spPr>
          <a:xfrm rot="5400000">
            <a:off x="2500884" y="-1467612"/>
            <a:ext cx="4187952" cy="8183880"/>
          </a:xfrm>
          <a:prstGeom prst="rect">
            <a:avLst/>
          </a:prstGeom>
          <a:noFill/>
          <a:ln>
            <a:noFill/>
          </a:ln>
        </p:spPr>
        <p:txBody>
          <a:bodyPr spcFirstLastPara="1" wrap="square" lIns="182875" tIns="91425" rIns="91425" bIns="45700" anchor="t" anchorCtr="0">
            <a:noAutofit/>
          </a:bodyPr>
          <a:lstStyle>
            <a:lvl1pPr marL="457200" lvl="0" indent="-320040" algn="l">
              <a:spcBef>
                <a:spcPts val="250"/>
              </a:spcBef>
              <a:spcAft>
                <a:spcPts val="0"/>
              </a:spcAft>
              <a:buSzPts val="1440"/>
              <a:buChar char="⚫"/>
              <a:defRPr/>
            </a:lvl1pPr>
            <a:lvl2pPr marL="914400" lvl="1" indent="-342900" algn="l">
              <a:spcBef>
                <a:spcPts val="250"/>
              </a:spcBef>
              <a:spcAft>
                <a:spcPts val="0"/>
              </a:spcAft>
              <a:buSzPts val="1800"/>
              <a:buChar char="◦"/>
              <a:defRPr/>
            </a:lvl2pPr>
            <a:lvl3pPr marL="1371600" lvl="2" indent="-342900" algn="l">
              <a:spcBef>
                <a:spcPts val="250"/>
              </a:spcBef>
              <a:spcAft>
                <a:spcPts val="0"/>
              </a:spcAft>
              <a:buSzPts val="1800"/>
              <a:buChar char="●"/>
              <a:defRPr/>
            </a:lvl3pPr>
            <a:lvl4pPr marL="1828800" lvl="3" indent="-356616" algn="l">
              <a:spcBef>
                <a:spcPts val="225"/>
              </a:spcBef>
              <a:spcAft>
                <a:spcPts val="0"/>
              </a:spcAft>
              <a:buSzPts val="2016"/>
              <a:buChar char="◦"/>
              <a:defRPr/>
            </a:lvl4pPr>
            <a:lvl5pPr marL="2286000" lvl="4" indent="-342900" algn="l">
              <a:spcBef>
                <a:spcPts val="250"/>
              </a:spcBef>
              <a:spcAft>
                <a:spcPts val="0"/>
              </a:spcAft>
              <a:buSzPts val="1800"/>
              <a:buChar char="●"/>
              <a:defRPr/>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75" name="Google Shape;75;p47"/>
          <p:cNvSpPr txBox="1">
            <a:spLocks noGrp="1"/>
          </p:cNvSpPr>
          <p:nvPr>
            <p:ph type="dt" idx="10"/>
          </p:nvPr>
        </p:nvSpPr>
        <p:spPr>
          <a:xfrm>
            <a:off x="3776663" y="6111875"/>
            <a:ext cx="2286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76" name="Google Shape;76;p47"/>
          <p:cNvSpPr txBox="1">
            <a:spLocks noGrp="1"/>
          </p:cNvSpPr>
          <p:nvPr>
            <p:ph type="ftr" idx="11"/>
          </p:nvPr>
        </p:nvSpPr>
        <p:spPr>
          <a:xfrm>
            <a:off x="6062663" y="6111875"/>
            <a:ext cx="2286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77" name="Google Shape;77;p47"/>
          <p:cNvSpPr txBox="1">
            <a:spLocks noGrp="1"/>
          </p:cNvSpPr>
          <p:nvPr>
            <p:ph type="sldNum" idx="12"/>
          </p:nvPr>
        </p:nvSpPr>
        <p:spPr>
          <a:xfrm>
            <a:off x="8348663" y="6111875"/>
            <a:ext cx="4572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31883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48"/>
          <p:cNvSpPr txBox="1">
            <a:spLocks noGrp="1"/>
          </p:cNvSpPr>
          <p:nvPr>
            <p:ph type="title"/>
          </p:nvPr>
        </p:nvSpPr>
        <p:spPr>
          <a:xfrm rot="5400000">
            <a:off x="4991101" y="2171704"/>
            <a:ext cx="5257799" cy="19812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Click to edit Master title style</a:t>
            </a:r>
            <a:endParaRPr/>
          </a:p>
        </p:txBody>
      </p:sp>
      <p:sp>
        <p:nvSpPr>
          <p:cNvPr id="80" name="Google Shape;80;p48"/>
          <p:cNvSpPr txBox="1">
            <a:spLocks noGrp="1"/>
          </p:cNvSpPr>
          <p:nvPr>
            <p:ph type="body" idx="1"/>
          </p:nvPr>
        </p:nvSpPr>
        <p:spPr>
          <a:xfrm rot="5400000">
            <a:off x="876300" y="190503"/>
            <a:ext cx="5257801" cy="5943600"/>
          </a:xfrm>
          <a:prstGeom prst="rect">
            <a:avLst/>
          </a:prstGeom>
          <a:noFill/>
          <a:ln>
            <a:noFill/>
          </a:ln>
        </p:spPr>
        <p:txBody>
          <a:bodyPr spcFirstLastPara="1" wrap="square" lIns="182875" tIns="91425" rIns="91425" bIns="45700" anchor="t" anchorCtr="0">
            <a:noAutofit/>
          </a:bodyPr>
          <a:lstStyle>
            <a:lvl1pPr marL="457200" lvl="0" indent="-320040" algn="l">
              <a:spcBef>
                <a:spcPts val="250"/>
              </a:spcBef>
              <a:spcAft>
                <a:spcPts val="0"/>
              </a:spcAft>
              <a:buSzPts val="1440"/>
              <a:buChar char="⚫"/>
              <a:defRPr/>
            </a:lvl1pPr>
            <a:lvl2pPr marL="914400" lvl="1" indent="-342900" algn="l">
              <a:spcBef>
                <a:spcPts val="250"/>
              </a:spcBef>
              <a:spcAft>
                <a:spcPts val="0"/>
              </a:spcAft>
              <a:buSzPts val="1800"/>
              <a:buChar char="◦"/>
              <a:defRPr/>
            </a:lvl2pPr>
            <a:lvl3pPr marL="1371600" lvl="2" indent="-342900" algn="l">
              <a:spcBef>
                <a:spcPts val="250"/>
              </a:spcBef>
              <a:spcAft>
                <a:spcPts val="0"/>
              </a:spcAft>
              <a:buSzPts val="1800"/>
              <a:buChar char="●"/>
              <a:defRPr/>
            </a:lvl3pPr>
            <a:lvl4pPr marL="1828800" lvl="3" indent="-356616" algn="l">
              <a:spcBef>
                <a:spcPts val="225"/>
              </a:spcBef>
              <a:spcAft>
                <a:spcPts val="0"/>
              </a:spcAft>
              <a:buSzPts val="2016"/>
              <a:buChar char="◦"/>
              <a:defRPr/>
            </a:lvl4pPr>
            <a:lvl5pPr marL="2286000" lvl="4" indent="-342900" algn="l">
              <a:spcBef>
                <a:spcPts val="250"/>
              </a:spcBef>
              <a:spcAft>
                <a:spcPts val="0"/>
              </a:spcAft>
              <a:buSzPts val="1800"/>
              <a:buChar char="●"/>
              <a:defRPr/>
            </a:lvl5pPr>
            <a:lvl6pPr marL="2743200" lvl="5" indent="-342900" algn="l">
              <a:spcBef>
                <a:spcPts val="250"/>
              </a:spcBef>
              <a:spcAft>
                <a:spcPts val="0"/>
              </a:spcAft>
              <a:buSzPts val="1800"/>
              <a:buChar char="◦"/>
              <a:defRPr/>
            </a:lvl6pPr>
            <a:lvl7pPr marL="3200400" lvl="6" indent="-342900" algn="l">
              <a:spcBef>
                <a:spcPts val="255"/>
              </a:spcBef>
              <a:spcAft>
                <a:spcPts val="0"/>
              </a:spcAft>
              <a:buSzPts val="1800"/>
              <a:buChar char="●"/>
              <a:defRPr/>
            </a:lvl7pPr>
            <a:lvl8pPr marL="3657600" lvl="7" indent="-342900" algn="l">
              <a:spcBef>
                <a:spcPts val="255"/>
              </a:spcBef>
              <a:spcAft>
                <a:spcPts val="0"/>
              </a:spcAft>
              <a:buSzPts val="1800"/>
              <a:buChar char="◦"/>
              <a:defRPr/>
            </a:lvl8pPr>
            <a:lvl9pPr marL="4114800" lvl="8" indent="-342900" algn="l">
              <a:spcBef>
                <a:spcPts val="255"/>
              </a:spcBef>
              <a:spcAft>
                <a:spcPts val="0"/>
              </a:spcAft>
              <a:buSzPts val="1800"/>
              <a:buChar char="●"/>
              <a:defRPr/>
            </a:lvl9pPr>
          </a:lstStyle>
          <a:p>
            <a:pPr lvl="0"/>
            <a:r>
              <a:rPr lang="en-US"/>
              <a:t>Click to edit Master text styles</a:t>
            </a:r>
          </a:p>
        </p:txBody>
      </p:sp>
      <p:sp>
        <p:nvSpPr>
          <p:cNvPr id="81" name="Google Shape;81;p48"/>
          <p:cNvSpPr txBox="1">
            <a:spLocks noGrp="1"/>
          </p:cNvSpPr>
          <p:nvPr>
            <p:ph type="dt" idx="10"/>
          </p:nvPr>
        </p:nvSpPr>
        <p:spPr>
          <a:xfrm>
            <a:off x="3776663" y="6111875"/>
            <a:ext cx="2286000"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82" name="Google Shape;82;p48"/>
          <p:cNvSpPr txBox="1">
            <a:spLocks noGrp="1"/>
          </p:cNvSpPr>
          <p:nvPr>
            <p:ph type="ftr" idx="11"/>
          </p:nvPr>
        </p:nvSpPr>
        <p:spPr>
          <a:xfrm>
            <a:off x="6062663" y="6111875"/>
            <a:ext cx="2286000" cy="36512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16355B"/>
              </a:buClr>
              <a:buSzPts val="1800"/>
              <a:buNone/>
              <a:defRPr/>
            </a:lvl1pPr>
            <a:lvl2pPr lvl="1" algn="l">
              <a:lnSpc>
                <a:spcPct val="100000"/>
              </a:lnSpc>
              <a:spcBef>
                <a:spcPts val="0"/>
              </a:spcBef>
              <a:spcAft>
                <a:spcPts val="0"/>
              </a:spcAft>
              <a:buClr>
                <a:schemeClr val="lt1"/>
              </a:buClr>
              <a:buSzPts val="1800"/>
              <a:buNone/>
              <a:defRPr/>
            </a:lvl2pPr>
            <a:lvl3pPr lvl="2" algn="l">
              <a:lnSpc>
                <a:spcPct val="100000"/>
              </a:lnSpc>
              <a:spcBef>
                <a:spcPts val="0"/>
              </a:spcBef>
              <a:spcAft>
                <a:spcPts val="0"/>
              </a:spcAft>
              <a:buClr>
                <a:schemeClr val="lt1"/>
              </a:buClr>
              <a:buSzPts val="1800"/>
              <a:buNone/>
              <a:defRPr/>
            </a:lvl3pPr>
            <a:lvl4pPr lvl="3" algn="l">
              <a:lnSpc>
                <a:spcPct val="100000"/>
              </a:lnSpc>
              <a:spcBef>
                <a:spcPts val="0"/>
              </a:spcBef>
              <a:spcAft>
                <a:spcPts val="0"/>
              </a:spcAft>
              <a:buClr>
                <a:schemeClr val="lt1"/>
              </a:buClr>
              <a:buSzPts val="1800"/>
              <a:buNone/>
              <a:defRPr/>
            </a:lvl4pPr>
            <a:lvl5pPr lvl="4" algn="l">
              <a:lnSpc>
                <a:spcPct val="100000"/>
              </a:lnSpc>
              <a:spcBef>
                <a:spcPts val="0"/>
              </a:spcBef>
              <a:spcAft>
                <a:spcPts val="0"/>
              </a:spcAft>
              <a:buClr>
                <a:schemeClr val="lt1"/>
              </a:buClr>
              <a:buSzPts val="1800"/>
              <a:buNone/>
              <a:defRPr/>
            </a:lvl5pPr>
            <a:lvl6pPr lvl="5" algn="l">
              <a:lnSpc>
                <a:spcPct val="100000"/>
              </a:lnSpc>
              <a:spcBef>
                <a:spcPts val="0"/>
              </a:spcBef>
              <a:spcAft>
                <a:spcPts val="0"/>
              </a:spcAft>
              <a:buClr>
                <a:schemeClr val="lt1"/>
              </a:buClr>
              <a:buSzPts val="1800"/>
              <a:buNone/>
              <a:defRPr/>
            </a:lvl6pPr>
            <a:lvl7pPr lvl="6" algn="l">
              <a:lnSpc>
                <a:spcPct val="100000"/>
              </a:lnSpc>
              <a:spcBef>
                <a:spcPts val="0"/>
              </a:spcBef>
              <a:spcAft>
                <a:spcPts val="0"/>
              </a:spcAft>
              <a:buClr>
                <a:schemeClr val="lt1"/>
              </a:buClr>
              <a:buSzPts val="1800"/>
              <a:buNone/>
              <a:defRPr/>
            </a:lvl7pPr>
            <a:lvl8pPr lvl="7" algn="l">
              <a:lnSpc>
                <a:spcPct val="100000"/>
              </a:lnSpc>
              <a:spcBef>
                <a:spcPts val="0"/>
              </a:spcBef>
              <a:spcAft>
                <a:spcPts val="0"/>
              </a:spcAft>
              <a:buClr>
                <a:schemeClr val="lt1"/>
              </a:buClr>
              <a:buSzPts val="1800"/>
              <a:buNone/>
              <a:defRPr/>
            </a:lvl8pPr>
            <a:lvl9pPr lvl="8" algn="l">
              <a:lnSpc>
                <a:spcPct val="100000"/>
              </a:lnSpc>
              <a:spcBef>
                <a:spcPts val="0"/>
              </a:spcBef>
              <a:spcAft>
                <a:spcPts val="0"/>
              </a:spcAft>
              <a:buClr>
                <a:schemeClr val="lt1"/>
              </a:buClr>
              <a:buSzPts val="1800"/>
              <a:buNone/>
              <a:defRPr/>
            </a:lvl9pPr>
          </a:lstStyle>
          <a:p>
            <a:endParaRPr lang="en-US"/>
          </a:p>
        </p:txBody>
      </p:sp>
      <p:sp>
        <p:nvSpPr>
          <p:cNvPr id="83" name="Google Shape;83;p48"/>
          <p:cNvSpPr txBox="1">
            <a:spLocks noGrp="1"/>
          </p:cNvSpPr>
          <p:nvPr>
            <p:ph type="sldNum" idx="12"/>
          </p:nvPr>
        </p:nvSpPr>
        <p:spPr>
          <a:xfrm>
            <a:off x="8348663" y="6111875"/>
            <a:ext cx="457200" cy="365125"/>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spcAft>
                <a:spcPts val="0"/>
              </a:spcAft>
              <a:buClr>
                <a:srgbClr val="14335A"/>
              </a:buClr>
              <a:buSzPts val="1000"/>
              <a:buFont typeface="Verdana"/>
              <a:buNone/>
              <a:defRPr/>
            </a:lvl1pPr>
            <a:lvl2pPr marL="0" lvl="1" indent="0" algn="r">
              <a:lnSpc>
                <a:spcPct val="100000"/>
              </a:lnSpc>
              <a:spcBef>
                <a:spcPts val="0"/>
              </a:spcBef>
              <a:spcAft>
                <a:spcPts val="0"/>
              </a:spcAft>
              <a:buClr>
                <a:srgbClr val="14335A"/>
              </a:buClr>
              <a:buSzPts val="1000"/>
              <a:buFont typeface="Verdana"/>
              <a:buNone/>
              <a:defRPr/>
            </a:lvl2pPr>
            <a:lvl3pPr marL="0" lvl="2" indent="0" algn="r">
              <a:lnSpc>
                <a:spcPct val="100000"/>
              </a:lnSpc>
              <a:spcBef>
                <a:spcPts val="0"/>
              </a:spcBef>
              <a:spcAft>
                <a:spcPts val="0"/>
              </a:spcAft>
              <a:buClr>
                <a:srgbClr val="14335A"/>
              </a:buClr>
              <a:buSzPts val="1000"/>
              <a:buFont typeface="Verdana"/>
              <a:buNone/>
              <a:defRPr/>
            </a:lvl3pPr>
            <a:lvl4pPr marL="0" lvl="3" indent="0" algn="r">
              <a:lnSpc>
                <a:spcPct val="100000"/>
              </a:lnSpc>
              <a:spcBef>
                <a:spcPts val="0"/>
              </a:spcBef>
              <a:spcAft>
                <a:spcPts val="0"/>
              </a:spcAft>
              <a:buClr>
                <a:srgbClr val="14335A"/>
              </a:buClr>
              <a:buSzPts val="1000"/>
              <a:buFont typeface="Verdana"/>
              <a:buNone/>
              <a:defRPr/>
            </a:lvl4pPr>
            <a:lvl5pPr marL="0" lvl="4" indent="0" algn="r">
              <a:lnSpc>
                <a:spcPct val="100000"/>
              </a:lnSpc>
              <a:spcBef>
                <a:spcPts val="0"/>
              </a:spcBef>
              <a:spcAft>
                <a:spcPts val="0"/>
              </a:spcAft>
              <a:buClr>
                <a:srgbClr val="14335A"/>
              </a:buClr>
              <a:buSzPts val="1000"/>
              <a:buFont typeface="Verdana"/>
              <a:buNone/>
              <a:defRPr/>
            </a:lvl5pPr>
            <a:lvl6pPr marL="0" lvl="5" indent="0" algn="r">
              <a:lnSpc>
                <a:spcPct val="100000"/>
              </a:lnSpc>
              <a:spcBef>
                <a:spcPts val="0"/>
              </a:spcBef>
              <a:spcAft>
                <a:spcPts val="0"/>
              </a:spcAft>
              <a:buClr>
                <a:srgbClr val="14335A"/>
              </a:buClr>
              <a:buSzPts val="1000"/>
              <a:buFont typeface="Verdana"/>
              <a:buNone/>
              <a:defRPr/>
            </a:lvl6pPr>
            <a:lvl7pPr marL="0" lvl="6" indent="0" algn="r">
              <a:lnSpc>
                <a:spcPct val="100000"/>
              </a:lnSpc>
              <a:spcBef>
                <a:spcPts val="0"/>
              </a:spcBef>
              <a:spcAft>
                <a:spcPts val="0"/>
              </a:spcAft>
              <a:buClr>
                <a:srgbClr val="14335A"/>
              </a:buClr>
              <a:buSzPts val="1000"/>
              <a:buFont typeface="Verdana"/>
              <a:buNone/>
              <a:defRPr/>
            </a:lvl7pPr>
            <a:lvl8pPr marL="0" lvl="7" indent="0" algn="r">
              <a:lnSpc>
                <a:spcPct val="100000"/>
              </a:lnSpc>
              <a:spcBef>
                <a:spcPts val="0"/>
              </a:spcBef>
              <a:spcAft>
                <a:spcPts val="0"/>
              </a:spcAft>
              <a:buClr>
                <a:srgbClr val="14335A"/>
              </a:buClr>
              <a:buSzPts val="1000"/>
              <a:buFont typeface="Verdana"/>
              <a:buNone/>
              <a:defRPr/>
            </a:lvl8pPr>
            <a:lvl9pPr marL="0" lvl="8" indent="0" algn="r">
              <a:lnSpc>
                <a:spcPct val="100000"/>
              </a:lnSpc>
              <a:spcBef>
                <a:spcPts val="0"/>
              </a:spcBef>
              <a:spcAft>
                <a:spcPts val="0"/>
              </a:spcAft>
              <a:buClr>
                <a:srgbClr val="14335A"/>
              </a:buClr>
              <a:buSzPts val="1000"/>
              <a:buFont typeface="Verdana"/>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35195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37"/>
          <p:cNvSpPr txBox="1">
            <a:spLocks noGrp="1"/>
          </p:cNvSpPr>
          <p:nvPr>
            <p:ph type="title"/>
          </p:nvPr>
        </p:nvSpPr>
        <p:spPr>
          <a:xfrm>
            <a:off x="503238" y="4986338"/>
            <a:ext cx="8183563" cy="1050925"/>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1pPr>
            <a:lvl2pPr marR="0" lvl="1"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2pPr>
            <a:lvl3pPr marR="0" lvl="2"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3pPr>
            <a:lvl4pPr marR="0" lvl="3"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4pPr>
            <a:lvl5pPr marR="0" lvl="4"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5pPr>
            <a:lvl6pPr marR="0" lvl="5"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6pPr>
            <a:lvl7pPr marR="0" lvl="6"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7pPr>
            <a:lvl8pPr marR="0" lvl="7"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8pPr>
            <a:lvl9pPr marR="0" lvl="8" algn="l" rtl="0">
              <a:spcBef>
                <a:spcPts val="0"/>
              </a:spcBef>
              <a:spcAft>
                <a:spcPts val="0"/>
              </a:spcAft>
              <a:buSzPts val="1400"/>
              <a:buNone/>
              <a:defRPr sz="3600" b="1" i="0" u="none" strike="noStrike" cap="none">
                <a:solidFill>
                  <a:srgbClr val="6594DA"/>
                </a:solidFill>
                <a:latin typeface="Verdana"/>
                <a:ea typeface="Verdana"/>
                <a:cs typeface="Verdana"/>
                <a:sym typeface="Verdana"/>
              </a:defRPr>
            </a:lvl9pPr>
          </a:lstStyle>
          <a:p>
            <a:endParaRPr/>
          </a:p>
        </p:txBody>
      </p:sp>
      <p:sp>
        <p:nvSpPr>
          <p:cNvPr id="7" name="Google Shape;7;p37"/>
          <p:cNvSpPr txBox="1">
            <a:spLocks noGrp="1"/>
          </p:cNvSpPr>
          <p:nvPr>
            <p:ph type="body" idx="1"/>
          </p:nvPr>
        </p:nvSpPr>
        <p:spPr>
          <a:xfrm>
            <a:off x="503238" y="530225"/>
            <a:ext cx="8183562" cy="4187825"/>
          </a:xfrm>
          <a:prstGeom prst="rect">
            <a:avLst/>
          </a:prstGeom>
          <a:noFill/>
          <a:ln>
            <a:noFill/>
          </a:ln>
        </p:spPr>
        <p:txBody>
          <a:bodyPr spcFirstLastPara="1" wrap="square" lIns="182875" tIns="91425" rIns="91425" bIns="45700" anchor="t" anchorCtr="0">
            <a:noAutofit/>
          </a:bodyPr>
          <a:lstStyle>
            <a:lvl1pPr marL="457200" marR="0" lvl="0" indent="-370840" algn="l" rtl="0">
              <a:spcBef>
                <a:spcPts val="250"/>
              </a:spcBef>
              <a:spcAft>
                <a:spcPts val="0"/>
              </a:spcAft>
              <a:buClr>
                <a:schemeClr val="accent1"/>
              </a:buClr>
              <a:buSzPts val="2240"/>
              <a:buFont typeface="Noto Sans Symbols"/>
              <a:buChar char="⚫"/>
              <a:defRPr sz="2800" b="0" i="0" u="none" strike="noStrike" cap="none">
                <a:solidFill>
                  <a:schemeClr val="lt1"/>
                </a:solidFill>
                <a:latin typeface="Verdana"/>
                <a:ea typeface="Verdana"/>
                <a:cs typeface="Verdana"/>
                <a:sym typeface="Verdana"/>
              </a:defRPr>
            </a:lvl1pPr>
            <a:lvl2pPr marL="914400" marR="0" lvl="1" indent="-381000" algn="l" rtl="0">
              <a:spcBef>
                <a:spcPts val="250"/>
              </a:spcBef>
              <a:spcAft>
                <a:spcPts val="0"/>
              </a:spcAft>
              <a:buClr>
                <a:schemeClr val="accent1"/>
              </a:buClr>
              <a:buSzPts val="2400"/>
              <a:buFont typeface="Verdana"/>
              <a:buChar char="◦"/>
              <a:defRPr sz="2400" b="0" i="0" u="none" strike="noStrike" cap="none">
                <a:solidFill>
                  <a:schemeClr val="lt1"/>
                </a:solidFill>
                <a:latin typeface="Verdana"/>
                <a:ea typeface="Verdana"/>
                <a:cs typeface="Verdana"/>
                <a:sym typeface="Verdana"/>
              </a:defRPr>
            </a:lvl2pPr>
            <a:lvl3pPr marL="1371600" marR="0" lvl="2" indent="-368300" algn="l" rtl="0">
              <a:spcBef>
                <a:spcPts val="250"/>
              </a:spcBef>
              <a:spcAft>
                <a:spcPts val="0"/>
              </a:spcAft>
              <a:buClr>
                <a:srgbClr val="FF3D39"/>
              </a:buClr>
              <a:buSzPts val="2200"/>
              <a:buFont typeface="Noto Sans Symbols"/>
              <a:buChar char="●"/>
              <a:defRPr sz="2200" b="0" i="0" u="none" strike="noStrike" cap="none">
                <a:solidFill>
                  <a:schemeClr val="lt1"/>
                </a:solidFill>
                <a:latin typeface="Verdana"/>
                <a:ea typeface="Verdana"/>
                <a:cs typeface="Verdana"/>
                <a:sym typeface="Verdana"/>
              </a:defRPr>
            </a:lvl3pPr>
            <a:lvl4pPr marL="1828800" marR="0" lvl="3" indent="-363728" algn="l" rtl="0">
              <a:spcBef>
                <a:spcPts val="225"/>
              </a:spcBef>
              <a:spcAft>
                <a:spcPts val="0"/>
              </a:spcAft>
              <a:buClr>
                <a:srgbClr val="FF3D39"/>
              </a:buClr>
              <a:buSzPts val="2128"/>
              <a:buFont typeface="Verdana"/>
              <a:buChar char="◦"/>
              <a:defRPr sz="1900" b="0" i="0" u="none" strike="noStrike" cap="none">
                <a:solidFill>
                  <a:schemeClr val="lt1"/>
                </a:solidFill>
                <a:latin typeface="Verdana"/>
                <a:ea typeface="Verdana"/>
                <a:cs typeface="Verdana"/>
                <a:sym typeface="Verdana"/>
              </a:defRPr>
            </a:lvl4pPr>
            <a:lvl5pPr marL="2286000" marR="0" lvl="4" indent="-355600" algn="l" rtl="0">
              <a:spcBef>
                <a:spcPts val="250"/>
              </a:spcBef>
              <a:spcAft>
                <a:spcPts val="0"/>
              </a:spcAft>
              <a:buClr>
                <a:srgbClr val="BEFF4B"/>
              </a:buClr>
              <a:buSzPts val="2000"/>
              <a:buFont typeface="Noto Sans Symbols"/>
              <a:buChar char="●"/>
              <a:defRPr sz="2000" b="0" i="0" u="none" strike="noStrike" cap="none">
                <a:solidFill>
                  <a:schemeClr val="lt1"/>
                </a:solidFill>
                <a:latin typeface="Verdana"/>
                <a:ea typeface="Verdana"/>
                <a:cs typeface="Verdana"/>
                <a:sym typeface="Verdana"/>
              </a:defRPr>
            </a:lvl5pPr>
            <a:lvl6pPr marL="2743200" marR="0" lvl="5" indent="-336550" algn="l" rtl="0">
              <a:spcBef>
                <a:spcPts val="250"/>
              </a:spcBef>
              <a:spcAft>
                <a:spcPts val="0"/>
              </a:spcAft>
              <a:buClr>
                <a:srgbClr val="BFFF49"/>
              </a:buClr>
              <a:buSzPts val="1700"/>
              <a:buFont typeface="Verdana"/>
              <a:buChar char="◦"/>
              <a:defRPr sz="1700" b="0" i="0" u="none" strike="noStrike" cap="none">
                <a:solidFill>
                  <a:schemeClr val="lt1"/>
                </a:solidFill>
                <a:latin typeface="Verdana"/>
                <a:ea typeface="Verdana"/>
                <a:cs typeface="Verdana"/>
                <a:sym typeface="Verdana"/>
              </a:defRPr>
            </a:lvl6pPr>
            <a:lvl7pPr marL="3200400" marR="0" lvl="6" indent="-323850" algn="l" rtl="0">
              <a:spcBef>
                <a:spcPts val="255"/>
              </a:spcBef>
              <a:spcAft>
                <a:spcPts val="0"/>
              </a:spcAft>
              <a:buClr>
                <a:srgbClr val="BFFF49"/>
              </a:buClr>
              <a:buSzPts val="1500"/>
              <a:buFont typeface="Noto Sans Symbols"/>
              <a:buChar char="●"/>
              <a:defRPr sz="1500" b="0" i="0" u="none" strike="noStrike" cap="none">
                <a:solidFill>
                  <a:schemeClr val="lt1"/>
                </a:solidFill>
                <a:latin typeface="Verdana"/>
                <a:ea typeface="Verdana"/>
                <a:cs typeface="Verdana"/>
                <a:sym typeface="Verdana"/>
              </a:defRPr>
            </a:lvl7pPr>
            <a:lvl8pPr marL="3657600" marR="0" lvl="7" indent="-323850" algn="l" rtl="0">
              <a:spcBef>
                <a:spcPts val="255"/>
              </a:spcBef>
              <a:spcAft>
                <a:spcPts val="0"/>
              </a:spcAft>
              <a:buClr>
                <a:srgbClr val="BFFF49"/>
              </a:buClr>
              <a:buSzPts val="1500"/>
              <a:buFont typeface="Verdana"/>
              <a:buChar char="◦"/>
              <a:defRPr sz="1500" b="0" i="0" u="none" strike="noStrike" cap="none">
                <a:solidFill>
                  <a:schemeClr val="lt1"/>
                </a:solidFill>
                <a:latin typeface="Verdana"/>
                <a:ea typeface="Verdana"/>
                <a:cs typeface="Verdana"/>
                <a:sym typeface="Verdana"/>
              </a:defRPr>
            </a:lvl8pPr>
            <a:lvl9pPr marL="4114800" marR="0" lvl="8" indent="-323850" algn="l" rtl="0">
              <a:spcBef>
                <a:spcPts val="255"/>
              </a:spcBef>
              <a:spcAft>
                <a:spcPts val="0"/>
              </a:spcAft>
              <a:buClr>
                <a:srgbClr val="BFFF49"/>
              </a:buClr>
              <a:buSzPts val="1500"/>
              <a:buFont typeface="Noto Sans Symbols"/>
              <a:buChar char="●"/>
              <a:defRPr sz="1500" b="0" i="0" u="none" strike="noStrike" cap="none">
                <a:solidFill>
                  <a:schemeClr val="lt1"/>
                </a:solidFill>
                <a:latin typeface="Verdana"/>
                <a:ea typeface="Verdana"/>
                <a:cs typeface="Verdana"/>
                <a:sym typeface="Verdana"/>
              </a:defRPr>
            </a:lvl9pPr>
          </a:lstStyle>
          <a:p>
            <a:endParaRPr/>
          </a:p>
        </p:txBody>
      </p:sp>
      <p:sp>
        <p:nvSpPr>
          <p:cNvPr id="8" name="Google Shape;8;p37"/>
          <p:cNvSpPr txBox="1">
            <a:spLocks noGrp="1"/>
          </p:cNvSpPr>
          <p:nvPr>
            <p:ph type="dt" idx="10"/>
          </p:nvPr>
        </p:nvSpPr>
        <p:spPr>
          <a:xfrm>
            <a:off x="3776663" y="6111875"/>
            <a:ext cx="2286000" cy="365125"/>
          </a:xfrm>
          <a:prstGeom prst="rect">
            <a:avLst/>
          </a:prstGeom>
          <a:noFill/>
          <a:ln>
            <a:noFill/>
          </a:ln>
        </p:spPr>
        <p:txBody>
          <a:bodyPr spcFirstLastPara="1" wrap="square" lIns="91425" tIns="45700" rIns="91425" bIns="45700" anchor="b" anchorCtr="0">
            <a:noAutofit/>
          </a:bodyPr>
          <a:lstStyle>
            <a:lvl1pPr marR="0" lvl="0" algn="r" rtl="0">
              <a:lnSpc>
                <a:spcPct val="100000"/>
              </a:lnSpc>
              <a:spcBef>
                <a:spcPts val="0"/>
              </a:spcBef>
              <a:spcAft>
                <a:spcPts val="0"/>
              </a:spcAft>
              <a:buClr>
                <a:srgbClr val="16355B"/>
              </a:buClr>
              <a:buSzPts val="1000"/>
              <a:buFont typeface="Verdana"/>
              <a:buNone/>
              <a:defRPr sz="1000" b="0" i="0" u="none" strike="noStrike" cap="none">
                <a:solidFill>
                  <a:srgbClr val="16355B"/>
                </a:solidFill>
                <a:latin typeface="Verdana"/>
                <a:ea typeface="Verdana"/>
                <a:cs typeface="Verdana"/>
                <a:sym typeface="Verdana"/>
              </a:defRPr>
            </a:lvl1pPr>
            <a:lvl2pPr marR="0" lvl="1"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9pPr>
          </a:lstStyle>
          <a:p>
            <a:endParaRPr lang="en-US"/>
          </a:p>
        </p:txBody>
      </p:sp>
      <p:sp>
        <p:nvSpPr>
          <p:cNvPr id="9" name="Google Shape;9;p37"/>
          <p:cNvSpPr txBox="1">
            <a:spLocks noGrp="1"/>
          </p:cNvSpPr>
          <p:nvPr>
            <p:ph type="ftr" idx="11"/>
          </p:nvPr>
        </p:nvSpPr>
        <p:spPr>
          <a:xfrm>
            <a:off x="6062663" y="6111875"/>
            <a:ext cx="2286000" cy="36512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16355B"/>
              </a:buClr>
              <a:buSzPts val="1000"/>
              <a:buFont typeface="Verdana"/>
              <a:buNone/>
              <a:defRPr sz="1000" b="0" i="0" u="none" strike="noStrike" cap="none">
                <a:solidFill>
                  <a:srgbClr val="16355B"/>
                </a:solidFill>
                <a:latin typeface="Verdana"/>
                <a:ea typeface="Verdana"/>
                <a:cs typeface="Verdana"/>
                <a:sym typeface="Verdana"/>
              </a:defRPr>
            </a:lvl1pPr>
            <a:lvl2pPr marR="0" lvl="1"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9pPr>
          </a:lstStyle>
          <a:p>
            <a:endParaRPr lang="en-US"/>
          </a:p>
        </p:txBody>
      </p:sp>
      <p:sp>
        <p:nvSpPr>
          <p:cNvPr id="10" name="Google Shape;10;p37"/>
          <p:cNvSpPr txBox="1">
            <a:spLocks noGrp="1"/>
          </p:cNvSpPr>
          <p:nvPr>
            <p:ph type="sldNum" idx="12"/>
          </p:nvPr>
        </p:nvSpPr>
        <p:spPr>
          <a:xfrm>
            <a:off x="8348663" y="6111875"/>
            <a:ext cx="457200" cy="365125"/>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1pPr>
            <a:lvl2pPr marL="0" marR="0" lvl="1"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2pPr>
            <a:lvl3pPr marL="0" marR="0" lvl="2"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3pPr>
            <a:lvl4pPr marL="0" marR="0" lvl="3"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4pPr>
            <a:lvl5pPr marL="0" marR="0" lvl="4"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5pPr>
            <a:lvl6pPr marL="0" marR="0" lvl="5"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6pPr>
            <a:lvl7pPr marL="0" marR="0" lvl="6"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7pPr>
            <a:lvl8pPr marL="0" marR="0" lvl="7"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8pPr>
            <a:lvl9pPr marL="0" marR="0" lvl="8" indent="0" algn="r" rtl="0">
              <a:lnSpc>
                <a:spcPct val="100000"/>
              </a:lnSpc>
              <a:spcBef>
                <a:spcPts val="0"/>
              </a:spcBef>
              <a:spcAft>
                <a:spcPts val="0"/>
              </a:spcAft>
              <a:buClr>
                <a:srgbClr val="14335A"/>
              </a:buClr>
              <a:buSzPts val="1000"/>
              <a:buFont typeface="Verdana"/>
              <a:buNone/>
              <a:defRPr sz="1000" b="0" i="0" u="none" strike="noStrike" cap="none">
                <a:solidFill>
                  <a:srgbClr val="14335A"/>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1303062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 descr="https://encrypted-tbn1.gstatic.com/images?q=tbn:ANd9GcRt12VpKN4hgDcd3EA-xsXom5o8VA7nCFE5-cIPiPbzwteOHBuMag"/>
          <p:cNvPicPr preferRelativeResize="0"/>
          <p:nvPr/>
        </p:nvPicPr>
        <p:blipFill rotWithShape="1">
          <a:blip r:embed="rId3">
            <a:alphaModFix/>
          </a:blip>
          <a:srcRect/>
          <a:stretch/>
        </p:blipFill>
        <p:spPr>
          <a:xfrm>
            <a:off x="406975" y="948052"/>
            <a:ext cx="3067550" cy="4087125"/>
          </a:xfrm>
          <a:prstGeom prst="rect">
            <a:avLst/>
          </a:prstGeom>
          <a:noFill/>
          <a:ln>
            <a:noFill/>
          </a:ln>
        </p:spPr>
      </p:pic>
      <p:sp>
        <p:nvSpPr>
          <p:cNvPr id="85" name="Google Shape;85;p1"/>
          <p:cNvSpPr txBox="1"/>
          <p:nvPr/>
        </p:nvSpPr>
        <p:spPr>
          <a:xfrm>
            <a:off x="3762800" y="2033100"/>
            <a:ext cx="5265000" cy="1708500"/>
          </a:xfrm>
          <a:prstGeom prst="rect">
            <a:avLst/>
          </a:prstGeom>
          <a:gradFill>
            <a:gsLst>
              <a:gs pos="0">
                <a:srgbClr val="DAFEA4"/>
              </a:gs>
              <a:gs pos="35000">
                <a:srgbClr val="E3FEBF"/>
              </a:gs>
              <a:gs pos="100000">
                <a:srgbClr val="F4FEE6"/>
              </a:gs>
            </a:gsLst>
            <a:lin ang="16200000" scaled="0"/>
          </a:gradFill>
          <a:ln w="38100" cap="flat" cmpd="sng">
            <a:solidFill>
              <a:srgbClr val="97B853"/>
            </a:solidFill>
            <a:prstDash val="solid"/>
            <a:round/>
            <a:headEnd type="none" w="sm" len="sm"/>
            <a:tailEnd type="none" w="sm" len="sm"/>
          </a:ln>
          <a:effectLst>
            <a:outerShdw blurRad="50800" dist="38100" dir="18900000" algn="b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endParaRPr sz="3300" b="1" i="1">
              <a:solidFill>
                <a:srgbClr val="17365D"/>
              </a:solidFill>
              <a:latin typeface="Book Antiqua"/>
              <a:ea typeface="Book Antiqua"/>
              <a:cs typeface="Book Antiqua"/>
              <a:sym typeface="Book Antiqua"/>
            </a:endParaRPr>
          </a:p>
          <a:p>
            <a:pPr marL="0" marR="0" lvl="0" indent="0" algn="l" rtl="0">
              <a:spcBef>
                <a:spcPts val="0"/>
              </a:spcBef>
              <a:spcAft>
                <a:spcPts val="0"/>
              </a:spcAft>
              <a:buNone/>
            </a:pPr>
            <a:r>
              <a:rPr lang="en-US" sz="3600" b="1" i="1">
                <a:solidFill>
                  <a:srgbClr val="17365D"/>
                </a:solidFill>
                <a:latin typeface="Book Antiqua"/>
                <a:ea typeface="Book Antiqua"/>
                <a:cs typeface="Book Antiqua"/>
                <a:sym typeface="Book Antiqua"/>
              </a:rPr>
              <a:t>Simple Interest and Compound Interest</a:t>
            </a:r>
            <a:endParaRPr sz="3600" b="1" i="1">
              <a:solidFill>
                <a:srgbClr val="17365D"/>
              </a:solidFill>
              <a:latin typeface="Book Antiqua"/>
              <a:ea typeface="Book Antiqua"/>
              <a:cs typeface="Book Antiqua"/>
              <a:sym typeface="Book Antiqua"/>
            </a:endParaRPr>
          </a:p>
        </p:txBody>
      </p:sp>
      <p:sp>
        <p:nvSpPr>
          <p:cNvPr id="86" name="Google Shape;86;p1"/>
          <p:cNvSpPr txBox="1"/>
          <p:nvPr/>
        </p:nvSpPr>
        <p:spPr>
          <a:xfrm>
            <a:off x="3762800" y="1077250"/>
            <a:ext cx="4020900" cy="83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800">
                <a:solidFill>
                  <a:schemeClr val="dk1"/>
                </a:solidFill>
                <a:latin typeface="Calibri"/>
                <a:ea typeface="Calibri"/>
                <a:cs typeface="Calibri"/>
                <a:sym typeface="Calibri"/>
              </a:rPr>
              <a:t>Lecture: 9</a:t>
            </a:r>
            <a:endParaRPr sz="3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sz="4400">
                <a:latin typeface="Times New Roman"/>
                <a:ea typeface="Times New Roman"/>
                <a:cs typeface="Times New Roman"/>
                <a:sym typeface="Times New Roman"/>
              </a:rPr>
              <a:t>Contains:</a:t>
            </a:r>
            <a:endParaRPr sz="4400">
              <a:latin typeface="Times New Roman"/>
              <a:ea typeface="Times New Roman"/>
              <a:cs typeface="Times New Roman"/>
              <a:sym typeface="Times New Roman"/>
            </a:endParaRPr>
          </a:p>
        </p:txBody>
      </p:sp>
      <p:sp>
        <p:nvSpPr>
          <p:cNvPr id="92" name="Google Shape;92;p2"/>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257175" lvl="0" indent="-295275" algn="l" rtl="0">
              <a:spcBef>
                <a:spcPts val="0"/>
              </a:spcBef>
              <a:spcAft>
                <a:spcPts val="0"/>
              </a:spcAft>
              <a:buClr>
                <a:schemeClr val="dk1"/>
              </a:buClr>
              <a:buSzPts val="3000"/>
              <a:buFont typeface="Times New Roman"/>
              <a:buChar char="•"/>
            </a:pPr>
            <a:r>
              <a:rPr lang="en-US" sz="3000" dirty="0">
                <a:solidFill>
                  <a:schemeClr val="tx1"/>
                </a:solidFill>
                <a:latin typeface="Times New Roman"/>
                <a:ea typeface="Times New Roman"/>
                <a:cs typeface="Times New Roman"/>
                <a:sym typeface="Times New Roman"/>
              </a:rPr>
              <a:t>Concept of interest calculation.</a:t>
            </a:r>
            <a:endParaRPr sz="3000" dirty="0">
              <a:solidFill>
                <a:schemeClr val="tx1"/>
              </a:solidFill>
              <a:latin typeface="Times New Roman"/>
              <a:ea typeface="Times New Roman"/>
              <a:cs typeface="Times New Roman"/>
              <a:sym typeface="Times New Roman"/>
            </a:endParaRPr>
          </a:p>
          <a:p>
            <a:pPr marL="257175" lvl="0" indent="-295275" algn="l" rtl="0">
              <a:spcBef>
                <a:spcPts val="480"/>
              </a:spcBef>
              <a:spcAft>
                <a:spcPts val="0"/>
              </a:spcAft>
              <a:buClr>
                <a:schemeClr val="dk1"/>
              </a:buClr>
              <a:buSzPts val="3000"/>
              <a:buFont typeface="Times New Roman"/>
              <a:buChar char="•"/>
            </a:pPr>
            <a:r>
              <a:rPr lang="en-US" sz="3000" dirty="0">
                <a:solidFill>
                  <a:schemeClr val="tx1"/>
                </a:solidFill>
                <a:latin typeface="Times New Roman"/>
                <a:ea typeface="Times New Roman"/>
                <a:cs typeface="Times New Roman"/>
                <a:sym typeface="Times New Roman"/>
              </a:rPr>
              <a:t>comparison of simple and compound interests</a:t>
            </a:r>
            <a:endParaRPr sz="3000" dirty="0">
              <a:solidFill>
                <a:schemeClr val="tx1"/>
              </a:solidFill>
              <a:latin typeface="Times New Roman"/>
              <a:ea typeface="Times New Roman"/>
              <a:cs typeface="Times New Roman"/>
              <a:sym typeface="Times New Roman"/>
            </a:endParaRPr>
          </a:p>
          <a:p>
            <a:pPr marL="257175" lvl="0" indent="-295275" algn="l" rtl="0">
              <a:spcBef>
                <a:spcPts val="480"/>
              </a:spcBef>
              <a:spcAft>
                <a:spcPts val="0"/>
              </a:spcAft>
              <a:buClr>
                <a:schemeClr val="dk1"/>
              </a:buClr>
              <a:buSzPts val="3000"/>
              <a:buFont typeface="Times New Roman"/>
              <a:buChar char="•"/>
            </a:pPr>
            <a:r>
              <a:rPr lang="en-US" sz="3000" dirty="0">
                <a:solidFill>
                  <a:schemeClr val="tx1"/>
                </a:solidFill>
                <a:latin typeface="Times New Roman"/>
                <a:ea typeface="Times New Roman"/>
                <a:cs typeface="Times New Roman"/>
                <a:sym typeface="Times New Roman"/>
              </a:rPr>
              <a:t>compounding based problem on depreciation and growth.</a:t>
            </a:r>
            <a:endParaRPr sz="3000" dirty="0">
              <a:solidFill>
                <a:schemeClr val="tx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6"/>
          <p:cNvSpPr/>
          <p:nvPr/>
        </p:nvSpPr>
        <p:spPr>
          <a:xfrm>
            <a:off x="185725" y="2759170"/>
            <a:ext cx="6143700" cy="3647400"/>
          </a:xfrm>
          <a:prstGeom prst="rect">
            <a:avLst/>
          </a:prstGeom>
          <a:solidFill>
            <a:srgbClr val="F2DADA"/>
          </a:solidFill>
          <a:ln w="28575"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6"/>
          <p:cNvSpPr txBox="1"/>
          <p:nvPr/>
        </p:nvSpPr>
        <p:spPr>
          <a:xfrm>
            <a:off x="309489" y="607822"/>
            <a:ext cx="8834586" cy="48628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4400" u="sng" dirty="0">
                <a:solidFill>
                  <a:schemeClr val="dk1"/>
                </a:solidFill>
                <a:latin typeface="Times New Roman"/>
                <a:ea typeface="Times New Roman"/>
                <a:cs typeface="Times New Roman"/>
                <a:sym typeface="Times New Roman"/>
              </a:rPr>
              <a:t>Simple Interest: </a:t>
            </a:r>
            <a:endParaRPr sz="4400" u="sng"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500" dirty="0">
                <a:solidFill>
                  <a:schemeClr val="dk1"/>
                </a:solidFill>
                <a:latin typeface="Times New Roman"/>
                <a:ea typeface="Times New Roman"/>
                <a:cs typeface="Times New Roman"/>
                <a:sym typeface="Times New Roman"/>
              </a:rPr>
              <a:t>Let Principal = P, Rate = R% per annum (p.a.) </a:t>
            </a:r>
            <a:endParaRPr sz="25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500" dirty="0">
                <a:solidFill>
                  <a:schemeClr val="dk1"/>
                </a:solidFill>
                <a:latin typeface="Times New Roman"/>
                <a:ea typeface="Times New Roman"/>
                <a:cs typeface="Times New Roman"/>
                <a:sym typeface="Times New Roman"/>
              </a:rPr>
              <a:t>and Time = T years. Then</a:t>
            </a:r>
            <a:endParaRPr sz="25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800" b="1"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800" b="1" dirty="0">
                <a:solidFill>
                  <a:schemeClr val="dk1"/>
                </a:solidFill>
                <a:latin typeface="Times New Roman"/>
                <a:ea typeface="Times New Roman"/>
                <a:cs typeface="Times New Roman"/>
                <a:sym typeface="Times New Roman"/>
              </a:rPr>
              <a:t>Simple Interest =(P x R x T)/100</a:t>
            </a:r>
            <a:endParaRPr sz="2800" b="1"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800" b="1"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800" b="1" dirty="0">
                <a:solidFill>
                  <a:schemeClr val="dk1"/>
                </a:solidFill>
                <a:latin typeface="Times New Roman"/>
                <a:ea typeface="Times New Roman"/>
                <a:cs typeface="Times New Roman"/>
                <a:sym typeface="Times New Roman"/>
              </a:rPr>
              <a:t>Rate: (interest x 100)/(PXT)%</a:t>
            </a:r>
            <a:endParaRPr sz="2800" b="1"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800" b="1"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800" b="1" dirty="0">
                <a:solidFill>
                  <a:schemeClr val="dk1"/>
                </a:solidFill>
                <a:latin typeface="Times New Roman"/>
                <a:ea typeface="Times New Roman"/>
                <a:cs typeface="Times New Roman"/>
                <a:sym typeface="Times New Roman"/>
              </a:rPr>
              <a:t>Time: (Interest X 100)/PXR years</a:t>
            </a:r>
            <a:endParaRPr sz="2800" b="1" dirty="0">
              <a:solidFill>
                <a:schemeClr val="dk1"/>
              </a:solidFill>
              <a:latin typeface="Times New Roman"/>
              <a:ea typeface="Times New Roman"/>
              <a:cs typeface="Times New Roman"/>
              <a:sym typeface="Times New Roman"/>
            </a:endParaRPr>
          </a:p>
        </p:txBody>
      </p:sp>
      <p:pic>
        <p:nvPicPr>
          <p:cNvPr id="99" name="Google Shape;99;p6" descr="C:\Users\Priya Sharma\Desktop\1.jpg"/>
          <p:cNvPicPr preferRelativeResize="0"/>
          <p:nvPr/>
        </p:nvPicPr>
        <p:blipFill>
          <a:blip r:embed="rId3">
            <a:alphaModFix/>
          </a:blip>
          <a:stretch>
            <a:fillRect/>
          </a:stretch>
        </p:blipFill>
        <p:spPr>
          <a:xfrm rot="-1">
            <a:off x="6454425" y="849620"/>
            <a:ext cx="2503850" cy="1909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112541" y="647114"/>
            <a:ext cx="8867957" cy="520138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dirty="0">
                <a:solidFill>
                  <a:schemeClr val="dk1"/>
                </a:solidFill>
                <a:latin typeface="Times New Roman"/>
                <a:ea typeface="Times New Roman"/>
                <a:cs typeface="Times New Roman"/>
                <a:sym typeface="Times New Roman"/>
              </a:rPr>
              <a:t>Principal</a:t>
            </a:r>
            <a:endParaRPr sz="2800" b="1"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800" dirty="0">
                <a:solidFill>
                  <a:schemeClr val="dk1"/>
                </a:solidFill>
                <a:latin typeface="Times New Roman"/>
                <a:ea typeface="Times New Roman"/>
                <a:cs typeface="Times New Roman"/>
                <a:sym typeface="Times New Roman"/>
              </a:rPr>
              <a:t>The money borrowed or lent out for a certain period is called the principal or the sum.</a:t>
            </a:r>
            <a:endParaRPr sz="28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8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800" b="1" dirty="0">
                <a:solidFill>
                  <a:schemeClr val="dk1"/>
                </a:solidFill>
                <a:latin typeface="Times New Roman"/>
                <a:ea typeface="Times New Roman"/>
                <a:cs typeface="Times New Roman"/>
                <a:sym typeface="Times New Roman"/>
              </a:rPr>
              <a:t>Interest</a:t>
            </a:r>
            <a:endParaRPr sz="2800" b="1"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800" dirty="0">
                <a:solidFill>
                  <a:schemeClr val="dk1"/>
                </a:solidFill>
                <a:latin typeface="Times New Roman"/>
                <a:ea typeface="Times New Roman"/>
                <a:cs typeface="Times New Roman"/>
                <a:sym typeface="Times New Roman"/>
              </a:rPr>
              <a:t>Extra money paid for using other's money is called </a:t>
            </a:r>
            <a:r>
              <a:rPr lang="en-US" sz="2800" b="1" dirty="0">
                <a:solidFill>
                  <a:schemeClr val="dk1"/>
                </a:solidFill>
                <a:latin typeface="Times New Roman"/>
                <a:ea typeface="Times New Roman"/>
                <a:cs typeface="Times New Roman"/>
                <a:sym typeface="Times New Roman"/>
              </a:rPr>
              <a:t>interest.</a:t>
            </a:r>
            <a:endParaRPr sz="2800" b="1"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800" b="1"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800" b="1" dirty="0">
                <a:solidFill>
                  <a:schemeClr val="dk1"/>
                </a:solidFill>
                <a:latin typeface="Times New Roman"/>
                <a:ea typeface="Times New Roman"/>
                <a:cs typeface="Times New Roman"/>
                <a:sym typeface="Times New Roman"/>
              </a:rPr>
              <a:t>Simple Interest</a:t>
            </a:r>
            <a:endParaRPr sz="2800" b="1"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800" dirty="0">
                <a:solidFill>
                  <a:schemeClr val="dk1"/>
                </a:solidFill>
                <a:latin typeface="Times New Roman"/>
                <a:ea typeface="Times New Roman"/>
                <a:cs typeface="Times New Roman"/>
                <a:sym typeface="Times New Roman"/>
              </a:rPr>
              <a:t>If the interest on a sum borrowed for certain period is reckoned uniformly, then it is called </a:t>
            </a:r>
            <a:r>
              <a:rPr lang="en-US" sz="2800" b="1" dirty="0">
                <a:solidFill>
                  <a:schemeClr val="dk1"/>
                </a:solidFill>
                <a:latin typeface="Times New Roman"/>
                <a:ea typeface="Times New Roman"/>
                <a:cs typeface="Times New Roman"/>
                <a:sym typeface="Times New Roman"/>
              </a:rPr>
              <a:t>simple interest.</a:t>
            </a:r>
            <a:endParaRPr sz="28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8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txBox="1"/>
          <p:nvPr/>
        </p:nvSpPr>
        <p:spPr>
          <a:xfrm>
            <a:off x="128550" y="929650"/>
            <a:ext cx="8886900" cy="101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dirty="0">
                <a:solidFill>
                  <a:schemeClr val="dk1"/>
                </a:solidFill>
                <a:latin typeface="Times New Roman"/>
                <a:ea typeface="Times New Roman"/>
                <a:cs typeface="Times New Roman"/>
                <a:sym typeface="Times New Roman"/>
              </a:rPr>
              <a:t>Question: If P= Rs.1000, R=10% p.a. T=3 years. Find Simple Interest for 3 years.  </a:t>
            </a:r>
            <a:endParaRPr sz="30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7"/>
          <p:cNvSpPr txBox="1"/>
          <p:nvPr/>
        </p:nvSpPr>
        <p:spPr>
          <a:xfrm>
            <a:off x="126609" y="618977"/>
            <a:ext cx="8888878" cy="590927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200" b="1" u="sng" dirty="0">
                <a:solidFill>
                  <a:srgbClr val="0F243E"/>
                </a:solidFill>
                <a:latin typeface="Times New Roman"/>
                <a:ea typeface="Times New Roman"/>
                <a:cs typeface="Times New Roman"/>
                <a:sym typeface="Times New Roman"/>
              </a:rPr>
              <a:t>Compound Interest:</a:t>
            </a:r>
            <a:endParaRPr sz="3200" b="1" u="sng" dirty="0">
              <a:solidFill>
                <a:srgbClr val="0F243E"/>
              </a:solidFill>
              <a:latin typeface="Times New Roman"/>
              <a:ea typeface="Times New Roman"/>
              <a:cs typeface="Times New Roman"/>
              <a:sym typeface="Times New Roman"/>
            </a:endParaRPr>
          </a:p>
          <a:p>
            <a:pPr marL="0" marR="0" lvl="0" indent="0" algn="just" rtl="0">
              <a:spcBef>
                <a:spcPts val="0"/>
              </a:spcBef>
              <a:spcAft>
                <a:spcPts val="0"/>
              </a:spcAft>
              <a:buNone/>
            </a:pPr>
            <a:endParaRPr sz="1800" b="1"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Compound interest is the interest earned not only on the original principal, but also on all interests earned previously</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Let Principal = P, Rate = R% per annum, Time = </a:t>
            </a:r>
            <a:r>
              <a:rPr lang="en-US" sz="2400" i="1" dirty="0">
                <a:solidFill>
                  <a:schemeClr val="dk1"/>
                </a:solidFill>
                <a:latin typeface="Times New Roman"/>
                <a:ea typeface="Times New Roman"/>
                <a:cs typeface="Times New Roman"/>
                <a:sym typeface="Times New Roman"/>
              </a:rPr>
              <a:t>n</a:t>
            </a:r>
            <a:r>
              <a:rPr lang="en-US" sz="2400" dirty="0">
                <a:solidFill>
                  <a:schemeClr val="dk1"/>
                </a:solidFill>
                <a:latin typeface="Times New Roman"/>
                <a:ea typeface="Times New Roman"/>
                <a:cs typeface="Times New Roman"/>
                <a:sym typeface="Times New Roman"/>
              </a:rPr>
              <a:t> years.</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386080" marR="0" lvl="0" indent="-386080" algn="just" rtl="0">
              <a:spcBef>
                <a:spcPts val="0"/>
              </a:spcBef>
              <a:spcAft>
                <a:spcPts val="0"/>
              </a:spcAft>
              <a:buClr>
                <a:schemeClr val="dk1"/>
              </a:buClr>
              <a:buSzPts val="2400"/>
              <a:buFont typeface="Times New Roman"/>
              <a:buAutoNum type="arabicPeriod"/>
            </a:pPr>
            <a:r>
              <a:rPr lang="en-US" sz="2400" b="1" dirty="0">
                <a:solidFill>
                  <a:schemeClr val="dk1"/>
                </a:solidFill>
                <a:latin typeface="Times New Roman"/>
                <a:ea typeface="Times New Roman"/>
                <a:cs typeface="Times New Roman"/>
                <a:sym typeface="Times New Roman"/>
              </a:rPr>
              <a:t>When interest is compounded Annually:</a:t>
            </a:r>
            <a:endParaRPr sz="2400" b="1"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Amount= P(1+R/100)^n</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400" b="1" dirty="0">
                <a:solidFill>
                  <a:schemeClr val="dk1"/>
                </a:solidFill>
                <a:latin typeface="Times New Roman"/>
                <a:ea typeface="Times New Roman"/>
                <a:cs typeface="Times New Roman"/>
                <a:sym typeface="Times New Roman"/>
              </a:rPr>
              <a:t>2. When interest is compounded Half-yearly:</a:t>
            </a:r>
            <a:endParaRPr sz="2400" b="1"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Amount=P[1+(R/2)/100]^2n</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3. </a:t>
            </a:r>
            <a:r>
              <a:rPr lang="en-US" sz="2400" b="1" dirty="0">
                <a:solidFill>
                  <a:schemeClr val="dk1"/>
                </a:solidFill>
                <a:latin typeface="Times New Roman"/>
                <a:ea typeface="Times New Roman"/>
                <a:cs typeface="Times New Roman"/>
                <a:sym typeface="Times New Roman"/>
              </a:rPr>
              <a:t>When interest is compounded Quarterly:</a:t>
            </a:r>
            <a:endParaRPr sz="2400" b="1"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Amount=P[1+(R/4)/100]^4n</a:t>
            </a:r>
            <a:endParaRPr sz="18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p8" descr="Diff.JPG"/>
          <p:cNvPicPr preferRelativeResize="0"/>
          <p:nvPr/>
        </p:nvPicPr>
        <p:blipFill rotWithShape="1">
          <a:blip r:embed="rId3">
            <a:alphaModFix/>
          </a:blip>
          <a:srcRect/>
          <a:stretch/>
        </p:blipFill>
        <p:spPr>
          <a:xfrm>
            <a:off x="279133" y="1406029"/>
            <a:ext cx="8585734" cy="464088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9"/>
          <p:cNvSpPr txBox="1"/>
          <p:nvPr/>
        </p:nvSpPr>
        <p:spPr>
          <a:xfrm>
            <a:off x="112541" y="815926"/>
            <a:ext cx="8792631" cy="378561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a:t>
            </a:r>
            <a:r>
              <a:rPr lang="en-US" sz="2400" dirty="0">
                <a:solidFill>
                  <a:schemeClr val="dk1"/>
                </a:solidFill>
                <a:latin typeface="Times New Roman"/>
                <a:ea typeface="Times New Roman"/>
                <a:cs typeface="Times New Roman"/>
                <a:sym typeface="Times New Roman"/>
              </a:rPr>
              <a:t>Reena took a loan of Rs. 1200 with simple interest for as many years as the rate of interest. If she paid Rs. 432 as interest at the end of the loan period, what was the rate of interest?</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3.6</a:t>
            </a:r>
            <a:endParaRPr sz="2400" dirty="0">
              <a:solidFill>
                <a:schemeClr val="dk1"/>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6</a:t>
            </a:r>
            <a:endParaRPr sz="2400" dirty="0">
              <a:solidFill>
                <a:schemeClr val="dk1"/>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18</a:t>
            </a:r>
            <a:endParaRPr sz="2400" dirty="0">
              <a:solidFill>
                <a:schemeClr val="dk1"/>
              </a:solidFill>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Can not be determined</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2"/>
          <p:cNvSpPr txBox="1"/>
          <p:nvPr/>
        </p:nvSpPr>
        <p:spPr>
          <a:xfrm>
            <a:off x="182880" y="858129"/>
            <a:ext cx="8826368" cy="378561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a:t>
            </a:r>
            <a:r>
              <a:rPr lang="en-US" sz="2400" dirty="0">
                <a:solidFill>
                  <a:schemeClr val="dk1"/>
                </a:solidFill>
                <a:latin typeface="Times New Roman"/>
                <a:ea typeface="Times New Roman"/>
                <a:cs typeface="Times New Roman"/>
                <a:sym typeface="Times New Roman"/>
              </a:rPr>
              <a:t>The interest for the 3rd year on a certain sum at a certain rate of simple interest is Rs.3000. find the sum of the interests accrued on it in the 6th, 7th and 8th years.</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Rs.6000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Rs.9000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Rs.4500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Rs.12000</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3"/>
          <p:cNvSpPr txBox="1"/>
          <p:nvPr/>
        </p:nvSpPr>
        <p:spPr>
          <a:xfrm>
            <a:off x="196948" y="998806"/>
            <a:ext cx="8775602" cy="341627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a:t>
            </a:r>
            <a:r>
              <a:rPr lang="en-US" sz="2400" dirty="0">
                <a:solidFill>
                  <a:schemeClr val="dk1"/>
                </a:solidFill>
                <a:latin typeface="Times New Roman"/>
                <a:ea typeface="Times New Roman"/>
                <a:cs typeface="Times New Roman"/>
                <a:sym typeface="Times New Roman"/>
              </a:rPr>
              <a:t>A sum was invest for 2 years. It will give Rs. 300 more, if invested at 3% higher rate. Find the sum.</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Rs.4000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Rs.5000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Rs.6000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Rs.10000</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4"/>
          <p:cNvSpPr txBox="1"/>
          <p:nvPr/>
        </p:nvSpPr>
        <p:spPr>
          <a:xfrm>
            <a:off x="253218" y="1012874"/>
            <a:ext cx="8719332" cy="341627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a:t>
            </a:r>
            <a:r>
              <a:rPr lang="en-US" sz="2400" dirty="0">
                <a:solidFill>
                  <a:schemeClr val="dk1"/>
                </a:solidFill>
                <a:latin typeface="Times New Roman"/>
                <a:ea typeface="Times New Roman"/>
                <a:cs typeface="Times New Roman"/>
                <a:sym typeface="Times New Roman"/>
              </a:rPr>
              <a:t>A sum amounts to Rs.1008 in 2 years and amounts to Rs.1112 in 3 years at SI. Find the sum and rate of interest per annum.</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Rs.800, 13% pa</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Rs.600, 12 % pa</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Rs.800, 12% pa</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Rs.600, 13% pa</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6"/>
          <p:cNvSpPr txBox="1"/>
          <p:nvPr/>
        </p:nvSpPr>
        <p:spPr>
          <a:xfrm>
            <a:off x="112542" y="914400"/>
            <a:ext cx="8860008" cy="378561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a:t>
            </a:r>
            <a:r>
              <a:rPr lang="en-US" sz="2400" dirty="0">
                <a:solidFill>
                  <a:schemeClr val="dk1"/>
                </a:solidFill>
                <a:latin typeface="Times New Roman"/>
                <a:ea typeface="Times New Roman"/>
                <a:cs typeface="Times New Roman"/>
                <a:sym typeface="Times New Roman"/>
              </a:rPr>
              <a:t>A shopkeeper borrow Rs. 20,000 from two money lenders. For one loan, he paid 12% pa and for other 14% pa. After one year he paid Rs. 2560 as total interest. How much did he borrow each?</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Rs.8000, Rs.12000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Rs.12000, Rs.8000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Rs.6000, Rs.14000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Rs.14000, Rs.6000</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9"/>
          <p:cNvSpPr txBox="1"/>
          <p:nvPr/>
        </p:nvSpPr>
        <p:spPr>
          <a:xfrm>
            <a:off x="225083" y="1111348"/>
            <a:ext cx="8747466" cy="378561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a:t>
            </a:r>
            <a:r>
              <a:rPr lang="en-US" sz="2400" dirty="0">
                <a:solidFill>
                  <a:schemeClr val="dk1"/>
                </a:solidFill>
                <a:latin typeface="Times New Roman"/>
                <a:ea typeface="Times New Roman"/>
                <a:cs typeface="Times New Roman"/>
                <a:sym typeface="Times New Roman"/>
              </a:rPr>
              <a:t>Rs. 950 is lend in two ways. The rate of S.I given on one part is 6% and on other part is 4%. If the S.I of 5 years is Rs. 200 then how much is given on 6%?</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Rs.500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Rs.400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Rs.200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Rs.100</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0"/>
          <p:cNvSpPr txBox="1"/>
          <p:nvPr/>
        </p:nvSpPr>
        <p:spPr>
          <a:xfrm>
            <a:off x="98473" y="1041008"/>
            <a:ext cx="8853147" cy="341627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a:t>
            </a:r>
            <a:r>
              <a:rPr lang="en-US" sz="2400" dirty="0">
                <a:solidFill>
                  <a:schemeClr val="dk1"/>
                </a:solidFill>
                <a:latin typeface="Times New Roman"/>
                <a:ea typeface="Times New Roman"/>
                <a:cs typeface="Times New Roman"/>
                <a:sym typeface="Times New Roman"/>
              </a:rPr>
              <a:t>If a sum of money at simple interest doubles in 6 years, it will become 4 times in:</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12 years</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14 years</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16 years</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18 years</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3"/>
          <p:cNvSpPr txBox="1"/>
          <p:nvPr/>
        </p:nvSpPr>
        <p:spPr>
          <a:xfrm>
            <a:off x="140677" y="1167618"/>
            <a:ext cx="8674759" cy="1200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Question: If P= Rs.1000, R=10% p.a. T=3 years. Find Compound Interest for 3 years.  </a:t>
            </a:r>
            <a:endParaRPr sz="24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5"/>
          <p:cNvSpPr txBox="1"/>
          <p:nvPr/>
        </p:nvSpPr>
        <p:spPr>
          <a:xfrm>
            <a:off x="126609" y="1083211"/>
            <a:ext cx="8749688" cy="378561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a:t>
            </a:r>
            <a:r>
              <a:rPr lang="en-US" sz="2400" dirty="0">
                <a:solidFill>
                  <a:schemeClr val="dk1"/>
                </a:solidFill>
                <a:latin typeface="Times New Roman"/>
                <a:ea typeface="Times New Roman"/>
                <a:cs typeface="Times New Roman"/>
                <a:sym typeface="Times New Roman"/>
              </a:rPr>
              <a:t>Find the interest earned in the first year on Rs.400 at 20%p.a. compound interest, the interest being compounded half yearly.</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Rs.42</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Rs.72</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Rs.84</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Rs.144</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6"/>
          <p:cNvSpPr txBox="1"/>
          <p:nvPr/>
        </p:nvSpPr>
        <p:spPr>
          <a:xfrm>
            <a:off x="253217" y="1097279"/>
            <a:ext cx="8623079" cy="304694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a:t>
            </a:r>
            <a:r>
              <a:rPr lang="en-US" sz="2400" dirty="0">
                <a:solidFill>
                  <a:schemeClr val="dk1"/>
                </a:solidFill>
                <a:latin typeface="Times New Roman"/>
                <a:ea typeface="Times New Roman"/>
                <a:cs typeface="Times New Roman"/>
                <a:sym typeface="Times New Roman"/>
              </a:rPr>
              <a:t>Find CI. If P= Rs. 10000, r = 10 % p.a. and  T= 1 year and 73 days.</a:t>
            </a:r>
          </a:p>
          <a:p>
            <a:pPr marL="0" marR="0" lvl="0" indent="0" rtl="0">
              <a:spcBef>
                <a:spcPts val="0"/>
              </a:spcBef>
              <a:spcAft>
                <a:spcPts val="0"/>
              </a:spcAft>
              <a:buNone/>
            </a:pPr>
            <a:endParaRPr lang="en-US" sz="2400" dirty="0">
              <a:solidFill>
                <a:schemeClr val="dk1"/>
              </a:solidFill>
              <a:latin typeface="Times New Roman"/>
              <a:ea typeface="Times New Roman"/>
              <a:cs typeface="Times New Roman"/>
              <a:sym typeface="Times New Roman"/>
            </a:endParaRPr>
          </a:p>
          <a:p>
            <a:pPr marL="0" marR="0" lvl="0" indent="0" rtl="0">
              <a:spcBef>
                <a:spcPts val="0"/>
              </a:spcBef>
              <a:spcAft>
                <a:spcPts val="0"/>
              </a:spcAft>
              <a:buNone/>
            </a:pPr>
            <a:r>
              <a:rPr lang="en-US" sz="2400" dirty="0">
                <a:solidFill>
                  <a:schemeClr val="dk1"/>
                </a:solidFill>
                <a:latin typeface="Times New Roman"/>
                <a:ea typeface="Times New Roman"/>
                <a:cs typeface="Times New Roman"/>
                <a:sym typeface="Times New Roman"/>
              </a:rPr>
              <a:t>[A]Rs.2220</a:t>
            </a:r>
            <a:br>
              <a:rPr lang="en-US" sz="2400" dirty="0">
                <a:solidFill>
                  <a:schemeClr val="dk1"/>
                </a:solidFill>
                <a:latin typeface="Times New Roman"/>
                <a:ea typeface="Times New Roman"/>
                <a:cs typeface="Times New Roman"/>
                <a:sym typeface="Times New Roman"/>
              </a:rPr>
            </a:br>
            <a:r>
              <a:rPr lang="en-US" sz="2400" dirty="0">
                <a:solidFill>
                  <a:schemeClr val="dk1"/>
                </a:solidFill>
                <a:latin typeface="Times New Roman"/>
                <a:ea typeface="Times New Roman"/>
                <a:cs typeface="Times New Roman"/>
                <a:sym typeface="Times New Roman"/>
              </a:rPr>
              <a:t>[B] Rs.3200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Rs.2120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Rs.1220</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8"/>
          <p:cNvSpPr txBox="1"/>
          <p:nvPr/>
        </p:nvSpPr>
        <p:spPr>
          <a:xfrm>
            <a:off x="126609" y="1083211"/>
            <a:ext cx="8749688" cy="323161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a:t>
            </a:r>
            <a:r>
              <a:rPr lang="en-US" sz="2400" dirty="0">
                <a:solidFill>
                  <a:schemeClr val="dk1"/>
                </a:solidFill>
                <a:latin typeface="Times New Roman"/>
                <a:ea typeface="Times New Roman"/>
                <a:cs typeface="Times New Roman"/>
                <a:sym typeface="Times New Roman"/>
              </a:rPr>
              <a:t>Find C.I. on Rs. 8000, 20% P.A. For 9 month compounded quarterly.</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[A] Rs.262</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Rs.1261</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Rs.9261</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Rs.831</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9"/>
          <p:cNvSpPr txBox="1"/>
          <p:nvPr/>
        </p:nvSpPr>
        <p:spPr>
          <a:xfrm>
            <a:off x="211014" y="1041008"/>
            <a:ext cx="8761535" cy="378561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a:t>
            </a:r>
            <a:r>
              <a:rPr lang="en-US" sz="2400" dirty="0">
                <a:solidFill>
                  <a:schemeClr val="dk1"/>
                </a:solidFill>
                <a:latin typeface="Times New Roman"/>
                <a:ea typeface="Times New Roman"/>
                <a:cs typeface="Times New Roman"/>
                <a:sym typeface="Times New Roman"/>
              </a:rPr>
              <a:t>If Rs.2000 amounts to Rs.2880 in 2 years at compound interest, what is the rate of interest per annum if the interest is being compounded annually?</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10%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20%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15%</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25%</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0"/>
          <p:cNvSpPr txBox="1"/>
          <p:nvPr/>
        </p:nvSpPr>
        <p:spPr>
          <a:xfrm>
            <a:off x="239150" y="1069144"/>
            <a:ext cx="8733399" cy="341627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a:t>
            </a:r>
            <a:r>
              <a:rPr lang="en-US" sz="2400" dirty="0">
                <a:solidFill>
                  <a:schemeClr val="dk1"/>
                </a:solidFill>
                <a:latin typeface="Times New Roman"/>
                <a:ea typeface="Times New Roman"/>
                <a:cs typeface="Times New Roman"/>
                <a:sym typeface="Times New Roman"/>
              </a:rPr>
              <a:t>What will be the difference between the S.I and C.I. On Rs. 600 for one year at 10% P.A, if compounded half yearly.</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Rs.1.5</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Rs.15</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Rs.3.5</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Rs.35</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3"/>
          <p:cNvSpPr txBox="1"/>
          <p:nvPr/>
        </p:nvSpPr>
        <p:spPr>
          <a:xfrm>
            <a:off x="211014" y="1026942"/>
            <a:ext cx="8761535" cy="341627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a:t>
            </a:r>
            <a:r>
              <a:rPr lang="en-US" sz="2400" dirty="0">
                <a:solidFill>
                  <a:schemeClr val="dk1"/>
                </a:solidFill>
                <a:latin typeface="Times New Roman"/>
                <a:ea typeface="Times New Roman"/>
                <a:cs typeface="Times New Roman"/>
                <a:sym typeface="Times New Roman"/>
              </a:rPr>
              <a:t>If the difference between S.I and C.I at 4% P.A for 2 years is 20 Rs. What will be the value of principle amount?</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Rs.50000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Rs.12000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Rs.12500</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Rs.25000</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4"/>
          <p:cNvSpPr txBox="1"/>
          <p:nvPr/>
        </p:nvSpPr>
        <p:spPr>
          <a:xfrm>
            <a:off x="239150" y="998806"/>
            <a:ext cx="8733399" cy="341627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a:t>
            </a:r>
            <a:r>
              <a:rPr lang="en-US" sz="2400" dirty="0">
                <a:solidFill>
                  <a:schemeClr val="dk1"/>
                </a:solidFill>
                <a:latin typeface="Times New Roman"/>
                <a:ea typeface="Times New Roman"/>
                <a:cs typeface="Times New Roman"/>
                <a:sym typeface="Times New Roman"/>
              </a:rPr>
              <a:t>The difference between C.I and S.I at the some rate for Rs. 5000 for 2 years is Rs. 72. what is the rate of interest per annum?</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6% pa</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10% pa</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12% pa</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15% pa</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6"/>
          <p:cNvSpPr txBox="1"/>
          <p:nvPr/>
        </p:nvSpPr>
        <p:spPr>
          <a:xfrm>
            <a:off x="168812" y="984738"/>
            <a:ext cx="8726736" cy="378561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a:t>
            </a:r>
            <a:r>
              <a:rPr lang="en-US" sz="2400" dirty="0">
                <a:solidFill>
                  <a:schemeClr val="dk1"/>
                </a:solidFill>
                <a:latin typeface="Times New Roman"/>
                <a:ea typeface="Times New Roman"/>
                <a:cs typeface="Times New Roman"/>
                <a:sym typeface="Times New Roman"/>
              </a:rPr>
              <a:t>A sum doubles in 8 years at compound interest. In how many years will the sum become 4 times the original sum if the interest is compounded annually?</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16 years</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24 years</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64 years</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32 years</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7"/>
          <p:cNvSpPr txBox="1"/>
          <p:nvPr/>
        </p:nvSpPr>
        <p:spPr>
          <a:xfrm>
            <a:off x="253217" y="1012873"/>
            <a:ext cx="8642329" cy="341627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dirty="0">
                <a:solidFill>
                  <a:schemeClr val="dk1"/>
                </a:solidFill>
                <a:latin typeface="Times New Roman"/>
                <a:ea typeface="Times New Roman"/>
                <a:cs typeface="Times New Roman"/>
                <a:sym typeface="Times New Roman"/>
              </a:rPr>
              <a:t>Question: </a:t>
            </a:r>
            <a:r>
              <a:rPr lang="en-US" sz="2400" dirty="0">
                <a:solidFill>
                  <a:schemeClr val="dk1"/>
                </a:solidFill>
                <a:latin typeface="Times New Roman"/>
                <a:ea typeface="Times New Roman"/>
                <a:cs typeface="Times New Roman"/>
                <a:sym typeface="Times New Roman"/>
              </a:rPr>
              <a:t>A sum of money under compound interest doubles itself in 4 years. In how many years will it become 16 times itself?</a:t>
            </a:r>
            <a:endParaRPr sz="24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[A] 12 years</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[B] 16 years</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[C] 8 years</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dirty="0">
                <a:solidFill>
                  <a:schemeClr val="dk1"/>
                </a:solidFill>
                <a:latin typeface="Times New Roman"/>
                <a:ea typeface="Times New Roman"/>
                <a:cs typeface="Times New Roman"/>
                <a:sym typeface="Times New Roman"/>
              </a:rPr>
              <a:t>[D] None of these</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39" descr="30 Best Ways to Say Thank You for Your Response | FutureofWorking.com"/>
          <p:cNvPicPr preferRelativeResize="0"/>
          <p:nvPr/>
        </p:nvPicPr>
        <p:blipFill rotWithShape="1">
          <a:blip r:embed="rId3">
            <a:alphaModFix/>
          </a:blip>
          <a:srcRect/>
          <a:stretch/>
        </p:blipFill>
        <p:spPr>
          <a:xfrm>
            <a:off x="317634" y="1108363"/>
            <a:ext cx="8470231" cy="5042179"/>
          </a:xfrm>
          <a:prstGeom prst="rect">
            <a:avLst/>
          </a:prstGeom>
          <a:noFill/>
          <a:ln>
            <a:noFill/>
          </a:ln>
        </p:spPr>
      </p:pic>
    </p:spTree>
  </p:cSld>
  <p:clrMapOvr>
    <a:masterClrMapping/>
  </p:clrMapOvr>
</p:sld>
</file>

<file path=ppt/theme/theme1.xml><?xml version="1.0" encoding="utf-8"?>
<a:theme xmlns:a="http://schemas.openxmlformats.org/drawingml/2006/main" name="Aspect">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00PEA-305_L3_Number system </Template>
  <TotalTime>0</TotalTime>
  <Words>983</Words>
  <Application>Microsoft Office PowerPoint</Application>
  <PresentationFormat>On-screen Show (4:3)</PresentationFormat>
  <Paragraphs>138</Paragraphs>
  <Slides>25</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Verdana</vt:lpstr>
      <vt:lpstr>Calibri</vt:lpstr>
      <vt:lpstr>Book Antiqua</vt:lpstr>
      <vt:lpstr>Noto Sans Symbols</vt:lpstr>
      <vt:lpstr>Times New Roman</vt:lpstr>
      <vt:lpstr>Aspect</vt:lpstr>
      <vt:lpstr>PowerPoint Presentation</vt:lpstr>
      <vt:lpstr>Contains: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asif</dc:creator>
  <cp:lastModifiedBy>Dell</cp:lastModifiedBy>
  <cp:revision>3</cp:revision>
  <dcterms:created xsi:type="dcterms:W3CDTF">2025-01-04T07:34:39Z</dcterms:created>
  <dcterms:modified xsi:type="dcterms:W3CDTF">2025-01-11T08:43:44Z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ECC88CC190EF777D8EE47867A5934F00_42</vt:lpwstr>
  </property>
  <property fmtid="{D5CDD505-2E9C-101B-9397-08002B2CF9AE}" pid="3" name="KSOProductBuildVer">
    <vt:lpwstr>1033-6.10.1.8197</vt:lpwstr>
  </property>
</Properties>
</file>