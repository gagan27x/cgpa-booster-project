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0555" y="117983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18965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 lang="en-US"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 lang="en-US"/>
          </a:p>
        </p:txBody>
      </p:sp>
      <p:sp>
        <p:nvSpPr>
          <p:cNvPr id="108" name="Google Shape;1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 lang="en-US"/>
          </a:p>
        </p:txBody>
      </p:sp>
      <p:sp>
        <p:nvSpPr>
          <p:cNvPr id="114" name="Google Shape;11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120" name="Google Shape;1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 lang="en-US"/>
          </a:p>
        </p:txBody>
      </p:sp>
      <p:sp>
        <p:nvSpPr>
          <p:cNvPr id="126" name="Google Shape;12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 lang="en-US"/>
          </a:p>
        </p:txBody>
      </p:sp>
      <p:sp>
        <p:nvSpPr>
          <p:cNvPr id="132" name="Google Shape;1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endParaRPr lang="en-US"/>
          </a:p>
        </p:txBody>
      </p:sp>
      <p:sp>
        <p:nvSpPr>
          <p:cNvPr id="144" name="Google Shape;14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 lang="en-US"/>
          </a:p>
        </p:txBody>
      </p:sp>
      <p:sp>
        <p:nvSpPr>
          <p:cNvPr id="150" name="Google Shape;15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156" name="Google Shape;15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162" name="Google Shape;16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/>
              <a:t>1^2 *3 </a:t>
            </a:r>
            <a:endParaRPr lang="en-IN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/>
              <a:t>2^2 *3</a:t>
            </a:r>
            <a:endParaRPr lang="en-IN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/>
              <a:t>3^2 *3</a:t>
            </a:r>
            <a:endParaRPr lang="en-IN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altLang="en-US"/>
          </a:p>
        </p:txBody>
      </p:sp>
      <p:sp>
        <p:nvSpPr>
          <p:cNvPr id="168" name="Google Shape;16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 lang="en-US"/>
          </a:p>
        </p:txBody>
      </p:sp>
      <p:sp>
        <p:nvSpPr>
          <p:cNvPr id="174" name="Google Shape;17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endParaRPr lang="en-US"/>
          </a:p>
        </p:txBody>
      </p:sp>
      <p:sp>
        <p:nvSpPr>
          <p:cNvPr id="186" name="Google Shape;18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 lang="en-US"/>
          </a:p>
        </p:txBody>
      </p:sp>
      <p:sp>
        <p:nvSpPr>
          <p:cNvPr id="192" name="Google Shape;19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198" name="Google Shape;19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89ccb354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289ccb3547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204" name="Google Shape;204;g3289ccb3547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89ccb3547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289ccb3547_4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210" name="Google Shape;210;g3289ccb3547_4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89ccb3547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289ccb3547_4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 lang="en-US"/>
          </a:p>
        </p:txBody>
      </p:sp>
      <p:sp>
        <p:nvSpPr>
          <p:cNvPr id="216" name="Google Shape;216;g3289ccb3547_4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Title and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" name="Google Shape;13;p38"/>
          <p:cNvSpPr txBox="1">
            <a:spLocks noGrp="1"/>
          </p:cNvSpPr>
          <p:nvPr>
            <p:ph type="body" idx="1"/>
          </p:nvPr>
        </p:nvSpPr>
        <p:spPr>
          <a:xfrm>
            <a:off x="670560" y="530352"/>
            <a:ext cx="1091184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87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Google Shape;14;p38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15" name="Google Shape;15;p38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16" name="Google Shape;16;p38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/>
          <p:nvPr/>
        </p:nvSpPr>
        <p:spPr>
          <a:xfrm>
            <a:off x="406401" y="328613"/>
            <a:ext cx="11377084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9" name="Google Shape;19;p39"/>
          <p:cNvSpPr txBox="1">
            <a:spLocks noGrp="1"/>
          </p:cNvSpPr>
          <p:nvPr>
            <p:ph type="ctrTitle"/>
          </p:nvPr>
        </p:nvSpPr>
        <p:spPr>
          <a:xfrm>
            <a:off x="963168" y="1820206"/>
            <a:ext cx="1036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rgbClr val="6393D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" name="Google Shape;20;p39"/>
          <p:cNvSpPr txBox="1">
            <a:spLocks noGrp="1"/>
          </p:cNvSpPr>
          <p:nvPr>
            <p:ph type="subTitle" idx="1"/>
          </p:nvPr>
        </p:nvSpPr>
        <p:spPr>
          <a:xfrm>
            <a:off x="963168" y="3685032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102642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25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" name="Google Shape;21;p39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2" name="Google Shape;22;p39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3" name="Google Shape;23;p39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0"/>
          <p:cNvSpPr txBox="1">
            <a:spLocks noGrp="1"/>
          </p:cNvSpPr>
          <p:nvPr>
            <p:ph type="title"/>
          </p:nvPr>
        </p:nvSpPr>
        <p:spPr>
          <a:xfrm>
            <a:off x="624459" y="4928616"/>
            <a:ext cx="1091184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 panose="020B0604030504040204"/>
              <a:buNone/>
              <a:defRPr sz="3600" b="0" cap="none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" name="Google Shape;26;p40"/>
          <p:cNvSpPr txBox="1">
            <a:spLocks noGrp="1"/>
          </p:cNvSpPr>
          <p:nvPr>
            <p:ph type="body" idx="1"/>
          </p:nvPr>
        </p:nvSpPr>
        <p:spPr>
          <a:xfrm>
            <a:off x="624459" y="5624484"/>
            <a:ext cx="10911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91425" bIns="45700" anchor="t" anchorCtr="0">
            <a:noAutofit/>
          </a:bodyPr>
          <a:lstStyle>
            <a:lvl1pPr marL="457200" marR="36830" lvl="0" indent="-2286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345D8D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568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Google Shape;27;p40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8" name="Google Shape;28;p40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29" name="Google Shape;29;p40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>
            <a:spLocks noGrp="1"/>
          </p:cNvSpPr>
          <p:nvPr>
            <p:ph type="title"/>
          </p:nvPr>
        </p:nvSpPr>
        <p:spPr>
          <a:xfrm>
            <a:off x="670985" y="4986339"/>
            <a:ext cx="10911417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" name="Google Shape;32;p41"/>
          <p:cNvSpPr txBox="1">
            <a:spLocks noGrp="1"/>
          </p:cNvSpPr>
          <p:nvPr>
            <p:ph type="body" idx="1"/>
          </p:nvPr>
        </p:nvSpPr>
        <p:spPr>
          <a:xfrm>
            <a:off x="685803" y="530352"/>
            <a:ext cx="524256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87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Google Shape;33;p41"/>
          <p:cNvSpPr txBox="1">
            <a:spLocks noGrp="1"/>
          </p:cNvSpPr>
          <p:nvPr>
            <p:ph type="body" idx="2"/>
          </p:nvPr>
        </p:nvSpPr>
        <p:spPr>
          <a:xfrm>
            <a:off x="6340480" y="530352"/>
            <a:ext cx="524256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87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Google Shape;34;p41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35" name="Google Shape;35;p41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36" name="Google Shape;36;p41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Comparis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" name="Google Shape;39;p42"/>
          <p:cNvSpPr txBox="1">
            <a:spLocks noGrp="1"/>
          </p:cNvSpPr>
          <p:nvPr>
            <p:ph type="body" idx="1"/>
          </p:nvPr>
        </p:nvSpPr>
        <p:spPr>
          <a:xfrm>
            <a:off x="809632" y="579438"/>
            <a:ext cx="524256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0" name="Google Shape;40;p42"/>
          <p:cNvSpPr txBox="1">
            <a:spLocks noGrp="1"/>
          </p:cNvSpPr>
          <p:nvPr>
            <p:ph type="body" idx="2"/>
          </p:nvPr>
        </p:nvSpPr>
        <p:spPr>
          <a:xfrm>
            <a:off x="6202892" y="579438"/>
            <a:ext cx="524256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Google Shape;41;p42"/>
          <p:cNvSpPr txBox="1">
            <a:spLocks noGrp="1"/>
          </p:cNvSpPr>
          <p:nvPr>
            <p:ph type="body" idx="3"/>
          </p:nvPr>
        </p:nvSpPr>
        <p:spPr>
          <a:xfrm>
            <a:off x="809632" y="1447800"/>
            <a:ext cx="524256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265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4"/>
          </p:nvPr>
        </p:nvSpPr>
        <p:spPr>
          <a:xfrm>
            <a:off x="6202892" y="1447800"/>
            <a:ext cx="524256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265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3" name="Google Shape;43;p42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44" name="Google Shape;44;p42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42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>
            <a:spLocks noGrp="1"/>
          </p:cNvSpPr>
          <p:nvPr>
            <p:ph type="title"/>
          </p:nvPr>
        </p:nvSpPr>
        <p:spPr>
          <a:xfrm>
            <a:off x="670985" y="4986339"/>
            <a:ext cx="10911417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" name="Google Shape;48;p43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49" name="Google Shape;49;p43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50" name="Google Shape;50;p43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406401" y="328613"/>
            <a:ext cx="11377084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53" name="Google Shape;53;p44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54" name="Google Shape;54;p44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55" name="Google Shape;55;p44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Content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>
            <a:spLocks noGrp="1"/>
          </p:cNvSpPr>
          <p:nvPr>
            <p:ph type="title"/>
          </p:nvPr>
        </p:nvSpPr>
        <p:spPr>
          <a:xfrm>
            <a:off x="7385045" y="533400"/>
            <a:ext cx="396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 panose="020B0604030504040204"/>
              <a:buNone/>
              <a:defRPr sz="2200" b="1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" name="Google Shape;58;p45"/>
          <p:cNvSpPr txBox="1">
            <a:spLocks noGrp="1"/>
          </p:cNvSpPr>
          <p:nvPr>
            <p:ph type="body" idx="1"/>
          </p:nvPr>
        </p:nvSpPr>
        <p:spPr>
          <a:xfrm>
            <a:off x="7385129" y="1447802"/>
            <a:ext cx="3962400" cy="420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marR="18415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9" name="Google Shape;59;p45"/>
          <p:cNvSpPr txBox="1">
            <a:spLocks noGrp="1"/>
          </p:cNvSpPr>
          <p:nvPr>
            <p:ph type="body" idx="2"/>
          </p:nvPr>
        </p:nvSpPr>
        <p:spPr>
          <a:xfrm>
            <a:off x="1015163" y="930144"/>
            <a:ext cx="6168212" cy="4724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7084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lt1"/>
                </a:solidFill>
              </a:defRPr>
            </a:lvl1pPr>
            <a:lvl2pPr marL="914400" lvl="1" indent="-3937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lt1"/>
                </a:solidFill>
              </a:defRPr>
            </a:lvl3pPr>
            <a:lvl4pPr marL="1828800" lvl="3" indent="-370840" algn="l">
              <a:spcBef>
                <a:spcPts val="225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0" name="Google Shape;60;p45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61" name="Google Shape;61;p45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62" name="Google Shape;62;p45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 with Captio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6"/>
          <p:cNvSpPr/>
          <p:nvPr/>
        </p:nvSpPr>
        <p:spPr>
          <a:xfrm>
            <a:off x="406401" y="328613"/>
            <a:ext cx="11377084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65" name="Google Shape;65;p46"/>
          <p:cNvSpPr/>
          <p:nvPr/>
        </p:nvSpPr>
        <p:spPr>
          <a:xfrm>
            <a:off x="8534400" y="433388"/>
            <a:ext cx="30988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66" name="Google Shape;66;p46"/>
          <p:cNvSpPr txBox="1">
            <a:spLocks noGrp="1"/>
          </p:cNvSpPr>
          <p:nvPr>
            <p:ph type="title"/>
          </p:nvPr>
        </p:nvSpPr>
        <p:spPr>
          <a:xfrm>
            <a:off x="609600" y="5012056"/>
            <a:ext cx="109728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 panose="020B0604030504040204"/>
              <a:buNone/>
              <a:defRPr sz="3600" b="0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" name="Google Shape;67;p46"/>
          <p:cNvSpPr txBox="1">
            <a:spLocks noGrp="1"/>
          </p:cNvSpPr>
          <p:nvPr>
            <p:ph type="body" idx="1"/>
          </p:nvPr>
        </p:nvSpPr>
        <p:spPr>
          <a:xfrm>
            <a:off x="8616949" y="533400"/>
            <a:ext cx="2987040" cy="42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marL="914400" lvl="1" indent="-3048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marL="1371600" lvl="2" indent="-2921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marL="1828800" lvl="3" indent="-292735" algn="l">
              <a:spcBef>
                <a:spcPts val="225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marL="2286000" lvl="4" indent="-28575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Google Shape;68;p46"/>
          <p:cNvSpPr>
            <a:spLocks noGrp="1"/>
          </p:cNvSpPr>
          <p:nvPr>
            <p:ph type="pic" idx="2"/>
          </p:nvPr>
        </p:nvSpPr>
        <p:spPr>
          <a:xfrm>
            <a:off x="561973" y="435768"/>
            <a:ext cx="7900416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rgbClr val="0A192B"/>
          </a:solidFill>
          <a:ln>
            <a:noFill/>
          </a:ln>
        </p:spPr>
      </p:sp>
      <p:sp>
        <p:nvSpPr>
          <p:cNvPr id="69" name="Google Shape;69;p46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0" name="Google Shape;70;p46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1" name="Google Shape;71;p46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>
            <a:spLocks noGrp="1"/>
          </p:cNvSpPr>
          <p:nvPr>
            <p:ph type="title"/>
          </p:nvPr>
        </p:nvSpPr>
        <p:spPr>
          <a:xfrm>
            <a:off x="670560" y="4983480"/>
            <a:ext cx="109118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" name="Google Shape;74;p47"/>
          <p:cNvSpPr txBox="1">
            <a:spLocks noGrp="1"/>
          </p:cNvSpPr>
          <p:nvPr>
            <p:ph type="body" idx="1"/>
          </p:nvPr>
        </p:nvSpPr>
        <p:spPr>
          <a:xfrm rot="5400000">
            <a:off x="4032504" y="-2831592"/>
            <a:ext cx="4187952" cy="109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87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5" name="Google Shape;75;p47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6" name="Google Shape;76;p47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47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>
            <a:spLocks noGrp="1"/>
          </p:cNvSpPr>
          <p:nvPr>
            <p:ph type="title"/>
          </p:nvPr>
        </p:nvSpPr>
        <p:spPr>
          <a:xfrm rot="5400000">
            <a:off x="7531102" y="1841504"/>
            <a:ext cx="5257799" cy="2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" name="Google Shape;80;p48"/>
          <p:cNvSpPr txBox="1">
            <a:spLocks noGrp="1"/>
          </p:cNvSpPr>
          <p:nvPr>
            <p:ph type="body" idx="1"/>
          </p:nvPr>
        </p:nvSpPr>
        <p:spPr>
          <a:xfrm rot="5400000">
            <a:off x="2044701" y="-800097"/>
            <a:ext cx="5257801" cy="79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87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1" name="Google Shape;81;p48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48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48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>
            <a:spLocks noGrp="1"/>
          </p:cNvSpPr>
          <p:nvPr>
            <p:ph type="title"/>
          </p:nvPr>
        </p:nvSpPr>
        <p:spPr>
          <a:xfrm>
            <a:off x="670985" y="4986339"/>
            <a:ext cx="10911417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7" name="Google Shape;7;p37"/>
          <p:cNvSpPr txBox="1">
            <a:spLocks noGrp="1"/>
          </p:cNvSpPr>
          <p:nvPr>
            <p:ph type="body" idx="1"/>
          </p:nvPr>
        </p:nvSpPr>
        <p:spPr>
          <a:xfrm>
            <a:off x="670984" y="530226"/>
            <a:ext cx="10911416" cy="418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marR="0" lvl="0" indent="-37084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sz="28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8100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 panose="020B0604030504040204"/>
              <a:buChar char="◦"/>
              <a:defRPr sz="24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68300" algn="l" rtl="0">
              <a:spcBef>
                <a:spcPts val="250"/>
              </a:spcBef>
              <a:spcAft>
                <a:spcPts val="0"/>
              </a:spcAft>
              <a:buClr>
                <a:srgbClr val="FF3D39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63855" algn="l" rtl="0">
              <a:spcBef>
                <a:spcPts val="225"/>
              </a:spcBef>
              <a:spcAft>
                <a:spcPts val="0"/>
              </a:spcAft>
              <a:buClr>
                <a:srgbClr val="FF3D39"/>
              </a:buClr>
              <a:buSzPts val="2128"/>
              <a:buFont typeface="Verdana" panose="020B0604030504040204"/>
              <a:buChar char="◦"/>
              <a:defRPr sz="19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55600" algn="l" rtl="0">
              <a:spcBef>
                <a:spcPts val="250"/>
              </a:spcBef>
              <a:spcAft>
                <a:spcPts val="0"/>
              </a:spcAft>
              <a:buClr>
                <a:srgbClr val="BEFF4B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36550" algn="l" rtl="0">
              <a:spcBef>
                <a:spcPts val="250"/>
              </a:spcBef>
              <a:spcAft>
                <a:spcPts val="0"/>
              </a:spcAft>
              <a:buClr>
                <a:srgbClr val="BFFF49"/>
              </a:buClr>
              <a:buSzPts val="1700"/>
              <a:buFont typeface="Verdana" panose="020B0604030504040204"/>
              <a:buChar char="◦"/>
              <a:defRPr sz="17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3200400" marR="0" lvl="6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3657600" marR="0" lvl="7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Verdana" panose="020B0604030504040204"/>
              <a:buChar char="◦"/>
              <a:defRPr sz="15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4114800" marR="0" lvl="8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8" name="Google Shape;8;p37"/>
          <p:cNvSpPr txBox="1">
            <a:spLocks noGrp="1"/>
          </p:cNvSpPr>
          <p:nvPr>
            <p:ph type="dt" idx="10"/>
          </p:nvPr>
        </p:nvSpPr>
        <p:spPr>
          <a:xfrm>
            <a:off x="5035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6355B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US"/>
          </a:p>
        </p:txBody>
      </p:sp>
      <p:sp>
        <p:nvSpPr>
          <p:cNvPr id="9" name="Google Shape;9;p37"/>
          <p:cNvSpPr txBox="1">
            <a:spLocks noGrp="1"/>
          </p:cNvSpPr>
          <p:nvPr>
            <p:ph type="ftr" idx="11"/>
          </p:nvPr>
        </p:nvSpPr>
        <p:spPr>
          <a:xfrm>
            <a:off x="8083551" y="6111876"/>
            <a:ext cx="304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6355B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US"/>
          </a:p>
        </p:txBody>
      </p:sp>
      <p:sp>
        <p:nvSpPr>
          <p:cNvPr id="10" name="Google Shape;10;p37"/>
          <p:cNvSpPr txBox="1">
            <a:spLocks noGrp="1"/>
          </p:cNvSpPr>
          <p:nvPr>
            <p:ph type="sldNum" idx="12"/>
          </p:nvPr>
        </p:nvSpPr>
        <p:spPr>
          <a:xfrm>
            <a:off x="11131551" y="61118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 panose="020B0604030504040204"/>
              <a:buNone/>
              <a:defRPr sz="1000" b="0" i="0" u="none" strike="noStrike" cap="none">
                <a:solidFill>
                  <a:srgbClr val="14335A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383406" y="462013"/>
            <a:ext cx="11425200" cy="3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Unit-3 (Lecture-11)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AutoNum type="arabicPeriod"/>
            </a:pPr>
            <a:r>
              <a:rPr lang="en-US" sz="4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Number series 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AutoNum type="arabicPeriod"/>
            </a:pPr>
            <a:r>
              <a:rPr lang="en-US" sz="4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Alphabet series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375385" y="519764"/>
            <a:ext cx="113097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833C0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Types of series</a:t>
            </a:r>
            <a:endParaRPr sz="3400" b="1">
              <a:solidFill>
                <a:srgbClr val="833C0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rgbClr val="833C0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 panose="02020603050405020304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Primes  numbers based</a:t>
            </a: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 panose="02020603050405020304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Perfect Squares or Cubes Series</a:t>
            </a: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 panose="02020603050405020304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Addition or subtraction series </a:t>
            </a: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 panose="02020603050405020304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Multiplicative series</a:t>
            </a: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5207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 panose="02020603050405020304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Pattern-Based Series</a:t>
            </a: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520700" algn="just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 panose="02020603050405020304"/>
              <a:buAutoNum type="arabicPeriod"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Alternative series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marR="0" lvl="0" indent="-33020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3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492369" y="858128"/>
            <a:ext cx="1106767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2, 5, 8, 11, 14, 17,...........,23.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21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19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20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22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492369" y="703384"/>
            <a:ext cx="1106767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2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45, 38, 31, 24, 17, ...........,3.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15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14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10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12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647113" y="900332"/>
            <a:ext cx="1091292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3: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2, 3, 5, 7, 11, 13, ...........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15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17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19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21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/>
        </p:nvSpPr>
        <p:spPr>
          <a:xfrm>
            <a:off x="510139" y="490888"/>
            <a:ext cx="11049900" cy="4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4: </a:t>
            </a: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2, 5, 11, 17, 23, ...........41.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29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31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33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37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478302" y="773722"/>
            <a:ext cx="11081737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5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2, 6, 18, 54, 162,.........,1458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486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810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648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480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548639" y="801858"/>
            <a:ext cx="11011399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6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3, 12, 48, 192,............,3072.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384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576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768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960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/>
        </p:nvSpPr>
        <p:spPr>
          <a:xfrm>
            <a:off x="633045" y="815926"/>
            <a:ext cx="1092699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7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32, 48, 72, 108, .........., 243.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132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162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160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154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/>
        </p:nvSpPr>
        <p:spPr>
          <a:xfrm>
            <a:off x="464234" y="815926"/>
            <a:ext cx="1109580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8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0, 4, 16, 36, 64, ........ 144.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100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81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121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94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/>
        </p:nvSpPr>
        <p:spPr>
          <a:xfrm>
            <a:off x="478302" y="872196"/>
            <a:ext cx="11081737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9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0, 3, 8, 15, 24, 35, 48, ..........,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54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58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61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63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/>
        </p:nvSpPr>
        <p:spPr>
          <a:xfrm>
            <a:off x="492369" y="815926"/>
            <a:ext cx="1106767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10 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17, 30, 41, 50, __, 62, 65.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54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52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57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61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/>
        </p:nvSpPr>
        <p:spPr>
          <a:xfrm>
            <a:off x="633045" y="717452"/>
            <a:ext cx="1092699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11: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2, 6, 12, 20, ............, 42.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30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34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38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39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/>
        </p:nvSpPr>
        <p:spPr>
          <a:xfrm>
            <a:off x="633045" y="886264"/>
            <a:ext cx="1092699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12: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next term in the series.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1, 8, 27, 64, 125, 216, ......... .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343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512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729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325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/>
        </p:nvSpPr>
        <p:spPr>
          <a:xfrm>
            <a:off x="562707" y="914400"/>
            <a:ext cx="10997331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13: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missing term in the series : 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3, 20, 63, 144, 275, ?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354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468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548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554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520505" y="745588"/>
            <a:ext cx="11039534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14: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missing term in the series : 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2, 5, 9, 19, 37, ?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73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75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76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78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/>
        </p:nvSpPr>
        <p:spPr>
          <a:xfrm>
            <a:off x="506437" y="970670"/>
            <a:ext cx="11053602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15: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following alphabet series , one term missing as shown by question mark . Choose missing term from  options.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Y, W, U, S, Q, ?, ?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N, J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M, L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L, M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O, M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506437" y="1041008"/>
            <a:ext cx="11053602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16: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 the missing term WFB, TGD, QHG, ?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NIJ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NIK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OJK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NLK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/>
        </p:nvSpPr>
        <p:spPr>
          <a:xfrm>
            <a:off x="520505" y="787790"/>
            <a:ext cx="1103953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17: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828800" marR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AC, FH, KM, PR, ?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[A] UW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[B] VW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[C] UX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[D] TV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[E] None of these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89ccb3547_4_0"/>
          <p:cNvSpPr txBox="1"/>
          <p:nvPr/>
        </p:nvSpPr>
        <p:spPr>
          <a:xfrm>
            <a:off x="534571" y="858128"/>
            <a:ext cx="11025467" cy="588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18: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JAF, JEF, JIF, JOF, ?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A. PIG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69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 PET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69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C. JUF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69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D. POT</a:t>
            </a:r>
            <a:endParaRPr sz="3000" dirty="0">
              <a:solidFill>
                <a:schemeClr val="dk1"/>
              </a:solidFill>
              <a:highlight>
                <a:schemeClr val="lt1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89ccb3547_4_5"/>
          <p:cNvSpPr txBox="1"/>
          <p:nvPr/>
        </p:nvSpPr>
        <p:spPr>
          <a:xfrm>
            <a:off x="562707" y="956602"/>
            <a:ext cx="10997331" cy="45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19: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Which term comes next in the sequence: 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WXCD, UVEF, STGH, QRIJ, ?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A. OPKL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 AYBZ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C. JIRQ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D. LRMS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E. None of these</a:t>
            </a:r>
            <a:endParaRPr sz="3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89ccb3547_4_12"/>
          <p:cNvSpPr txBox="1"/>
          <p:nvPr/>
        </p:nvSpPr>
        <p:spPr>
          <a:xfrm>
            <a:off x="510139" y="490888"/>
            <a:ext cx="11049900" cy="45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Question 20: </a:t>
            </a: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Which term comes next in the sequence: 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SAB, ?, QCD, PDD, OEF, NFF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A. CBT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 ABR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C. BCT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D. RBB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E. None of these</a:t>
            </a:r>
            <a:endParaRPr sz="3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C:\Users\User\Desktop\Blood relationship\thankyou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681163" y="687388"/>
            <a:ext cx="8829675" cy="54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spec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PEA-305_L3_Number system </Template>
  <TotalTime>0</TotalTime>
  <Words>2348</Words>
  <Application>WPS Presentation</Application>
  <PresentationFormat>Widescreen</PresentationFormat>
  <Paragraphs>197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Arial</vt:lpstr>
      <vt:lpstr>Verdana</vt:lpstr>
      <vt:lpstr>Noto Sans Symbols</vt:lpstr>
      <vt:lpstr>Segoe Print</vt:lpstr>
      <vt:lpstr>Calibri</vt:lpstr>
      <vt:lpstr>Times New Roman</vt:lpstr>
      <vt:lpstr>Microsoft YaHei</vt:lpstr>
      <vt:lpstr>Arial Unicode MS</vt:lpstr>
      <vt:lpstr>Aspect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panwar</dc:creator>
  <cp:lastModifiedBy>shilpa makkar</cp:lastModifiedBy>
  <cp:revision>3</cp:revision>
  <dcterms:created xsi:type="dcterms:W3CDTF">2022-02-20T13:44:00Z</dcterms:created>
  <dcterms:modified xsi:type="dcterms:W3CDTF">2025-02-20T06:57:11Z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3D0265388DA3488997DD3083C645AB26_12</vt:lpwstr>
  </property>
  <property fmtid="{D5CDD505-2E9C-101B-9397-08002B2CF9AE}" pid="3" name="KSOProductBuildVer">
    <vt:lpwstr>1033-12.2.0.19805</vt:lpwstr>
  </property>
</Properties>
</file>