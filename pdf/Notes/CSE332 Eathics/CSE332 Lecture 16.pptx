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36"/>
    </p:cViewPr>
  </p:notesTextViewPr>
  <p:sorterViewPr>
    <p:cViewPr>
      <p:scale>
        <a:sx n="100" d="100"/>
        <a:sy n="100" d="100"/>
      </p:scale>
      <p:origin x="0" y="-350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D77A0-0523-4D00-BE0A-2F85EB7CD3D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9108E-966C-4F36-AD78-ECA93F8EF9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SEO (Search Engine Optimization)</a:t>
            </a:r>
          </a:p>
          <a:p>
            <a:r>
              <a:rPr lang="en-US" smtClean="0"/>
              <a:t>PPC (Pay-Per-Click Advertising)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E9108E-966C-4F36-AD78-ECA93F8EF95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3400" y="3021909"/>
            <a:ext cx="8077200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800" dirty="0" smtClean="0">
                <a:latin typeface="Arial MT"/>
                <a:cs typeface="Arial MT"/>
              </a:rPr>
              <a:t>Product Based and Service Based IT Companies , Marketing plan ,Operational Plan , Management and Organization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882574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Based Companies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sell software-based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 heavily in R&amp;D and innovation.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companies: Microsoft, Google, Adobe.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Earn revenue from licensing and subscriptions.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scalability, automation, and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loyalty depends on product quality.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 Based Companies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 IT services and consulting globally.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on client-specific software solutions.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companies: TCS, Infosys, Wipro, Accenture.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depends on contracts and projects.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Skilled workforce is crucial for success.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solutions meet client requirements.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4532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2274838"/>
            <a:ext cx="838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document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blueprint that outlines a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advertising and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efforts</a:t>
            </a:r>
          </a:p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coming year.</a:t>
            </a:r>
          </a:p>
        </p:txBody>
      </p:sp>
    </p:spTree>
    <p:extLst>
      <p:ext uri="{BB962C8B-B14F-4D97-AF65-F5344CB8AC3E}">
        <p14:creationId xmlns="" xmlns:p14="http://schemas.microsoft.com/office/powerpoint/2010/main" val="119360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219200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goals, audience, and key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digital and offline presence.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brand awareness and customer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SEO, PPC, and social media.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trends and </a:t>
            </a:r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competitors'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success using key performance indicators.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116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Plan- Target Market Analysis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838200"/>
            <a:ext cx="80772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industries needing IT-based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pain points and expectations.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 audience based on demographics and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buyer personas for personalized marketing.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market trends and emerging demands.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 marketing strategies with audience </a:t>
            </a:r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4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Strategy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143000"/>
            <a:ext cx="8305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content marketing for brand authority.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SEO for higher search rankings.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paid ads for quick conversions.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email marketing for lead nurturing.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Engage customers through social media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optimize campaigns continuously.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1579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Lead Generation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9906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strong inbound and outbound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landing pages for better conversions.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 free trials or demos strategically.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CRM tools for tracking leads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follow-ups to increase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 ROI and improve sales tactics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0597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86800" cy="958774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Customer Engagement and Retention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5774" y="1371600"/>
            <a:ext cx="8382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excellent support for client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AI-driven </a:t>
            </a:r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 loyalty programs and referral benefits.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communication enhances brand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to improve service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long-term relationships for brand loyalty.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382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Measurement and Optimization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1122" y="1447800"/>
            <a:ext cx="8458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 key metrics using analytics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website traffic and conversion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spend and ROI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Refine strategies based on customer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Adjust campaigns for better market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Stay updated with industry trends regularly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1673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Operational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1122" y="1447800"/>
            <a:ext cx="8458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Plan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highly detailed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clear picture of how a team, section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department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contribute to the achievement of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organisation's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goals.</a:t>
            </a:r>
          </a:p>
        </p:txBody>
      </p:sp>
    </p:spTree>
    <p:extLst>
      <p:ext uri="{BB962C8B-B14F-4D97-AF65-F5344CB8AC3E}">
        <p14:creationId xmlns="" xmlns:p14="http://schemas.microsoft.com/office/powerpoint/2010/main" val="156305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Operational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849731"/>
            <a:ext cx="8686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Defines company processes, workflows, and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efficiency, productivity, and goal alignment.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Covers resource management and daily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risk assessment and contingency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workforce for maximum output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performance using key operational metrics.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101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Business Process Management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900" y="1066800"/>
            <a:ext cx="83058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workflows for smooth project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agile or waterfall development methodologies.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automation for increased operational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seamless coordination across business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review and refine existing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satisfaction through better service.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7924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Resource Allocation Strategy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2583" y="990600"/>
            <a:ext cx="876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 resources based on project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manpower for cost-effective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cloud computing for scalable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budget control for operational sustainability.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backup systems for disaster recovery.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downtime through proactive resource planning.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347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Technology and Infrastructure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1913" y="1143000"/>
            <a:ext cx="86106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secure and scalable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IT infrastructure supports business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upgrade hardware and software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cybersecurity measures for data protection.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AI and automation for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performance and prevent failures.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1929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Risk Management and Compliance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713" y="1143000"/>
            <a:ext cx="8839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 risks in business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contingency plans for risk mitigation.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compliance with legal IT regulations.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Conduct regular audits for process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data protection and cybersecurity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employees on security and compliance.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544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984885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Performance Monitoring and Optimization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 operational KPIs for business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team efficiency and project timelines.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data analytics for process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update workflows for better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innovation for operational excellence.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strategies and optimize for success.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606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Management and Organization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Management Team :-</a:t>
            </a:r>
          </a:p>
          <a:p>
            <a:endParaRPr lang="en-US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Founders &amp; core executives.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Industry experience overview.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Leadership team expertise.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Key responsibilities assigned.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Growth &amp; vision alignment.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Advisors &amp; mentors onboard.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2426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Management and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Organizational Structure:-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Startup type &amp;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Hierarchical team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Key departments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Roles &amp; responsibilities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Operational workflow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Decision-making authority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4074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794</Words>
  <Application>Microsoft Office PowerPoint</Application>
  <PresentationFormat>On-screen Show (4:3)</PresentationFormat>
  <Paragraphs>128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CSE332 Industrial Ethics and Legal Issues</vt:lpstr>
      <vt:lpstr>Product Based Companies</vt:lpstr>
      <vt:lpstr>Service  Based Companies</vt:lpstr>
      <vt:lpstr>Marketing Plan</vt:lpstr>
      <vt:lpstr>Marketing Plan</vt:lpstr>
      <vt:lpstr>Marketing Plan- Target Market Analysis</vt:lpstr>
      <vt:lpstr>Digital Marketing Strategy</vt:lpstr>
      <vt:lpstr>Sales and Lead Generation</vt:lpstr>
      <vt:lpstr>Customer Engagement and Retention</vt:lpstr>
      <vt:lpstr>Performance Measurement and Optimization</vt:lpstr>
      <vt:lpstr>Operational Plan</vt:lpstr>
      <vt:lpstr>Operational Plan</vt:lpstr>
      <vt:lpstr>Business Process Management</vt:lpstr>
      <vt:lpstr>Resource Allocation Strategy</vt:lpstr>
      <vt:lpstr>Technology and Infrastructure</vt:lpstr>
      <vt:lpstr>Risk Management and Compliance</vt:lpstr>
      <vt:lpstr>Performance Monitoring and Optimization</vt:lpstr>
      <vt:lpstr>Management and Organization</vt:lpstr>
      <vt:lpstr>Management and Organization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HP</cp:lastModifiedBy>
  <cp:revision>17</cp:revision>
  <dcterms:created xsi:type="dcterms:W3CDTF">2025-01-19T10:10:46Z</dcterms:created>
  <dcterms:modified xsi:type="dcterms:W3CDTF">2026-04-29T09:18:04Z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