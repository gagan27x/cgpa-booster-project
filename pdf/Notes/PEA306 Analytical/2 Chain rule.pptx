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4"/>
  </p:notesMasterIdLst>
  <p:sldIdLst>
    <p:sldId id="376" r:id="rId2"/>
    <p:sldId id="413" r:id="rId3"/>
    <p:sldId id="415" r:id="rId4"/>
    <p:sldId id="416" r:id="rId5"/>
    <p:sldId id="417" r:id="rId6"/>
    <p:sldId id="419" r:id="rId7"/>
    <p:sldId id="420" r:id="rId8"/>
    <p:sldId id="421" r:id="rId9"/>
    <p:sldId id="423" r:id="rId10"/>
    <p:sldId id="425" r:id="rId11"/>
    <p:sldId id="427" r:id="rId12"/>
    <p:sldId id="428" r:id="rId13"/>
    <p:sldId id="432" r:id="rId14"/>
    <p:sldId id="418" r:id="rId15"/>
    <p:sldId id="429" r:id="rId16"/>
    <p:sldId id="430" r:id="rId17"/>
    <p:sldId id="433" r:id="rId18"/>
    <p:sldId id="435" r:id="rId19"/>
    <p:sldId id="436" r:id="rId20"/>
    <p:sldId id="437" r:id="rId21"/>
    <p:sldId id="434" r:id="rId22"/>
    <p:sldId id="297" r:id="rId23"/>
  </p:sldIdLst>
  <p:sldSz cx="116586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DDE95EA-4FED-4B16-88AB-BC68232F066F}">
          <p14:sldIdLst>
            <p14:sldId id="376"/>
            <p14:sldId id="413"/>
            <p14:sldId id="415"/>
            <p14:sldId id="416"/>
            <p14:sldId id="417"/>
            <p14:sldId id="419"/>
            <p14:sldId id="420"/>
            <p14:sldId id="421"/>
            <p14:sldId id="423"/>
            <p14:sldId id="425"/>
            <p14:sldId id="427"/>
            <p14:sldId id="428"/>
            <p14:sldId id="432"/>
            <p14:sldId id="418"/>
            <p14:sldId id="429"/>
            <p14:sldId id="430"/>
            <p14:sldId id="433"/>
            <p14:sldId id="435"/>
            <p14:sldId id="436"/>
            <p14:sldId id="437"/>
            <p14:sldId id="434"/>
            <p14:sldId id="297"/>
          </p14:sldIdLst>
        </p14:section>
      </p14:sectionLst>
    </p:ext>
    <p:ext uri="{EFAFB233-063F-42B5-8137-9DF3F51BA10A}">
      <p15:sldGuideLst xmlns="" xmlns:p15="http://schemas.microsoft.com/office/powerpoint/2012/main">
        <p15:guide id="1" orient="horz" pos="2160">
          <p15:clr>
            <a:srgbClr val="A4A3A4"/>
          </p15:clr>
        </p15:guide>
        <p15:guide id="2" pos="367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D9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43" autoAdjust="0"/>
    <p:restoredTop sz="94660"/>
  </p:normalViewPr>
  <p:slideViewPr>
    <p:cSldViewPr>
      <p:cViewPr>
        <p:scale>
          <a:sx n="76" d="100"/>
          <a:sy n="76" d="100"/>
        </p:scale>
        <p:origin x="-564" y="-72"/>
      </p:cViewPr>
      <p:guideLst>
        <p:guide orient="horz" pos="2160"/>
        <p:guide pos="367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iyanka Gurung" userId="9c5b12de17b6c17d" providerId="LiveId" clId="{99742CE8-321A-4AAA-AE57-9819C695C1C1}"/>
    <pc:docChg chg="undo custSel addSld delSld modSld modSection">
      <pc:chgData name="Priyanka Gurung" userId="9c5b12de17b6c17d" providerId="LiveId" clId="{99742CE8-321A-4AAA-AE57-9819C695C1C1}" dt="2021-06-10T12:21:25.962" v="488"/>
      <pc:docMkLst>
        <pc:docMk/>
      </pc:docMkLst>
      <pc:sldChg chg="addSp delSp modSp mod">
        <pc:chgData name="Priyanka Gurung" userId="9c5b12de17b6c17d" providerId="LiveId" clId="{99742CE8-321A-4AAA-AE57-9819C695C1C1}" dt="2021-06-10T10:50:23.620" v="174" actId="14100"/>
        <pc:sldMkLst>
          <pc:docMk/>
          <pc:sldMk cId="4083213734" sldId="256"/>
        </pc:sldMkLst>
        <pc:spChg chg="mod">
          <ac:chgData name="Priyanka Gurung" userId="9c5b12de17b6c17d" providerId="LiveId" clId="{99742CE8-321A-4AAA-AE57-9819C695C1C1}" dt="2021-06-10T10:14:23.790" v="46" actId="20577"/>
          <ac:spMkLst>
            <pc:docMk/>
            <pc:sldMk cId="4083213734" sldId="256"/>
            <ac:spMk id="2" creationId="{00000000-0000-0000-0000-000000000000}"/>
          </ac:spMkLst>
        </pc:spChg>
        <pc:spChg chg="add mod">
          <ac:chgData name="Priyanka Gurung" userId="9c5b12de17b6c17d" providerId="LiveId" clId="{99742CE8-321A-4AAA-AE57-9819C695C1C1}" dt="2021-06-10T10:27:48.857" v="70" actId="255"/>
          <ac:spMkLst>
            <pc:docMk/>
            <pc:sldMk cId="4083213734" sldId="256"/>
            <ac:spMk id="11" creationId="{7A9FD1C5-5898-4F1E-BFD1-A1AB7CC71E68}"/>
          </ac:spMkLst>
        </pc:spChg>
        <pc:spChg chg="add del mod">
          <ac:chgData name="Priyanka Gurung" userId="9c5b12de17b6c17d" providerId="LiveId" clId="{99742CE8-321A-4AAA-AE57-9819C695C1C1}" dt="2021-06-10T10:36:13.219" v="83" actId="478"/>
          <ac:spMkLst>
            <pc:docMk/>
            <pc:sldMk cId="4083213734" sldId="256"/>
            <ac:spMk id="16" creationId="{DBCE6E32-838E-4917-968B-C490B721B726}"/>
          </ac:spMkLst>
        </pc:spChg>
        <pc:graphicFrameChg chg="add del mod modGraphic">
          <ac:chgData name="Priyanka Gurung" userId="9c5b12de17b6c17d" providerId="LiveId" clId="{99742CE8-321A-4AAA-AE57-9819C695C1C1}" dt="2021-06-10T10:37:22.850" v="89" actId="1032"/>
          <ac:graphicFrameMkLst>
            <pc:docMk/>
            <pc:sldMk cId="4083213734" sldId="256"/>
            <ac:graphicFrameMk id="17" creationId="{7F30799E-001A-469D-A5E1-2E4A94565C36}"/>
          </ac:graphicFrameMkLst>
        </pc:graphicFrameChg>
        <pc:picChg chg="del">
          <ac:chgData name="Priyanka Gurung" userId="9c5b12de17b6c17d" providerId="LiveId" clId="{99742CE8-321A-4AAA-AE57-9819C695C1C1}" dt="2021-06-10T10:17:35.328" v="59" actId="478"/>
          <ac:picMkLst>
            <pc:docMk/>
            <pc:sldMk cId="4083213734" sldId="256"/>
            <ac:picMk id="4" creationId="{00000000-0000-0000-0000-000000000000}"/>
          </ac:picMkLst>
        </pc:picChg>
        <pc:picChg chg="add mod modCrop">
          <ac:chgData name="Priyanka Gurung" userId="9c5b12de17b6c17d" providerId="LiveId" clId="{99742CE8-321A-4AAA-AE57-9819C695C1C1}" dt="2021-06-10T10:44:16.911" v="140" actId="1076"/>
          <ac:picMkLst>
            <pc:docMk/>
            <pc:sldMk cId="4083213734" sldId="256"/>
            <ac:picMk id="5" creationId="{5711EAF4-184E-43E9-9CD7-DA221E72EEF2}"/>
          </ac:picMkLst>
        </pc:picChg>
        <pc:picChg chg="add mod modCrop">
          <ac:chgData name="Priyanka Gurung" userId="9c5b12de17b6c17d" providerId="LiveId" clId="{99742CE8-321A-4AAA-AE57-9819C695C1C1}" dt="2021-06-10T10:17:08.832" v="55" actId="1076"/>
          <ac:picMkLst>
            <pc:docMk/>
            <pc:sldMk cId="4083213734" sldId="256"/>
            <ac:picMk id="7" creationId="{1DA042BD-3F8A-4AB5-B933-A29D175A3C23}"/>
          </ac:picMkLst>
        </pc:picChg>
        <pc:picChg chg="add mod">
          <ac:chgData name="Priyanka Gurung" userId="9c5b12de17b6c17d" providerId="LiveId" clId="{99742CE8-321A-4AAA-AE57-9819C695C1C1}" dt="2021-06-10T10:45:10.352" v="148" actId="1076"/>
          <ac:picMkLst>
            <pc:docMk/>
            <pc:sldMk cId="4083213734" sldId="256"/>
            <ac:picMk id="8" creationId="{1D02146F-8985-4C93-8CF8-BFBC90D25D52}"/>
          </ac:picMkLst>
        </pc:picChg>
        <pc:picChg chg="add mod modCrop">
          <ac:chgData name="Priyanka Gurung" userId="9c5b12de17b6c17d" providerId="LiveId" clId="{99742CE8-321A-4AAA-AE57-9819C695C1C1}" dt="2021-06-10T10:44:52.416" v="145" actId="1076"/>
          <ac:picMkLst>
            <pc:docMk/>
            <pc:sldMk cId="4083213734" sldId="256"/>
            <ac:picMk id="9" creationId="{C0488E4A-1A97-4AB7-A53D-E22EE0F45688}"/>
          </ac:picMkLst>
        </pc:picChg>
        <pc:picChg chg="add del mod">
          <ac:chgData name="Priyanka Gurung" userId="9c5b12de17b6c17d" providerId="LiveId" clId="{99742CE8-321A-4AAA-AE57-9819C695C1C1}" dt="2021-06-10T10:42:41.710" v="126" actId="478"/>
          <ac:picMkLst>
            <pc:docMk/>
            <pc:sldMk cId="4083213734" sldId="256"/>
            <ac:picMk id="13" creationId="{31686CAF-9F73-4036-8F02-64A2BB082F1C}"/>
          </ac:picMkLst>
        </pc:picChg>
        <pc:picChg chg="add mod">
          <ac:chgData name="Priyanka Gurung" userId="9c5b12de17b6c17d" providerId="LiveId" clId="{99742CE8-321A-4AAA-AE57-9819C695C1C1}" dt="2021-06-10T10:50:23.620" v="174" actId="14100"/>
          <ac:picMkLst>
            <pc:docMk/>
            <pc:sldMk cId="4083213734" sldId="256"/>
            <ac:picMk id="15" creationId="{78C0E2B0-1D2A-4040-9E3F-A06BB3925462}"/>
          </ac:picMkLst>
        </pc:picChg>
      </pc:sldChg>
      <pc:sldChg chg="addSp delSp modSp mod modAnim">
        <pc:chgData name="Priyanka Gurung" userId="9c5b12de17b6c17d" providerId="LiveId" clId="{99742CE8-321A-4AAA-AE57-9819C695C1C1}" dt="2021-06-10T11:53:46.440" v="359"/>
        <pc:sldMkLst>
          <pc:docMk/>
          <pc:sldMk cId="3333479639" sldId="268"/>
        </pc:sldMkLst>
        <pc:spChg chg="del mod">
          <ac:chgData name="Priyanka Gurung" userId="9c5b12de17b6c17d" providerId="LiveId" clId="{99742CE8-321A-4AAA-AE57-9819C695C1C1}" dt="2021-06-10T10:09:38.355" v="4" actId="478"/>
          <ac:spMkLst>
            <pc:docMk/>
            <pc:sldMk cId="3333479639" sldId="268"/>
            <ac:spMk id="2" creationId="{00000000-0000-0000-0000-000000000000}"/>
          </ac:spMkLst>
        </pc:spChg>
        <pc:spChg chg="add mod">
          <ac:chgData name="Priyanka Gurung" userId="9c5b12de17b6c17d" providerId="LiveId" clId="{99742CE8-321A-4AAA-AE57-9819C695C1C1}" dt="2021-06-10T11:11:45.731" v="199" actId="20577"/>
          <ac:spMkLst>
            <pc:docMk/>
            <pc:sldMk cId="3333479639" sldId="268"/>
            <ac:spMk id="5" creationId="{B592BD44-2037-4ACB-939F-61FDBDB6CD56}"/>
          </ac:spMkLst>
        </pc:spChg>
        <pc:spChg chg="add mod">
          <ac:chgData name="Priyanka Gurung" userId="9c5b12de17b6c17d" providerId="LiveId" clId="{99742CE8-321A-4AAA-AE57-9819C695C1C1}" dt="2021-06-10T11:13:04.157" v="203" actId="1076"/>
          <ac:spMkLst>
            <pc:docMk/>
            <pc:sldMk cId="3333479639" sldId="268"/>
            <ac:spMk id="9" creationId="{5CF52572-2870-440F-8B98-A5E2DCD3EF91}"/>
          </ac:spMkLst>
        </pc:spChg>
        <pc:graphicFrameChg chg="del mod">
          <ac:chgData name="Priyanka Gurung" userId="9c5b12de17b6c17d" providerId="LiveId" clId="{99742CE8-321A-4AAA-AE57-9819C695C1C1}" dt="2021-06-10T10:09:32.253" v="2" actId="478"/>
          <ac:graphicFrameMkLst>
            <pc:docMk/>
            <pc:sldMk cId="3333479639" sldId="268"/>
            <ac:graphicFrameMk id="4" creationId="{8AF4D703-24D1-426A-B1DF-4519BB1FAB1A}"/>
          </ac:graphicFrameMkLst>
        </pc:graphicFrameChg>
        <pc:graphicFrameChg chg="add mod modGraphic">
          <ac:chgData name="Priyanka Gurung" userId="9c5b12de17b6c17d" providerId="LiveId" clId="{99742CE8-321A-4AAA-AE57-9819C695C1C1}" dt="2021-06-10T11:49:26.347" v="352" actId="255"/>
          <ac:graphicFrameMkLst>
            <pc:docMk/>
            <pc:sldMk cId="3333479639" sldId="268"/>
            <ac:graphicFrameMk id="11" creationId="{EC6A04C7-B3A9-4815-9DDE-B3EC6DC57E20}"/>
          </ac:graphicFrameMkLst>
        </pc:graphicFrameChg>
        <pc:picChg chg="del mod">
          <ac:chgData name="Priyanka Gurung" userId="9c5b12de17b6c17d" providerId="LiveId" clId="{99742CE8-321A-4AAA-AE57-9819C695C1C1}" dt="2021-06-10T10:45:20.291" v="149" actId="478"/>
          <ac:picMkLst>
            <pc:docMk/>
            <pc:sldMk cId="3333479639" sldId="268"/>
            <ac:picMk id="7" creationId="{00000000-0000-0000-0000-000000000000}"/>
          </ac:picMkLst>
        </pc:picChg>
        <pc:picChg chg="mod">
          <ac:chgData name="Priyanka Gurung" userId="9c5b12de17b6c17d" providerId="LiveId" clId="{99742CE8-321A-4AAA-AE57-9819C695C1C1}" dt="2021-06-10T10:45:32.974" v="153" actId="1076"/>
          <ac:picMkLst>
            <pc:docMk/>
            <pc:sldMk cId="3333479639" sldId="268"/>
            <ac:picMk id="8" creationId="{00000000-0000-0000-0000-000000000000}"/>
          </ac:picMkLst>
        </pc:picChg>
        <pc:picChg chg="add mod">
          <ac:chgData name="Priyanka Gurung" userId="9c5b12de17b6c17d" providerId="LiveId" clId="{99742CE8-321A-4AAA-AE57-9819C695C1C1}" dt="2021-06-10T10:53:24.117" v="175" actId="1076"/>
          <ac:picMkLst>
            <pc:docMk/>
            <pc:sldMk cId="3333479639" sldId="268"/>
            <ac:picMk id="10" creationId="{1DA52936-A33E-4ED0-92EE-8230A3BCB6E6}"/>
          </ac:picMkLst>
        </pc:picChg>
      </pc:sldChg>
      <pc:sldChg chg="addSp delSp modSp mod modAnim">
        <pc:chgData name="Priyanka Gurung" userId="9c5b12de17b6c17d" providerId="LiveId" clId="{99742CE8-321A-4AAA-AE57-9819C695C1C1}" dt="2021-06-10T11:55:24.047" v="365"/>
        <pc:sldMkLst>
          <pc:docMk/>
          <pc:sldMk cId="4106353213" sldId="269"/>
        </pc:sldMkLst>
        <pc:spChg chg="del mod">
          <ac:chgData name="Priyanka Gurung" userId="9c5b12de17b6c17d" providerId="LiveId" clId="{99742CE8-321A-4AAA-AE57-9819C695C1C1}" dt="2021-06-10T10:10:15.555" v="15" actId="478"/>
          <ac:spMkLst>
            <pc:docMk/>
            <pc:sldMk cId="4106353213" sldId="269"/>
            <ac:spMk id="2" creationId="{1F4606D0-AE6E-4095-A88A-FC72DDB05B19}"/>
          </ac:spMkLst>
        </pc:spChg>
        <pc:spChg chg="del mod">
          <ac:chgData name="Priyanka Gurung" userId="9c5b12de17b6c17d" providerId="LiveId" clId="{99742CE8-321A-4AAA-AE57-9819C695C1C1}" dt="2021-06-10T11:34:17.420" v="290"/>
          <ac:spMkLst>
            <pc:docMk/>
            <pc:sldMk cId="4106353213" sldId="269"/>
            <ac:spMk id="3" creationId="{F1FD07B9-20BF-4DEE-AC2E-709DA3C15423}"/>
          </ac:spMkLst>
        </pc:spChg>
        <pc:spChg chg="add mod">
          <ac:chgData name="Priyanka Gurung" userId="9c5b12de17b6c17d" providerId="LiveId" clId="{99742CE8-321A-4AAA-AE57-9819C695C1C1}" dt="2021-06-10T11:26:21.675" v="289" actId="108"/>
          <ac:spMkLst>
            <pc:docMk/>
            <pc:sldMk cId="4106353213" sldId="269"/>
            <ac:spMk id="5" creationId="{5BA3CC55-CD58-41BA-A80E-CF47C3CAE79F}"/>
          </ac:spMkLst>
        </pc:spChg>
        <pc:grpChg chg="del">
          <ac:chgData name="Priyanka Gurung" userId="9c5b12de17b6c17d" providerId="LiveId" clId="{99742CE8-321A-4AAA-AE57-9819C695C1C1}" dt="2021-06-10T10:10:06.403" v="12" actId="478"/>
          <ac:grpSpMkLst>
            <pc:docMk/>
            <pc:sldMk cId="4106353213" sldId="269"/>
            <ac:grpSpMk id="7" creationId="{F3D063C7-667A-4569-A028-D0D54AADD811}"/>
          </ac:grpSpMkLst>
        </pc:grpChg>
        <pc:graphicFrameChg chg="add mod modGraphic">
          <ac:chgData name="Priyanka Gurung" userId="9c5b12de17b6c17d" providerId="LiveId" clId="{99742CE8-321A-4AAA-AE57-9819C695C1C1}" dt="2021-06-10T11:41:13.218" v="323" actId="14100"/>
          <ac:graphicFrameMkLst>
            <pc:docMk/>
            <pc:sldMk cId="4106353213" sldId="269"/>
            <ac:graphicFrameMk id="6" creationId="{FF87A5D3-DC8C-46AF-AF3B-62CBB3BD1744}"/>
          </ac:graphicFrameMkLst>
        </pc:graphicFrameChg>
        <pc:graphicFrameChg chg="add mod modGraphic">
          <ac:chgData name="Priyanka Gurung" userId="9c5b12de17b6c17d" providerId="LiveId" clId="{99742CE8-321A-4AAA-AE57-9819C695C1C1}" dt="2021-06-10T11:43:24.938" v="342" actId="20577"/>
          <ac:graphicFrameMkLst>
            <pc:docMk/>
            <pc:sldMk cId="4106353213" sldId="269"/>
            <ac:graphicFrameMk id="13" creationId="{FC0C9E90-C4B1-442F-AD04-4B9491E96150}"/>
          </ac:graphicFrameMkLst>
        </pc:graphicFrameChg>
        <pc:picChg chg="del mod">
          <ac:chgData name="Priyanka Gurung" userId="9c5b12de17b6c17d" providerId="LiveId" clId="{99742CE8-321A-4AAA-AE57-9819C695C1C1}" dt="2021-06-10T10:53:30.980" v="177" actId="478"/>
          <ac:picMkLst>
            <pc:docMk/>
            <pc:sldMk cId="4106353213" sldId="269"/>
            <ac:picMk id="10" creationId="{00000000-0000-0000-0000-000000000000}"/>
          </ac:picMkLst>
        </pc:picChg>
        <pc:picChg chg="mod">
          <ac:chgData name="Priyanka Gurung" userId="9c5b12de17b6c17d" providerId="LiveId" clId="{99742CE8-321A-4AAA-AE57-9819C695C1C1}" dt="2021-06-10T10:53:41.926" v="180" actId="14100"/>
          <ac:picMkLst>
            <pc:docMk/>
            <pc:sldMk cId="4106353213" sldId="269"/>
            <ac:picMk id="11" creationId="{00000000-0000-0000-0000-000000000000}"/>
          </ac:picMkLst>
        </pc:picChg>
        <pc:picChg chg="add mod">
          <ac:chgData name="Priyanka Gurung" userId="9c5b12de17b6c17d" providerId="LiveId" clId="{99742CE8-321A-4AAA-AE57-9819C695C1C1}" dt="2021-06-10T10:53:35.403" v="179" actId="1076"/>
          <ac:picMkLst>
            <pc:docMk/>
            <pc:sldMk cId="4106353213" sldId="269"/>
            <ac:picMk id="12" creationId="{4B4DA62E-E0CB-4EBF-B092-CDA635F3DBD7}"/>
          </ac:picMkLst>
        </pc:picChg>
      </pc:sldChg>
      <pc:sldChg chg="addSp delSp modSp del mod">
        <pc:chgData name="Priyanka Gurung" userId="9c5b12de17b6c17d" providerId="LiveId" clId="{99742CE8-321A-4AAA-AE57-9819C695C1C1}" dt="2021-06-10T11:24:59.813" v="280" actId="47"/>
        <pc:sldMkLst>
          <pc:docMk/>
          <pc:sldMk cId="1602339068" sldId="270"/>
        </pc:sldMkLst>
        <pc:spChg chg="del">
          <ac:chgData name="Priyanka Gurung" userId="9c5b12de17b6c17d" providerId="LiveId" clId="{99742CE8-321A-4AAA-AE57-9819C695C1C1}" dt="2021-06-10T10:10:48.172" v="18" actId="478"/>
          <ac:spMkLst>
            <pc:docMk/>
            <pc:sldMk cId="1602339068" sldId="270"/>
            <ac:spMk id="2" creationId="{5553652C-84C0-4684-8C34-9EE1257C5D4C}"/>
          </ac:spMkLst>
        </pc:spChg>
        <pc:spChg chg="mod">
          <ac:chgData name="Priyanka Gurung" userId="9c5b12de17b6c17d" providerId="LiveId" clId="{99742CE8-321A-4AAA-AE57-9819C695C1C1}" dt="2021-06-10T10:10:26.287" v="17" actId="20577"/>
          <ac:spMkLst>
            <pc:docMk/>
            <pc:sldMk cId="1602339068" sldId="270"/>
            <ac:spMk id="3" creationId="{D7029786-FFC2-4505-8BCF-064861FE5A71}"/>
          </ac:spMkLst>
        </pc:spChg>
        <pc:spChg chg="add mod">
          <ac:chgData name="Priyanka Gurung" userId="9c5b12de17b6c17d" providerId="LiveId" clId="{99742CE8-321A-4AAA-AE57-9819C695C1C1}" dt="2021-06-10T10:10:48.172" v="18" actId="478"/>
          <ac:spMkLst>
            <pc:docMk/>
            <pc:sldMk cId="1602339068" sldId="270"/>
            <ac:spMk id="10" creationId="{F4D5128C-E8E1-42C1-8F43-75CB523E78CB}"/>
          </ac:spMkLst>
        </pc:spChg>
        <pc:grpChg chg="del">
          <ac:chgData name="Priyanka Gurung" userId="9c5b12de17b6c17d" providerId="LiveId" clId="{99742CE8-321A-4AAA-AE57-9819C695C1C1}" dt="2021-06-10T10:10:22.371" v="16" actId="478"/>
          <ac:grpSpMkLst>
            <pc:docMk/>
            <pc:sldMk cId="1602339068" sldId="270"/>
            <ac:grpSpMk id="4" creationId="{9224CD51-1D60-4B57-8481-0618BBA55FEA}"/>
          </ac:grpSpMkLst>
        </pc:grpChg>
      </pc:sldChg>
      <pc:sldChg chg="del">
        <pc:chgData name="Priyanka Gurung" userId="9c5b12de17b6c17d" providerId="LiveId" clId="{99742CE8-321A-4AAA-AE57-9819C695C1C1}" dt="2021-06-10T10:11:06.574" v="19" actId="47"/>
        <pc:sldMkLst>
          <pc:docMk/>
          <pc:sldMk cId="581648988" sldId="274"/>
        </pc:sldMkLst>
      </pc:sldChg>
      <pc:sldChg chg="del">
        <pc:chgData name="Priyanka Gurung" userId="9c5b12de17b6c17d" providerId="LiveId" clId="{99742CE8-321A-4AAA-AE57-9819C695C1C1}" dt="2021-06-10T10:11:06.574" v="19" actId="47"/>
        <pc:sldMkLst>
          <pc:docMk/>
          <pc:sldMk cId="2019419602" sldId="275"/>
        </pc:sldMkLst>
      </pc:sldChg>
      <pc:sldChg chg="del">
        <pc:chgData name="Priyanka Gurung" userId="9c5b12de17b6c17d" providerId="LiveId" clId="{99742CE8-321A-4AAA-AE57-9819C695C1C1}" dt="2021-06-10T10:11:06.574" v="19" actId="47"/>
        <pc:sldMkLst>
          <pc:docMk/>
          <pc:sldMk cId="928946342" sldId="276"/>
        </pc:sldMkLst>
      </pc:sldChg>
      <pc:sldChg chg="del">
        <pc:chgData name="Priyanka Gurung" userId="9c5b12de17b6c17d" providerId="LiveId" clId="{99742CE8-321A-4AAA-AE57-9819C695C1C1}" dt="2021-06-10T10:11:06.574" v="19" actId="47"/>
        <pc:sldMkLst>
          <pc:docMk/>
          <pc:sldMk cId="328277159" sldId="277"/>
        </pc:sldMkLst>
      </pc:sldChg>
      <pc:sldChg chg="del">
        <pc:chgData name="Priyanka Gurung" userId="9c5b12de17b6c17d" providerId="LiveId" clId="{99742CE8-321A-4AAA-AE57-9819C695C1C1}" dt="2021-06-10T10:11:06.574" v="19" actId="47"/>
        <pc:sldMkLst>
          <pc:docMk/>
          <pc:sldMk cId="3547408945" sldId="278"/>
        </pc:sldMkLst>
      </pc:sldChg>
      <pc:sldChg chg="del">
        <pc:chgData name="Priyanka Gurung" userId="9c5b12de17b6c17d" providerId="LiveId" clId="{99742CE8-321A-4AAA-AE57-9819C695C1C1}" dt="2021-06-10T10:11:06.574" v="19" actId="47"/>
        <pc:sldMkLst>
          <pc:docMk/>
          <pc:sldMk cId="1864178243" sldId="279"/>
        </pc:sldMkLst>
      </pc:sldChg>
      <pc:sldChg chg="del">
        <pc:chgData name="Priyanka Gurung" userId="9c5b12de17b6c17d" providerId="LiveId" clId="{99742CE8-321A-4AAA-AE57-9819C695C1C1}" dt="2021-06-10T10:11:06.574" v="19" actId="47"/>
        <pc:sldMkLst>
          <pc:docMk/>
          <pc:sldMk cId="2130962335" sldId="280"/>
        </pc:sldMkLst>
      </pc:sldChg>
      <pc:sldChg chg="del">
        <pc:chgData name="Priyanka Gurung" userId="9c5b12de17b6c17d" providerId="LiveId" clId="{99742CE8-321A-4AAA-AE57-9819C695C1C1}" dt="2021-06-10T10:11:06.574" v="19" actId="47"/>
        <pc:sldMkLst>
          <pc:docMk/>
          <pc:sldMk cId="3653271404" sldId="281"/>
        </pc:sldMkLst>
      </pc:sldChg>
      <pc:sldChg chg="del">
        <pc:chgData name="Priyanka Gurung" userId="9c5b12de17b6c17d" providerId="LiveId" clId="{99742CE8-321A-4AAA-AE57-9819C695C1C1}" dt="2021-06-10T10:11:06.574" v="19" actId="47"/>
        <pc:sldMkLst>
          <pc:docMk/>
          <pc:sldMk cId="4104368850" sldId="282"/>
        </pc:sldMkLst>
      </pc:sldChg>
      <pc:sldChg chg="del">
        <pc:chgData name="Priyanka Gurung" userId="9c5b12de17b6c17d" providerId="LiveId" clId="{99742CE8-321A-4AAA-AE57-9819C695C1C1}" dt="2021-06-10T10:11:06.574" v="19" actId="47"/>
        <pc:sldMkLst>
          <pc:docMk/>
          <pc:sldMk cId="841728484" sldId="283"/>
        </pc:sldMkLst>
      </pc:sldChg>
      <pc:sldChg chg="del">
        <pc:chgData name="Priyanka Gurung" userId="9c5b12de17b6c17d" providerId="LiveId" clId="{99742CE8-321A-4AAA-AE57-9819C695C1C1}" dt="2021-06-10T10:11:06.574" v="19" actId="47"/>
        <pc:sldMkLst>
          <pc:docMk/>
          <pc:sldMk cId="724797726" sldId="284"/>
        </pc:sldMkLst>
      </pc:sldChg>
      <pc:sldChg chg="del">
        <pc:chgData name="Priyanka Gurung" userId="9c5b12de17b6c17d" providerId="LiveId" clId="{99742CE8-321A-4AAA-AE57-9819C695C1C1}" dt="2021-06-10T10:11:06.574" v="19" actId="47"/>
        <pc:sldMkLst>
          <pc:docMk/>
          <pc:sldMk cId="3012492546" sldId="285"/>
        </pc:sldMkLst>
      </pc:sldChg>
      <pc:sldChg chg="del">
        <pc:chgData name="Priyanka Gurung" userId="9c5b12de17b6c17d" providerId="LiveId" clId="{99742CE8-321A-4AAA-AE57-9819C695C1C1}" dt="2021-06-10T10:11:06.574" v="19" actId="47"/>
        <pc:sldMkLst>
          <pc:docMk/>
          <pc:sldMk cId="1583617802" sldId="286"/>
        </pc:sldMkLst>
      </pc:sldChg>
      <pc:sldChg chg="del">
        <pc:chgData name="Priyanka Gurung" userId="9c5b12de17b6c17d" providerId="LiveId" clId="{99742CE8-321A-4AAA-AE57-9819C695C1C1}" dt="2021-06-10T10:11:06.574" v="19" actId="47"/>
        <pc:sldMkLst>
          <pc:docMk/>
          <pc:sldMk cId="4264806073" sldId="287"/>
        </pc:sldMkLst>
      </pc:sldChg>
      <pc:sldChg chg="del">
        <pc:chgData name="Priyanka Gurung" userId="9c5b12de17b6c17d" providerId="LiveId" clId="{99742CE8-321A-4AAA-AE57-9819C695C1C1}" dt="2021-06-10T10:11:06.574" v="19" actId="47"/>
        <pc:sldMkLst>
          <pc:docMk/>
          <pc:sldMk cId="2599977885" sldId="288"/>
        </pc:sldMkLst>
      </pc:sldChg>
      <pc:sldChg chg="del">
        <pc:chgData name="Priyanka Gurung" userId="9c5b12de17b6c17d" providerId="LiveId" clId="{99742CE8-321A-4AAA-AE57-9819C695C1C1}" dt="2021-06-10T10:11:06.574" v="19" actId="47"/>
        <pc:sldMkLst>
          <pc:docMk/>
          <pc:sldMk cId="419716999" sldId="289"/>
        </pc:sldMkLst>
      </pc:sldChg>
      <pc:sldChg chg="del">
        <pc:chgData name="Priyanka Gurung" userId="9c5b12de17b6c17d" providerId="LiveId" clId="{99742CE8-321A-4AAA-AE57-9819C695C1C1}" dt="2021-06-10T10:11:06.574" v="19" actId="47"/>
        <pc:sldMkLst>
          <pc:docMk/>
          <pc:sldMk cId="1157408572" sldId="291"/>
        </pc:sldMkLst>
      </pc:sldChg>
      <pc:sldChg chg="del">
        <pc:chgData name="Priyanka Gurung" userId="9c5b12de17b6c17d" providerId="LiveId" clId="{99742CE8-321A-4AAA-AE57-9819C695C1C1}" dt="2021-06-10T10:11:06.574" v="19" actId="47"/>
        <pc:sldMkLst>
          <pc:docMk/>
          <pc:sldMk cId="2842879942" sldId="292"/>
        </pc:sldMkLst>
      </pc:sldChg>
      <pc:sldChg chg="del">
        <pc:chgData name="Priyanka Gurung" userId="9c5b12de17b6c17d" providerId="LiveId" clId="{99742CE8-321A-4AAA-AE57-9819C695C1C1}" dt="2021-06-10T10:11:06.574" v="19" actId="47"/>
        <pc:sldMkLst>
          <pc:docMk/>
          <pc:sldMk cId="1524923737" sldId="293"/>
        </pc:sldMkLst>
      </pc:sldChg>
      <pc:sldChg chg="del">
        <pc:chgData name="Priyanka Gurung" userId="9c5b12de17b6c17d" providerId="LiveId" clId="{99742CE8-321A-4AAA-AE57-9819C695C1C1}" dt="2021-06-10T10:11:06.574" v="19" actId="47"/>
        <pc:sldMkLst>
          <pc:docMk/>
          <pc:sldMk cId="3750723770" sldId="294"/>
        </pc:sldMkLst>
      </pc:sldChg>
      <pc:sldChg chg="del">
        <pc:chgData name="Priyanka Gurung" userId="9c5b12de17b6c17d" providerId="LiveId" clId="{99742CE8-321A-4AAA-AE57-9819C695C1C1}" dt="2021-06-10T10:11:06.574" v="19" actId="47"/>
        <pc:sldMkLst>
          <pc:docMk/>
          <pc:sldMk cId="192104566" sldId="295"/>
        </pc:sldMkLst>
      </pc:sldChg>
      <pc:sldChg chg="del">
        <pc:chgData name="Priyanka Gurung" userId="9c5b12de17b6c17d" providerId="LiveId" clId="{99742CE8-321A-4AAA-AE57-9819C695C1C1}" dt="2021-06-10T10:11:06.574" v="19" actId="47"/>
        <pc:sldMkLst>
          <pc:docMk/>
          <pc:sldMk cId="3890576088" sldId="296"/>
        </pc:sldMkLst>
      </pc:sldChg>
      <pc:sldChg chg="del">
        <pc:chgData name="Priyanka Gurung" userId="9c5b12de17b6c17d" providerId="LiveId" clId="{99742CE8-321A-4AAA-AE57-9819C695C1C1}" dt="2021-06-10T10:11:06.574" v="19" actId="47"/>
        <pc:sldMkLst>
          <pc:docMk/>
          <pc:sldMk cId="1681197193" sldId="299"/>
        </pc:sldMkLst>
      </pc:sldChg>
      <pc:sldChg chg="del">
        <pc:chgData name="Priyanka Gurung" userId="9c5b12de17b6c17d" providerId="LiveId" clId="{99742CE8-321A-4AAA-AE57-9819C695C1C1}" dt="2021-06-10T10:11:06.574" v="19" actId="47"/>
        <pc:sldMkLst>
          <pc:docMk/>
          <pc:sldMk cId="2203872609" sldId="300"/>
        </pc:sldMkLst>
      </pc:sldChg>
      <pc:sldChg chg="del">
        <pc:chgData name="Priyanka Gurung" userId="9c5b12de17b6c17d" providerId="LiveId" clId="{99742CE8-321A-4AAA-AE57-9819C695C1C1}" dt="2021-06-10T10:11:06.574" v="19" actId="47"/>
        <pc:sldMkLst>
          <pc:docMk/>
          <pc:sldMk cId="1324478830" sldId="303"/>
        </pc:sldMkLst>
      </pc:sldChg>
      <pc:sldChg chg="del">
        <pc:chgData name="Priyanka Gurung" userId="9c5b12de17b6c17d" providerId="LiveId" clId="{99742CE8-321A-4AAA-AE57-9819C695C1C1}" dt="2021-06-10T10:11:06.574" v="19" actId="47"/>
        <pc:sldMkLst>
          <pc:docMk/>
          <pc:sldMk cId="2186234943" sldId="304"/>
        </pc:sldMkLst>
      </pc:sldChg>
      <pc:sldChg chg="del">
        <pc:chgData name="Priyanka Gurung" userId="9c5b12de17b6c17d" providerId="LiveId" clId="{99742CE8-321A-4AAA-AE57-9819C695C1C1}" dt="2021-06-10T10:11:06.574" v="19" actId="47"/>
        <pc:sldMkLst>
          <pc:docMk/>
          <pc:sldMk cId="264977113" sldId="305"/>
        </pc:sldMkLst>
      </pc:sldChg>
      <pc:sldChg chg="del">
        <pc:chgData name="Priyanka Gurung" userId="9c5b12de17b6c17d" providerId="LiveId" clId="{99742CE8-321A-4AAA-AE57-9819C695C1C1}" dt="2021-06-10T10:11:06.574" v="19" actId="47"/>
        <pc:sldMkLst>
          <pc:docMk/>
          <pc:sldMk cId="3154324693" sldId="306"/>
        </pc:sldMkLst>
      </pc:sldChg>
      <pc:sldChg chg="del">
        <pc:chgData name="Priyanka Gurung" userId="9c5b12de17b6c17d" providerId="LiveId" clId="{99742CE8-321A-4AAA-AE57-9819C695C1C1}" dt="2021-06-10T10:11:06.574" v="19" actId="47"/>
        <pc:sldMkLst>
          <pc:docMk/>
          <pc:sldMk cId="895887469" sldId="307"/>
        </pc:sldMkLst>
      </pc:sldChg>
      <pc:sldChg chg="del">
        <pc:chgData name="Priyanka Gurung" userId="9c5b12de17b6c17d" providerId="LiveId" clId="{99742CE8-321A-4AAA-AE57-9819C695C1C1}" dt="2021-06-10T10:11:06.574" v="19" actId="47"/>
        <pc:sldMkLst>
          <pc:docMk/>
          <pc:sldMk cId="2155052551" sldId="308"/>
        </pc:sldMkLst>
      </pc:sldChg>
      <pc:sldChg chg="del">
        <pc:chgData name="Priyanka Gurung" userId="9c5b12de17b6c17d" providerId="LiveId" clId="{99742CE8-321A-4AAA-AE57-9819C695C1C1}" dt="2021-06-10T10:11:06.574" v="19" actId="47"/>
        <pc:sldMkLst>
          <pc:docMk/>
          <pc:sldMk cId="2713527677" sldId="309"/>
        </pc:sldMkLst>
      </pc:sldChg>
      <pc:sldChg chg="del">
        <pc:chgData name="Priyanka Gurung" userId="9c5b12de17b6c17d" providerId="LiveId" clId="{99742CE8-321A-4AAA-AE57-9819C695C1C1}" dt="2021-06-10T10:11:06.574" v="19" actId="47"/>
        <pc:sldMkLst>
          <pc:docMk/>
          <pc:sldMk cId="1365257145" sldId="310"/>
        </pc:sldMkLst>
      </pc:sldChg>
      <pc:sldChg chg="del">
        <pc:chgData name="Priyanka Gurung" userId="9c5b12de17b6c17d" providerId="LiveId" clId="{99742CE8-321A-4AAA-AE57-9819C695C1C1}" dt="2021-06-10T10:11:06.574" v="19" actId="47"/>
        <pc:sldMkLst>
          <pc:docMk/>
          <pc:sldMk cId="3261187754" sldId="312"/>
        </pc:sldMkLst>
      </pc:sldChg>
      <pc:sldChg chg="del">
        <pc:chgData name="Priyanka Gurung" userId="9c5b12de17b6c17d" providerId="LiveId" clId="{99742CE8-321A-4AAA-AE57-9819C695C1C1}" dt="2021-06-10T10:11:06.574" v="19" actId="47"/>
        <pc:sldMkLst>
          <pc:docMk/>
          <pc:sldMk cId="2894194594" sldId="313"/>
        </pc:sldMkLst>
      </pc:sldChg>
      <pc:sldChg chg="addSp delSp modSp mod modAnim">
        <pc:chgData name="Priyanka Gurung" userId="9c5b12de17b6c17d" providerId="LiveId" clId="{99742CE8-321A-4AAA-AE57-9819C695C1C1}" dt="2021-06-10T11:54:33.069" v="363"/>
        <pc:sldMkLst>
          <pc:docMk/>
          <pc:sldMk cId="4186136812" sldId="314"/>
        </pc:sldMkLst>
        <pc:spChg chg="del mod">
          <ac:chgData name="Priyanka Gurung" userId="9c5b12de17b6c17d" providerId="LiveId" clId="{99742CE8-321A-4AAA-AE57-9819C695C1C1}" dt="2021-06-10T10:10:01.288" v="11" actId="478"/>
          <ac:spMkLst>
            <pc:docMk/>
            <pc:sldMk cId="4186136812" sldId="314"/>
            <ac:spMk id="2" creationId="{00000000-0000-0000-0000-000000000000}"/>
          </ac:spMkLst>
        </pc:spChg>
        <pc:spChg chg="del mod">
          <ac:chgData name="Priyanka Gurung" userId="9c5b12de17b6c17d" providerId="LiveId" clId="{99742CE8-321A-4AAA-AE57-9819C695C1C1}" dt="2021-06-10T10:09:47.211" v="6" actId="478"/>
          <ac:spMkLst>
            <pc:docMk/>
            <pc:sldMk cId="4186136812" sldId="314"/>
            <ac:spMk id="3" creationId="{00000000-0000-0000-0000-000000000000}"/>
          </ac:spMkLst>
        </pc:spChg>
        <pc:spChg chg="add del mod">
          <ac:chgData name="Priyanka Gurung" userId="9c5b12de17b6c17d" providerId="LiveId" clId="{99742CE8-321A-4AAA-AE57-9819C695C1C1}" dt="2021-06-10T10:09:54.115" v="8" actId="478"/>
          <ac:spMkLst>
            <pc:docMk/>
            <pc:sldMk cId="4186136812" sldId="314"/>
            <ac:spMk id="6" creationId="{26C61845-09F5-4AE2-BAA5-41B864865922}"/>
          </ac:spMkLst>
        </pc:spChg>
        <pc:spChg chg="add mod">
          <ac:chgData name="Priyanka Gurung" userId="9c5b12de17b6c17d" providerId="LiveId" clId="{99742CE8-321A-4AAA-AE57-9819C695C1C1}" dt="2021-06-10T11:12:55.958" v="202" actId="1076"/>
          <ac:spMkLst>
            <pc:docMk/>
            <pc:sldMk cId="4186136812" sldId="314"/>
            <ac:spMk id="12" creationId="{F6DD009F-4ED6-49E2-9351-F29C4D8B4C61}"/>
          </ac:spMkLst>
        </pc:spChg>
        <pc:grpChg chg="del">
          <ac:chgData name="Priyanka Gurung" userId="9c5b12de17b6c17d" providerId="LiveId" clId="{99742CE8-321A-4AAA-AE57-9819C695C1C1}" dt="2021-06-10T10:09:56.321" v="9" actId="478"/>
          <ac:grpSpMkLst>
            <pc:docMk/>
            <pc:sldMk cId="4186136812" sldId="314"/>
            <ac:grpSpMk id="5" creationId="{F678E969-3832-4BE9-9368-B4C16EF929C9}"/>
          </ac:grpSpMkLst>
        </pc:grpChg>
        <pc:graphicFrameChg chg="add mod modGraphic">
          <ac:chgData name="Priyanka Gurung" userId="9c5b12de17b6c17d" providerId="LiveId" clId="{99742CE8-321A-4AAA-AE57-9819C695C1C1}" dt="2021-06-10T11:53:58.494" v="360" actId="14100"/>
          <ac:graphicFrameMkLst>
            <pc:docMk/>
            <pc:sldMk cId="4186136812" sldId="314"/>
            <ac:graphicFrameMk id="14" creationId="{F730786A-A4E1-491B-8204-4B1D0C3826ED}"/>
          </ac:graphicFrameMkLst>
        </pc:graphicFrameChg>
        <pc:picChg chg="del">
          <ac:chgData name="Priyanka Gurung" userId="9c5b12de17b6c17d" providerId="LiveId" clId="{99742CE8-321A-4AAA-AE57-9819C695C1C1}" dt="2021-06-10T10:46:11.540" v="161" actId="478"/>
          <ac:picMkLst>
            <pc:docMk/>
            <pc:sldMk cId="4186136812" sldId="314"/>
            <ac:picMk id="7" creationId="{00000000-0000-0000-0000-000000000000}"/>
          </ac:picMkLst>
        </pc:picChg>
        <pc:picChg chg="mod">
          <ac:chgData name="Priyanka Gurung" userId="9c5b12de17b6c17d" providerId="LiveId" clId="{99742CE8-321A-4AAA-AE57-9819C695C1C1}" dt="2021-06-10T10:46:47.575" v="173" actId="1076"/>
          <ac:picMkLst>
            <pc:docMk/>
            <pc:sldMk cId="4186136812" sldId="314"/>
            <ac:picMk id="8" creationId="{00000000-0000-0000-0000-000000000000}"/>
          </ac:picMkLst>
        </pc:picChg>
        <pc:picChg chg="add mod">
          <ac:chgData name="Priyanka Gurung" userId="9c5b12de17b6c17d" providerId="LiveId" clId="{99742CE8-321A-4AAA-AE57-9819C695C1C1}" dt="2021-06-10T10:46:16.735" v="163" actId="1076"/>
          <ac:picMkLst>
            <pc:docMk/>
            <pc:sldMk cId="4186136812" sldId="314"/>
            <ac:picMk id="13" creationId="{9140207F-3D3A-42DD-8C76-30C59A35207F}"/>
          </ac:picMkLst>
        </pc:picChg>
      </pc:sldChg>
      <pc:sldChg chg="addSp modSp add mod modAnim">
        <pc:chgData name="Priyanka Gurung" userId="9c5b12de17b6c17d" providerId="LiveId" clId="{99742CE8-321A-4AAA-AE57-9819C695C1C1}" dt="2021-06-10T12:21:25.962" v="488"/>
        <pc:sldMkLst>
          <pc:docMk/>
          <pc:sldMk cId="3097647543" sldId="315"/>
        </pc:sldMkLst>
        <pc:spChg chg="add mod">
          <ac:chgData name="Priyanka Gurung" userId="9c5b12de17b6c17d" providerId="LiveId" clId="{99742CE8-321A-4AAA-AE57-9819C695C1C1}" dt="2021-06-10T12:19:13.045" v="484" actId="1076"/>
          <ac:spMkLst>
            <pc:docMk/>
            <pc:sldMk cId="3097647543" sldId="315"/>
            <ac:spMk id="2" creationId="{56F0D845-32D9-48D7-A3D5-AA87BCAB7020}"/>
          </ac:spMkLst>
        </pc:spChg>
        <pc:spChg chg="mod">
          <ac:chgData name="Priyanka Gurung" userId="9c5b12de17b6c17d" providerId="LiveId" clId="{99742CE8-321A-4AAA-AE57-9819C695C1C1}" dt="2021-06-10T12:18:16.190" v="475" actId="27636"/>
          <ac:spMkLst>
            <pc:docMk/>
            <pc:sldMk cId="3097647543" sldId="315"/>
            <ac:spMk id="3" creationId="{F1FD07B9-20BF-4DEE-AC2E-709DA3C15423}"/>
          </ac:spMkLst>
        </pc:spChg>
        <pc:spChg chg="mod">
          <ac:chgData name="Priyanka Gurung" userId="9c5b12de17b6c17d" providerId="LiveId" clId="{99742CE8-321A-4AAA-AE57-9819C695C1C1}" dt="2021-06-10T11:56:39.509" v="379" actId="1076"/>
          <ac:spMkLst>
            <pc:docMk/>
            <pc:sldMk cId="3097647543" sldId="315"/>
            <ac:spMk id="5" creationId="{5BA3CC55-CD58-41BA-A80E-CF47C3CAE79F}"/>
          </ac:spMkLst>
        </pc:spChg>
      </pc:sldChg>
      <pc:sldChg chg="del">
        <pc:chgData name="Priyanka Gurung" userId="9c5b12de17b6c17d" providerId="LiveId" clId="{99742CE8-321A-4AAA-AE57-9819C695C1C1}" dt="2021-06-10T10:11:06.574" v="19" actId="47"/>
        <pc:sldMkLst>
          <pc:docMk/>
          <pc:sldMk cId="3948884088" sldId="315"/>
        </pc:sldMkLst>
      </pc:sldChg>
      <pc:sldChg chg="add">
        <pc:chgData name="Priyanka Gurung" userId="9c5b12de17b6c17d" providerId="LiveId" clId="{99742CE8-321A-4AAA-AE57-9819C695C1C1}" dt="2021-06-10T11:25:06.319" v="281" actId="2890"/>
        <pc:sldMkLst>
          <pc:docMk/>
          <pc:sldMk cId="568565938" sldId="316"/>
        </pc:sldMkLst>
      </pc:sldChg>
      <pc:sldChg chg="del">
        <pc:chgData name="Priyanka Gurung" userId="9c5b12de17b6c17d" providerId="LiveId" clId="{99742CE8-321A-4AAA-AE57-9819C695C1C1}" dt="2021-06-10T10:11:06.574" v="19" actId="47"/>
        <pc:sldMkLst>
          <pc:docMk/>
          <pc:sldMk cId="1880150835" sldId="316"/>
        </pc:sldMkLst>
      </pc:sldChg>
      <pc:sldChg chg="add">
        <pc:chgData name="Priyanka Gurung" userId="9c5b12de17b6c17d" providerId="LiveId" clId="{99742CE8-321A-4AAA-AE57-9819C695C1C1}" dt="2021-06-10T11:25:10.401" v="282" actId="2890"/>
        <pc:sldMkLst>
          <pc:docMk/>
          <pc:sldMk cId="1423307753" sldId="317"/>
        </pc:sldMkLst>
      </pc:sldChg>
      <pc:sldChg chg="del">
        <pc:chgData name="Priyanka Gurung" userId="9c5b12de17b6c17d" providerId="LiveId" clId="{99742CE8-321A-4AAA-AE57-9819C695C1C1}" dt="2021-06-10T10:11:06.574" v="19" actId="47"/>
        <pc:sldMkLst>
          <pc:docMk/>
          <pc:sldMk cId="3980979128" sldId="317"/>
        </pc:sldMkLst>
      </pc:sldChg>
      <pc:sldChg chg="del">
        <pc:chgData name="Priyanka Gurung" userId="9c5b12de17b6c17d" providerId="LiveId" clId="{99742CE8-321A-4AAA-AE57-9819C695C1C1}" dt="2021-06-10T10:11:06.574" v="19" actId="47"/>
        <pc:sldMkLst>
          <pc:docMk/>
          <pc:sldMk cId="57346370" sldId="318"/>
        </pc:sldMkLst>
      </pc:sldChg>
      <pc:sldChg chg="add">
        <pc:chgData name="Priyanka Gurung" userId="9c5b12de17b6c17d" providerId="LiveId" clId="{99742CE8-321A-4AAA-AE57-9819C695C1C1}" dt="2021-06-10T11:25:13.209" v="283" actId="2890"/>
        <pc:sldMkLst>
          <pc:docMk/>
          <pc:sldMk cId="977710417" sldId="318"/>
        </pc:sldMkLst>
      </pc:sldChg>
      <pc:sldChg chg="add">
        <pc:chgData name="Priyanka Gurung" userId="9c5b12de17b6c17d" providerId="LiveId" clId="{99742CE8-321A-4AAA-AE57-9819C695C1C1}" dt="2021-06-10T11:25:16.924" v="284" actId="2890"/>
        <pc:sldMkLst>
          <pc:docMk/>
          <pc:sldMk cId="2167412694" sldId="319"/>
        </pc:sldMkLst>
      </pc:sldChg>
      <pc:sldChg chg="del">
        <pc:chgData name="Priyanka Gurung" userId="9c5b12de17b6c17d" providerId="LiveId" clId="{99742CE8-321A-4AAA-AE57-9819C695C1C1}" dt="2021-06-10T10:11:06.574" v="19" actId="47"/>
        <pc:sldMkLst>
          <pc:docMk/>
          <pc:sldMk cId="2414779878" sldId="319"/>
        </pc:sldMkLst>
      </pc:sldChg>
      <pc:sldChg chg="del">
        <pc:chgData name="Priyanka Gurung" userId="9c5b12de17b6c17d" providerId="LiveId" clId="{99742CE8-321A-4AAA-AE57-9819C695C1C1}" dt="2021-06-10T10:11:06.574" v="19" actId="47"/>
        <pc:sldMkLst>
          <pc:docMk/>
          <pc:sldMk cId="2035877006" sldId="320"/>
        </pc:sldMkLst>
      </pc:sldChg>
      <pc:sldChg chg="del">
        <pc:chgData name="Priyanka Gurung" userId="9c5b12de17b6c17d" providerId="LiveId" clId="{99742CE8-321A-4AAA-AE57-9819C695C1C1}" dt="2021-06-10T10:11:06.574" v="19" actId="47"/>
        <pc:sldMkLst>
          <pc:docMk/>
          <pc:sldMk cId="3247055070" sldId="321"/>
        </pc:sldMkLst>
      </pc:sldChg>
      <pc:sldChg chg="del">
        <pc:chgData name="Priyanka Gurung" userId="9c5b12de17b6c17d" providerId="LiveId" clId="{99742CE8-321A-4AAA-AE57-9819C695C1C1}" dt="2021-06-10T10:11:06.574" v="19" actId="47"/>
        <pc:sldMkLst>
          <pc:docMk/>
          <pc:sldMk cId="2542356150" sldId="322"/>
        </pc:sldMkLst>
      </pc:sldChg>
    </pc:docChg>
  </pc:docChgLst>
  <pc:docChgLst>
    <pc:chgData name="Priyanka Gurung" userId="9c5b12de17b6c17d" providerId="LiveId" clId="{D25FCF02-0274-4597-B310-AB4635631CFF}"/>
    <pc:docChg chg="undo custSel addSld delSld modSld sldOrd modSection">
      <pc:chgData name="Priyanka Gurung" userId="9c5b12de17b6c17d" providerId="LiveId" clId="{D25FCF02-0274-4597-B310-AB4635631CFF}" dt="2021-06-08T06:12:21.994" v="774" actId="20577"/>
      <pc:docMkLst>
        <pc:docMk/>
      </pc:docMkLst>
      <pc:sldChg chg="addSp delSp modSp mod">
        <pc:chgData name="Priyanka Gurung" userId="9c5b12de17b6c17d" providerId="LiveId" clId="{D25FCF02-0274-4597-B310-AB4635631CFF}" dt="2021-06-03T07:11:54.440" v="615" actId="1076"/>
        <pc:sldMkLst>
          <pc:docMk/>
          <pc:sldMk cId="3333479639" sldId="268"/>
        </pc:sldMkLst>
        <pc:spChg chg="mod">
          <ac:chgData name="Priyanka Gurung" userId="9c5b12de17b6c17d" providerId="LiveId" clId="{D25FCF02-0274-4597-B310-AB4635631CFF}" dt="2021-06-03T07:11:54.440" v="615" actId="1076"/>
          <ac:spMkLst>
            <pc:docMk/>
            <pc:sldMk cId="3333479639" sldId="268"/>
            <ac:spMk id="2" creationId="{00000000-0000-0000-0000-000000000000}"/>
          </ac:spMkLst>
        </pc:spChg>
        <pc:spChg chg="del mod">
          <ac:chgData name="Priyanka Gurung" userId="9c5b12de17b6c17d" providerId="LiveId" clId="{D25FCF02-0274-4597-B310-AB4635631CFF}" dt="2021-06-03T07:05:14.991" v="527" actId="1032"/>
          <ac:spMkLst>
            <pc:docMk/>
            <pc:sldMk cId="3333479639" sldId="268"/>
            <ac:spMk id="3" creationId="{00000000-0000-0000-0000-000000000000}"/>
          </ac:spMkLst>
        </pc:spChg>
        <pc:grpChg chg="del">
          <ac:chgData name="Priyanka Gurung" userId="9c5b12de17b6c17d" providerId="LiveId" clId="{D25FCF02-0274-4597-B310-AB4635631CFF}" dt="2021-06-03T07:04:11.476" v="514" actId="478"/>
          <ac:grpSpMkLst>
            <pc:docMk/>
            <pc:sldMk cId="3333479639" sldId="268"/>
            <ac:grpSpMk id="5" creationId="{F678E969-3832-4BE9-9368-B4C16EF929C9}"/>
          </ac:grpSpMkLst>
        </pc:grpChg>
        <pc:graphicFrameChg chg="add mod modGraphic">
          <ac:chgData name="Priyanka Gurung" userId="9c5b12de17b6c17d" providerId="LiveId" clId="{D25FCF02-0274-4597-B310-AB4635631CFF}" dt="2021-06-03T07:11:52.735" v="614" actId="20577"/>
          <ac:graphicFrameMkLst>
            <pc:docMk/>
            <pc:sldMk cId="3333479639" sldId="268"/>
            <ac:graphicFrameMk id="4" creationId="{8AF4D703-24D1-426A-B1DF-4519BB1FAB1A}"/>
          </ac:graphicFrameMkLst>
        </pc:graphicFrameChg>
      </pc:sldChg>
      <pc:sldChg chg="modSp">
        <pc:chgData name="Priyanka Gurung" userId="9c5b12de17b6c17d" providerId="LiveId" clId="{D25FCF02-0274-4597-B310-AB4635631CFF}" dt="2021-06-08T06:05:14.857" v="739" actId="20577"/>
        <pc:sldMkLst>
          <pc:docMk/>
          <pc:sldMk cId="841728484" sldId="283"/>
        </pc:sldMkLst>
        <pc:graphicFrameChg chg="mod">
          <ac:chgData name="Priyanka Gurung" userId="9c5b12de17b6c17d" providerId="LiveId" clId="{D25FCF02-0274-4597-B310-AB4635631CFF}" dt="2021-06-08T06:05:14.857" v="739" actId="20577"/>
          <ac:graphicFrameMkLst>
            <pc:docMk/>
            <pc:sldMk cId="841728484" sldId="283"/>
            <ac:graphicFrameMk id="5" creationId="{95161713-019F-4BD2-846B-2B06ADB7CD59}"/>
          </ac:graphicFrameMkLst>
        </pc:graphicFrameChg>
      </pc:sldChg>
      <pc:sldChg chg="modSp mod">
        <pc:chgData name="Priyanka Gurung" userId="9c5b12de17b6c17d" providerId="LiveId" clId="{D25FCF02-0274-4597-B310-AB4635631CFF}" dt="2021-05-27T10:44:16.113" v="489" actId="14734"/>
        <pc:sldMkLst>
          <pc:docMk/>
          <pc:sldMk cId="419716999" sldId="289"/>
        </pc:sldMkLst>
        <pc:spChg chg="mod">
          <ac:chgData name="Priyanka Gurung" userId="9c5b12de17b6c17d" providerId="LiveId" clId="{D25FCF02-0274-4597-B310-AB4635631CFF}" dt="2021-05-27T10:43:33.900" v="484" actId="1076"/>
          <ac:spMkLst>
            <pc:docMk/>
            <pc:sldMk cId="419716999" sldId="289"/>
            <ac:spMk id="2" creationId="{00000000-0000-0000-0000-000000000000}"/>
          </ac:spMkLst>
        </pc:spChg>
        <pc:graphicFrameChg chg="mod modGraphic">
          <ac:chgData name="Priyanka Gurung" userId="9c5b12de17b6c17d" providerId="LiveId" clId="{D25FCF02-0274-4597-B310-AB4635631CFF}" dt="2021-05-27T10:44:16.113" v="489" actId="14734"/>
          <ac:graphicFrameMkLst>
            <pc:docMk/>
            <pc:sldMk cId="419716999" sldId="289"/>
            <ac:graphicFrameMk id="5" creationId="{00000000-0000-0000-0000-000000000000}"/>
          </ac:graphicFrameMkLst>
        </pc:graphicFrameChg>
      </pc:sldChg>
      <pc:sldChg chg="modSp mod">
        <pc:chgData name="Priyanka Gurung" userId="9c5b12de17b6c17d" providerId="LiveId" clId="{D25FCF02-0274-4597-B310-AB4635631CFF}" dt="2021-05-26T08:25:32.245" v="43" actId="20577"/>
        <pc:sldMkLst>
          <pc:docMk/>
          <pc:sldMk cId="3890576088" sldId="296"/>
        </pc:sldMkLst>
        <pc:graphicFrameChg chg="modGraphic">
          <ac:chgData name="Priyanka Gurung" userId="9c5b12de17b6c17d" providerId="LiveId" clId="{D25FCF02-0274-4597-B310-AB4635631CFF}" dt="2021-05-26T08:25:32.245" v="43" actId="20577"/>
          <ac:graphicFrameMkLst>
            <pc:docMk/>
            <pc:sldMk cId="3890576088" sldId="296"/>
            <ac:graphicFrameMk id="5" creationId="{00000000-0000-0000-0000-000000000000}"/>
          </ac:graphicFrameMkLst>
        </pc:graphicFrameChg>
      </pc:sldChg>
      <pc:sldChg chg="add">
        <pc:chgData name="Priyanka Gurung" userId="9c5b12de17b6c17d" providerId="LiveId" clId="{D25FCF02-0274-4597-B310-AB4635631CFF}" dt="2021-06-03T07:03:21.786" v="502" actId="2890"/>
        <pc:sldMkLst>
          <pc:docMk/>
          <pc:sldMk cId="4186136812" sldId="314"/>
        </pc:sldMkLst>
      </pc:sldChg>
      <pc:sldChg chg="addSp delSp modSp add mod">
        <pc:chgData name="Priyanka Gurung" userId="9c5b12de17b6c17d" providerId="LiveId" clId="{D25FCF02-0274-4597-B310-AB4635631CFF}" dt="2021-06-08T05:01:20.202" v="720"/>
        <pc:sldMkLst>
          <pc:docMk/>
          <pc:sldMk cId="3948884088" sldId="315"/>
        </pc:sldMkLst>
        <pc:spChg chg="mod">
          <ac:chgData name="Priyanka Gurung" userId="9c5b12de17b6c17d" providerId="LiveId" clId="{D25FCF02-0274-4597-B310-AB4635631CFF}" dt="2021-06-03T08:46:59.272" v="619" actId="20577"/>
          <ac:spMkLst>
            <pc:docMk/>
            <pc:sldMk cId="3948884088" sldId="315"/>
            <ac:spMk id="2" creationId="{00000000-0000-0000-0000-000000000000}"/>
          </ac:spMkLst>
        </pc:spChg>
        <pc:spChg chg="add del mod">
          <ac:chgData name="Priyanka Gurung" userId="9c5b12de17b6c17d" providerId="LiveId" clId="{D25FCF02-0274-4597-B310-AB4635631CFF}" dt="2021-06-03T08:47:17.831" v="622" actId="478"/>
          <ac:spMkLst>
            <pc:docMk/>
            <pc:sldMk cId="3948884088" sldId="315"/>
            <ac:spMk id="5" creationId="{6C5ABBB8-6A8F-4988-B45E-96B4B2E7AEF0}"/>
          </ac:spMkLst>
        </pc:spChg>
        <pc:graphicFrameChg chg="add del mod">
          <ac:chgData name="Priyanka Gurung" userId="9c5b12de17b6c17d" providerId="LiveId" clId="{D25FCF02-0274-4597-B310-AB4635631CFF}" dt="2021-06-08T05:01:20.202" v="720"/>
          <ac:graphicFrameMkLst>
            <pc:docMk/>
            <pc:sldMk cId="3948884088" sldId="315"/>
            <ac:graphicFrameMk id="4" creationId="{8AF4D703-24D1-426A-B1DF-4519BB1FAB1A}"/>
          </ac:graphicFrameMkLst>
        </pc:graphicFrameChg>
      </pc:sldChg>
      <pc:sldChg chg="modSp add mod">
        <pc:chgData name="Priyanka Gurung" userId="9c5b12de17b6c17d" providerId="LiveId" clId="{D25FCF02-0274-4597-B310-AB4635631CFF}" dt="2021-06-03T09:07:58.498" v="651" actId="14100"/>
        <pc:sldMkLst>
          <pc:docMk/>
          <pc:sldMk cId="1880150835" sldId="316"/>
        </pc:sldMkLst>
        <pc:spChg chg="mod">
          <ac:chgData name="Priyanka Gurung" userId="9c5b12de17b6c17d" providerId="LiveId" clId="{D25FCF02-0274-4597-B310-AB4635631CFF}" dt="2021-06-03T08:55:28.611" v="646" actId="20577"/>
          <ac:spMkLst>
            <pc:docMk/>
            <pc:sldMk cId="1880150835" sldId="316"/>
            <ac:spMk id="2" creationId="{00000000-0000-0000-0000-000000000000}"/>
          </ac:spMkLst>
        </pc:spChg>
        <pc:spChg chg="mod">
          <ac:chgData name="Priyanka Gurung" userId="9c5b12de17b6c17d" providerId="LiveId" clId="{D25FCF02-0274-4597-B310-AB4635631CFF}" dt="2021-06-03T09:07:58.498" v="651" actId="14100"/>
          <ac:spMkLst>
            <pc:docMk/>
            <pc:sldMk cId="1880150835" sldId="316"/>
            <ac:spMk id="10" creationId="{AF1A2A8F-3C2E-4F02-8B4A-79FCBAE212C4}"/>
          </ac:spMkLst>
        </pc:spChg>
        <pc:spChg chg="mod">
          <ac:chgData name="Priyanka Gurung" userId="9c5b12de17b6c17d" providerId="LiveId" clId="{D25FCF02-0274-4597-B310-AB4635631CFF}" dt="2021-06-03T09:07:50.485" v="649" actId="14100"/>
          <ac:spMkLst>
            <pc:docMk/>
            <pc:sldMk cId="1880150835" sldId="316"/>
            <ac:spMk id="11" creationId="{CA2A772D-AB8A-400F-99AC-01E53FC7D715}"/>
          </ac:spMkLst>
        </pc:spChg>
      </pc:sldChg>
      <pc:sldChg chg="modSp add mod">
        <pc:chgData name="Priyanka Gurung" userId="9c5b12de17b6c17d" providerId="LiveId" clId="{D25FCF02-0274-4597-B310-AB4635631CFF}" dt="2021-06-03T09:12:06.231" v="680" actId="20577"/>
        <pc:sldMkLst>
          <pc:docMk/>
          <pc:sldMk cId="3980979128" sldId="317"/>
        </pc:sldMkLst>
        <pc:spChg chg="mod">
          <ac:chgData name="Priyanka Gurung" userId="9c5b12de17b6c17d" providerId="LiveId" clId="{D25FCF02-0274-4597-B310-AB4635631CFF}" dt="2021-06-03T09:12:06.231" v="680" actId="20577"/>
          <ac:spMkLst>
            <pc:docMk/>
            <pc:sldMk cId="3980979128" sldId="317"/>
            <ac:spMk id="2" creationId="{1F4606D0-AE6E-4095-A88A-FC72DDB05B19}"/>
          </ac:spMkLst>
        </pc:spChg>
        <pc:spChg chg="mod">
          <ac:chgData name="Priyanka Gurung" userId="9c5b12de17b6c17d" providerId="LiveId" clId="{D25FCF02-0274-4597-B310-AB4635631CFF}" dt="2021-06-03T09:09:21.188" v="656" actId="14100"/>
          <ac:spMkLst>
            <pc:docMk/>
            <pc:sldMk cId="3980979128" sldId="317"/>
            <ac:spMk id="8" creationId="{DB93BB70-B3CD-447D-9000-D8AD7FA5076B}"/>
          </ac:spMkLst>
        </pc:spChg>
        <pc:spChg chg="mod">
          <ac:chgData name="Priyanka Gurung" userId="9c5b12de17b6c17d" providerId="LiveId" clId="{D25FCF02-0274-4597-B310-AB4635631CFF}" dt="2021-06-03T09:11:42.766" v="676" actId="1076"/>
          <ac:spMkLst>
            <pc:docMk/>
            <pc:sldMk cId="3980979128" sldId="317"/>
            <ac:spMk id="9" creationId="{EABA60E1-AF48-4123-ACC9-62AF8D349C77}"/>
          </ac:spMkLst>
        </pc:spChg>
      </pc:sldChg>
      <pc:sldChg chg="modSp add mod">
        <pc:chgData name="Priyanka Gurung" userId="9c5b12de17b6c17d" providerId="LiveId" clId="{D25FCF02-0274-4597-B310-AB4635631CFF}" dt="2021-06-03T09:14:19.622" v="701" actId="1076"/>
        <pc:sldMkLst>
          <pc:docMk/>
          <pc:sldMk cId="57346370" sldId="318"/>
        </pc:sldMkLst>
        <pc:spChg chg="mod">
          <ac:chgData name="Priyanka Gurung" userId="9c5b12de17b6c17d" providerId="LiveId" clId="{D25FCF02-0274-4597-B310-AB4635631CFF}" dt="2021-06-03T09:14:19.622" v="701" actId="1076"/>
          <ac:spMkLst>
            <pc:docMk/>
            <pc:sldMk cId="57346370" sldId="318"/>
            <ac:spMk id="2" creationId="{D6DA396E-DA00-4F61-BB74-C3990AC29299}"/>
          </ac:spMkLst>
        </pc:spChg>
        <pc:spChg chg="mod">
          <ac:chgData name="Priyanka Gurung" userId="9c5b12de17b6c17d" providerId="LiveId" clId="{D25FCF02-0274-4597-B310-AB4635631CFF}" dt="2021-06-03T09:13:44.310" v="694" actId="14100"/>
          <ac:spMkLst>
            <pc:docMk/>
            <pc:sldMk cId="57346370" sldId="318"/>
            <ac:spMk id="5" creationId="{CF2E5C32-A6D4-4683-A07B-03A9E4223D92}"/>
          </ac:spMkLst>
        </pc:spChg>
        <pc:spChg chg="mod">
          <ac:chgData name="Priyanka Gurung" userId="9c5b12de17b6c17d" providerId="LiveId" clId="{D25FCF02-0274-4597-B310-AB4635631CFF}" dt="2021-06-03T09:14:16.562" v="700" actId="14100"/>
          <ac:spMkLst>
            <pc:docMk/>
            <pc:sldMk cId="57346370" sldId="318"/>
            <ac:spMk id="6" creationId="{B548BBE0-B5A0-4127-91A4-5D2E0BF71EEF}"/>
          </ac:spMkLst>
        </pc:spChg>
      </pc:sldChg>
      <pc:sldChg chg="modSp add mod">
        <pc:chgData name="Priyanka Gurung" userId="9c5b12de17b6c17d" providerId="LiveId" clId="{D25FCF02-0274-4597-B310-AB4635631CFF}" dt="2021-06-03T09:19:26.897" v="714"/>
        <pc:sldMkLst>
          <pc:docMk/>
          <pc:sldMk cId="2414779878" sldId="319"/>
        </pc:sldMkLst>
        <pc:spChg chg="mod">
          <ac:chgData name="Priyanka Gurung" userId="9c5b12de17b6c17d" providerId="LiveId" clId="{D25FCF02-0274-4597-B310-AB4635631CFF}" dt="2021-06-03T09:15:02.231" v="703" actId="20577"/>
          <ac:spMkLst>
            <pc:docMk/>
            <pc:sldMk cId="2414779878" sldId="319"/>
            <ac:spMk id="2" creationId="{3E4B9F69-5E41-4C4A-8BDB-7724030E477C}"/>
          </ac:spMkLst>
        </pc:spChg>
        <pc:graphicFrameChg chg="mod">
          <ac:chgData name="Priyanka Gurung" userId="9c5b12de17b6c17d" providerId="LiveId" clId="{D25FCF02-0274-4597-B310-AB4635631CFF}" dt="2021-06-03T09:19:26.897" v="714"/>
          <ac:graphicFrameMkLst>
            <pc:docMk/>
            <pc:sldMk cId="2414779878" sldId="319"/>
            <ac:graphicFrameMk id="5" creationId="{CC3BBA09-BA74-4852-A890-DF58437552B7}"/>
          </ac:graphicFrameMkLst>
        </pc:graphicFrameChg>
      </pc:sldChg>
      <pc:sldChg chg="modSp add mod ord">
        <pc:chgData name="Priyanka Gurung" userId="9c5b12de17b6c17d" providerId="LiveId" clId="{D25FCF02-0274-4597-B310-AB4635631CFF}" dt="2021-06-08T06:12:21.994" v="774" actId="20577"/>
        <pc:sldMkLst>
          <pc:docMk/>
          <pc:sldMk cId="2035877006" sldId="320"/>
        </pc:sldMkLst>
        <pc:spChg chg="mod">
          <ac:chgData name="Priyanka Gurung" userId="9c5b12de17b6c17d" providerId="LiveId" clId="{D25FCF02-0274-4597-B310-AB4635631CFF}" dt="2021-06-03T10:45:50.151" v="717" actId="20577"/>
          <ac:spMkLst>
            <pc:docMk/>
            <pc:sldMk cId="2035877006" sldId="320"/>
            <ac:spMk id="2" creationId="{AFEEB885-0541-4E93-9BF0-8304936362AC}"/>
          </ac:spMkLst>
        </pc:spChg>
        <pc:graphicFrameChg chg="mod">
          <ac:chgData name="Priyanka Gurung" userId="9c5b12de17b6c17d" providerId="LiveId" clId="{D25FCF02-0274-4597-B310-AB4635631CFF}" dt="2021-06-08T06:12:21.994" v="774" actId="20577"/>
          <ac:graphicFrameMkLst>
            <pc:docMk/>
            <pc:sldMk cId="2035877006" sldId="320"/>
            <ac:graphicFrameMk id="4" creationId="{046AD70E-86B6-4FB7-9190-63927484AA06}"/>
          </ac:graphicFrameMkLst>
        </pc:graphicFrameChg>
      </pc:sldChg>
      <pc:sldChg chg="add del">
        <pc:chgData name="Priyanka Gurung" userId="9c5b12de17b6c17d" providerId="LiveId" clId="{D25FCF02-0274-4597-B310-AB4635631CFF}" dt="2021-06-08T06:07:57.491" v="740" actId="47"/>
        <pc:sldMkLst>
          <pc:docMk/>
          <pc:sldMk cId="1894658006" sldId="321"/>
        </pc:sldMkLst>
      </pc:sldChg>
      <pc:sldChg chg="modSp add ord">
        <pc:chgData name="Priyanka Gurung" userId="9c5b12de17b6c17d" providerId="LiveId" clId="{D25FCF02-0274-4597-B310-AB4635631CFF}" dt="2021-06-08T06:11:05.478" v="773" actId="20577"/>
        <pc:sldMkLst>
          <pc:docMk/>
          <pc:sldMk cId="3247055070" sldId="321"/>
        </pc:sldMkLst>
        <pc:graphicFrameChg chg="mod">
          <ac:chgData name="Priyanka Gurung" userId="9c5b12de17b6c17d" providerId="LiveId" clId="{D25FCF02-0274-4597-B310-AB4635631CFF}" dt="2021-06-08T06:11:05.478" v="773" actId="20577"/>
          <ac:graphicFrameMkLst>
            <pc:docMk/>
            <pc:sldMk cId="3247055070" sldId="321"/>
            <ac:graphicFrameMk id="7" creationId="{BFA282B9-3733-437C-B1FF-9CF38A239D17}"/>
          </ac:graphicFrameMkLst>
        </pc:graphicFrameChg>
      </pc:sldChg>
      <pc:sldChg chg="add ord">
        <pc:chgData name="Priyanka Gurung" userId="9c5b12de17b6c17d" providerId="LiveId" clId="{D25FCF02-0274-4597-B310-AB4635631CFF}" dt="2021-06-08T06:10:03.464" v="748"/>
        <pc:sldMkLst>
          <pc:docMk/>
          <pc:sldMk cId="2542356150" sldId="32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209A1FB-A6B9-439F-ADA5-0B7138BD27C7}" type="datetimeFigureOut">
              <a:rPr lang="en-US" smtClean="0"/>
              <a:pPr/>
              <a:t>8/7/2025</a:t>
            </a:fld>
            <a:endParaRPr lang="en-US"/>
          </a:p>
        </p:txBody>
      </p:sp>
      <p:sp>
        <p:nvSpPr>
          <p:cNvPr id="4" name="Slide Image Placeholder 3"/>
          <p:cNvSpPr>
            <a:spLocks noGrp="1" noRot="1" noChangeAspect="1"/>
          </p:cNvSpPr>
          <p:nvPr>
            <p:ph type="sldImg" idx="2"/>
          </p:nvPr>
        </p:nvSpPr>
        <p:spPr>
          <a:xfrm>
            <a:off x="514350" y="685800"/>
            <a:ext cx="58293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B483CDB-D3DD-4E96-AB9E-A70ABDA3AA69}" type="slidenum">
              <a:rPr lang="en-US" smtClean="0"/>
              <a:pPr/>
              <a:t>‹#›</a:t>
            </a:fld>
            <a:endParaRPr lang="en-US"/>
          </a:p>
        </p:txBody>
      </p:sp>
    </p:spTree>
    <p:extLst>
      <p:ext uri="{BB962C8B-B14F-4D97-AF65-F5344CB8AC3E}">
        <p14:creationId xmlns:p14="http://schemas.microsoft.com/office/powerpoint/2010/main" val="2014136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4E5F1C-18F0-46A8-B179-598C90B80A18}" type="slidenum">
              <a:rPr lang="en-US" smtClean="0"/>
              <a:pPr/>
              <a:t>1</a:t>
            </a:fld>
            <a:endParaRPr lang="en-US"/>
          </a:p>
        </p:txBody>
      </p:sp>
    </p:spTree>
    <p:extLst>
      <p:ext uri="{BB962C8B-B14F-4D97-AF65-F5344CB8AC3E}">
        <p14:creationId xmlns:p14="http://schemas.microsoft.com/office/powerpoint/2010/main" val="22079130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4E5F1C-18F0-46A8-B179-598C90B80A18}" type="slidenum">
              <a:rPr lang="en-US" smtClean="0"/>
              <a:pPr/>
              <a:t>2</a:t>
            </a:fld>
            <a:endParaRPr lang="en-US"/>
          </a:p>
        </p:txBody>
      </p:sp>
    </p:spTree>
    <p:extLst>
      <p:ext uri="{BB962C8B-B14F-4D97-AF65-F5344CB8AC3E}">
        <p14:creationId xmlns:p14="http://schemas.microsoft.com/office/powerpoint/2010/main" val="22079130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5: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A</a:t>
            </a:r>
            <a:endParaRPr/>
          </a:p>
        </p:txBody>
      </p:sp>
      <p:sp>
        <p:nvSpPr>
          <p:cNvPr id="139" name="Google Shape;139;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6: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i="0">
                <a:solidFill>
                  <a:srgbClr val="5EAC1A"/>
                </a:solidFill>
                <a:latin typeface="Inter"/>
                <a:ea typeface="Inter"/>
                <a:cs typeface="Inter"/>
                <a:sym typeface="Inter"/>
              </a:rPr>
              <a:t>Answer:</a:t>
            </a:r>
            <a:r>
              <a:rPr lang="en-US" b="0" i="0">
                <a:latin typeface="Inter"/>
                <a:ea typeface="Inter"/>
                <a:cs typeface="Inter"/>
                <a:sym typeface="Inter"/>
              </a:rPr>
              <a:t> Option D</a:t>
            </a:r>
            <a:endParaRPr/>
          </a:p>
          <a:p>
            <a:pPr marL="0" lvl="0" indent="0" algn="l" rtl="0">
              <a:spcBef>
                <a:spcPts val="0"/>
              </a:spcBef>
              <a:spcAft>
                <a:spcPts val="0"/>
              </a:spcAft>
              <a:buNone/>
            </a:pPr>
            <a:r>
              <a:rPr lang="en-US" b="1" i="0">
                <a:solidFill>
                  <a:srgbClr val="5EAC1A"/>
                </a:solidFill>
                <a:latin typeface="Inter"/>
                <a:ea typeface="Inter"/>
                <a:cs typeface="Inter"/>
                <a:sym typeface="Inter"/>
              </a:rPr>
              <a:t>Explanation:</a:t>
            </a:r>
            <a:endParaRPr/>
          </a:p>
          <a:p>
            <a:pPr marL="0" lvl="0" indent="0" algn="l" rtl="0">
              <a:spcBef>
                <a:spcPts val="0"/>
              </a:spcBef>
              <a:spcAft>
                <a:spcPts val="0"/>
              </a:spcAft>
              <a:buNone/>
            </a:pPr>
            <a:r>
              <a:rPr lang="en-US" b="0" i="0">
                <a:latin typeface="Inter"/>
                <a:ea typeface="Inter"/>
                <a:cs typeface="Inter"/>
                <a:sym typeface="Inter"/>
              </a:rPr>
              <a:t>Let the required number of working hours per day be </a:t>
            </a:r>
            <a:r>
              <a:rPr lang="en-US" b="0" i="1">
                <a:solidFill>
                  <a:srgbClr val="CB3600"/>
                </a:solidFill>
                <a:latin typeface="Inter"/>
                <a:ea typeface="Inter"/>
                <a:cs typeface="Inter"/>
                <a:sym typeface="Inter"/>
              </a:rPr>
              <a:t>x</a:t>
            </a:r>
            <a:r>
              <a:rPr lang="en-US" b="0" i="0">
                <a:latin typeface="Inter"/>
                <a:ea typeface="Inter"/>
                <a:cs typeface="Inter"/>
                <a:sym typeface="Inter"/>
              </a:rPr>
              <a:t>.</a:t>
            </a:r>
            <a:endParaRPr/>
          </a:p>
          <a:p>
            <a:pPr marL="0" lvl="0" indent="0" algn="l" rtl="0">
              <a:spcBef>
                <a:spcPts val="0"/>
              </a:spcBef>
              <a:spcAft>
                <a:spcPts val="0"/>
              </a:spcAft>
              <a:buNone/>
            </a:pPr>
            <a:r>
              <a:rPr lang="en-US" b="0" i="1">
                <a:latin typeface="Inter"/>
                <a:ea typeface="Inter"/>
                <a:cs typeface="Inter"/>
                <a:sym typeface="Inter"/>
              </a:rPr>
              <a:t>More pumps, Less working hours per day (Indirect Proportion)</a:t>
            </a:r>
            <a:endParaRPr b="0" i="0">
              <a:latin typeface="Inter"/>
              <a:ea typeface="Inter"/>
              <a:cs typeface="Inter"/>
              <a:sym typeface="Inter"/>
            </a:endParaRPr>
          </a:p>
          <a:p>
            <a:pPr marL="0" lvl="0" indent="0" algn="l" rtl="0">
              <a:spcBef>
                <a:spcPts val="0"/>
              </a:spcBef>
              <a:spcAft>
                <a:spcPts val="0"/>
              </a:spcAft>
              <a:buNone/>
            </a:pPr>
            <a:r>
              <a:rPr lang="en-US" b="0" i="1">
                <a:latin typeface="Inter"/>
                <a:ea typeface="Inter"/>
                <a:cs typeface="Inter"/>
                <a:sym typeface="Inter"/>
              </a:rPr>
              <a:t>Less days, More working hours per day (Indirect Proportion)</a:t>
            </a:r>
            <a:endParaRPr b="0" i="0">
              <a:latin typeface="Inter"/>
              <a:ea typeface="Inter"/>
              <a:cs typeface="Inter"/>
              <a:sym typeface="Inter"/>
            </a:endParaRPr>
          </a:p>
          <a:p>
            <a:pPr marL="0" lvl="0" indent="0" algn="l" rtl="0">
              <a:spcBef>
                <a:spcPts val="0"/>
              </a:spcBef>
              <a:spcAft>
                <a:spcPts val="0"/>
              </a:spcAft>
              <a:buNone/>
            </a:pPr>
            <a:r>
              <a:rPr lang="en-US" b="0" i="0">
                <a:latin typeface="Inter"/>
                <a:ea typeface="Inter"/>
                <a:cs typeface="Inter"/>
                <a:sym typeface="Inter"/>
              </a:rPr>
              <a:t> 4 x 1 x </a:t>
            </a:r>
            <a:r>
              <a:rPr lang="en-US" b="0" i="1">
                <a:solidFill>
                  <a:srgbClr val="CB3600"/>
                </a:solidFill>
                <a:latin typeface="Inter"/>
                <a:ea typeface="Inter"/>
                <a:cs typeface="Inter"/>
                <a:sym typeface="Inter"/>
              </a:rPr>
              <a:t>x</a:t>
            </a:r>
            <a:r>
              <a:rPr lang="en-US" b="0" i="0">
                <a:latin typeface="Inter"/>
                <a:ea typeface="Inter"/>
                <a:cs typeface="Inter"/>
                <a:sym typeface="Inter"/>
              </a:rPr>
              <a:t> = 3 x 2 x 8</a:t>
            </a:r>
            <a:endParaRPr/>
          </a:p>
          <a:p>
            <a:pPr marL="0" lvl="0" indent="0" algn="l" rtl="0">
              <a:spcBef>
                <a:spcPts val="0"/>
              </a:spcBef>
              <a:spcAft>
                <a:spcPts val="0"/>
              </a:spcAft>
              <a:buNone/>
            </a:pPr>
            <a:r>
              <a:rPr lang="en-US" b="0" i="0">
                <a:latin typeface="Inter"/>
                <a:ea typeface="Inter"/>
                <a:cs typeface="Inter"/>
                <a:sym typeface="Inter"/>
              </a:rPr>
              <a:t> </a:t>
            </a:r>
            <a:r>
              <a:rPr lang="en-US" b="0" i="1">
                <a:solidFill>
                  <a:srgbClr val="CB3600"/>
                </a:solidFill>
                <a:latin typeface="Inter"/>
                <a:ea typeface="Inter"/>
                <a:cs typeface="Inter"/>
                <a:sym typeface="Inter"/>
              </a:rPr>
              <a:t>x</a:t>
            </a:r>
            <a:r>
              <a:rPr lang="en-US" b="0" i="0">
                <a:latin typeface="Inter"/>
                <a:ea typeface="Inter"/>
                <a:cs typeface="Inter"/>
                <a:sym typeface="Inter"/>
              </a:rPr>
              <a:t> =(3 x 2 x 8)/(4)</a:t>
            </a:r>
            <a:endParaRPr/>
          </a:p>
          <a:p>
            <a:pPr marL="0" lvl="0" indent="0" algn="l" rtl="0">
              <a:spcBef>
                <a:spcPts val="0"/>
              </a:spcBef>
              <a:spcAft>
                <a:spcPts val="0"/>
              </a:spcAft>
              <a:buNone/>
            </a:pPr>
            <a:r>
              <a:rPr lang="en-US" b="0" i="0">
                <a:latin typeface="Inter"/>
                <a:ea typeface="Inter"/>
                <a:cs typeface="Inter"/>
                <a:sym typeface="Inter"/>
              </a:rPr>
              <a:t> </a:t>
            </a:r>
            <a:r>
              <a:rPr lang="en-US" b="0" i="1">
                <a:solidFill>
                  <a:srgbClr val="CB3600"/>
                </a:solidFill>
                <a:latin typeface="Inter"/>
                <a:ea typeface="Inter"/>
                <a:cs typeface="Inter"/>
                <a:sym typeface="Inter"/>
              </a:rPr>
              <a:t>x</a:t>
            </a:r>
            <a:r>
              <a:rPr lang="en-US" b="0" i="0">
                <a:latin typeface="Inter"/>
                <a:ea typeface="Inter"/>
                <a:cs typeface="Inter"/>
                <a:sym typeface="Inter"/>
              </a:rPr>
              <a:t> = 12.</a:t>
            </a:r>
            <a:endParaRPr/>
          </a:p>
          <a:p>
            <a:pPr marL="0" lvl="0" indent="0" algn="l" rtl="0">
              <a:spcBef>
                <a:spcPts val="0"/>
              </a:spcBef>
              <a:spcAft>
                <a:spcPts val="0"/>
              </a:spcAft>
              <a:buNone/>
            </a:pPr>
            <a:endParaRPr/>
          </a:p>
        </p:txBody>
      </p:sp>
      <p:sp>
        <p:nvSpPr>
          <p:cNvPr id="150" name="Google Shape;150;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7: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i="0" dirty="0">
                <a:solidFill>
                  <a:srgbClr val="5EAC1A"/>
                </a:solidFill>
                <a:latin typeface="Inter"/>
                <a:ea typeface="Inter"/>
                <a:cs typeface="Inter"/>
                <a:sym typeface="Inter"/>
              </a:rPr>
              <a:t>Answer:</a:t>
            </a:r>
            <a:r>
              <a:rPr lang="en-US" b="0" i="0" dirty="0">
                <a:latin typeface="Inter"/>
                <a:ea typeface="Inter"/>
                <a:cs typeface="Inter"/>
                <a:sym typeface="Inter"/>
              </a:rPr>
              <a:t> B</a:t>
            </a:r>
            <a:endParaRPr dirty="0"/>
          </a:p>
          <a:p>
            <a:pPr marL="0" lvl="0" indent="0" algn="l" rtl="0">
              <a:spcBef>
                <a:spcPts val="0"/>
              </a:spcBef>
              <a:spcAft>
                <a:spcPts val="0"/>
              </a:spcAft>
              <a:buNone/>
            </a:pPr>
            <a:r>
              <a:rPr lang="en-US" b="1" i="0" dirty="0">
                <a:solidFill>
                  <a:srgbClr val="5EAC1A"/>
                </a:solidFill>
                <a:latin typeface="Inter"/>
                <a:ea typeface="Inter"/>
                <a:cs typeface="Inter"/>
                <a:sym typeface="Inter"/>
              </a:rPr>
              <a:t>Explanation:</a:t>
            </a:r>
            <a:endParaRPr dirty="0"/>
          </a:p>
          <a:p>
            <a:pPr marL="0" lvl="0" indent="0" algn="l" rtl="0">
              <a:spcBef>
                <a:spcPts val="0"/>
              </a:spcBef>
              <a:spcAft>
                <a:spcPts val="0"/>
              </a:spcAft>
              <a:buNone/>
            </a:pPr>
            <a:r>
              <a:rPr lang="en-US" b="0" i="0" dirty="0">
                <a:latin typeface="Inter"/>
                <a:ea typeface="Inter"/>
                <a:cs typeface="Inter"/>
                <a:sym typeface="Inter"/>
              </a:rPr>
              <a:t>Let the required number of bottles be </a:t>
            </a:r>
            <a:r>
              <a:rPr lang="en-US" b="0" i="1" dirty="0">
                <a:solidFill>
                  <a:srgbClr val="CB3600"/>
                </a:solidFill>
                <a:latin typeface="Inter"/>
                <a:ea typeface="Inter"/>
                <a:cs typeface="Inter"/>
                <a:sym typeface="Inter"/>
              </a:rPr>
              <a:t>x</a:t>
            </a:r>
            <a:r>
              <a:rPr lang="en-US" b="0" i="0" dirty="0">
                <a:latin typeface="Inter"/>
                <a:ea typeface="Inter"/>
                <a:cs typeface="Inter"/>
                <a:sym typeface="Inter"/>
              </a:rPr>
              <a:t>.</a:t>
            </a:r>
            <a:endParaRPr dirty="0"/>
          </a:p>
          <a:p>
            <a:pPr marL="0" lvl="0" indent="0" algn="l" rtl="0">
              <a:spcBef>
                <a:spcPts val="0"/>
              </a:spcBef>
              <a:spcAft>
                <a:spcPts val="0"/>
              </a:spcAft>
              <a:buNone/>
            </a:pPr>
            <a:r>
              <a:rPr lang="en-US" b="0" i="0" dirty="0">
                <a:latin typeface="Inter"/>
                <a:ea typeface="Inter"/>
                <a:cs typeface="Inter"/>
                <a:sym typeface="Inter"/>
              </a:rPr>
              <a:t>6 x 1 x </a:t>
            </a:r>
            <a:r>
              <a:rPr lang="en-US" b="0" i="1" dirty="0" err="1">
                <a:solidFill>
                  <a:srgbClr val="CB3600"/>
                </a:solidFill>
                <a:latin typeface="Inter"/>
                <a:ea typeface="Inter"/>
                <a:cs typeface="Inter"/>
                <a:sym typeface="Inter"/>
              </a:rPr>
              <a:t>x</a:t>
            </a:r>
            <a:r>
              <a:rPr lang="en-US" b="0" i="0" dirty="0">
                <a:latin typeface="Inter"/>
                <a:ea typeface="Inter"/>
                <a:cs typeface="Inter"/>
                <a:sym typeface="Inter"/>
              </a:rPr>
              <a:t> = 10 x 4 x 270</a:t>
            </a:r>
            <a:endParaRPr dirty="0"/>
          </a:p>
          <a:p>
            <a:pPr marL="0" lvl="0" indent="0" algn="l" rtl="0">
              <a:spcBef>
                <a:spcPts val="0"/>
              </a:spcBef>
              <a:spcAft>
                <a:spcPts val="0"/>
              </a:spcAft>
              <a:buNone/>
            </a:pPr>
            <a:r>
              <a:rPr lang="en-US" dirty="0"/>
              <a:t> </a:t>
            </a:r>
            <a:r>
              <a:rPr lang="en-US" i="1" dirty="0">
                <a:solidFill>
                  <a:srgbClr val="CB3600"/>
                </a:solidFill>
              </a:rPr>
              <a:t>x</a:t>
            </a:r>
            <a:r>
              <a:rPr lang="en-US" dirty="0"/>
              <a:t> =(10 x 4 x 270)/(6)</a:t>
            </a:r>
            <a:endParaRPr b="0" i="0" dirty="0">
              <a:latin typeface="Inter"/>
              <a:ea typeface="Inter"/>
              <a:cs typeface="Inter"/>
              <a:sym typeface="Inter"/>
            </a:endParaRPr>
          </a:p>
          <a:p>
            <a:pPr marL="0" lvl="0" indent="0" algn="l" rtl="0">
              <a:spcBef>
                <a:spcPts val="0"/>
              </a:spcBef>
              <a:spcAft>
                <a:spcPts val="0"/>
              </a:spcAft>
              <a:buNone/>
            </a:pPr>
            <a:r>
              <a:rPr lang="en-US" b="0" i="0" dirty="0">
                <a:latin typeface="Inter"/>
                <a:ea typeface="Inter"/>
                <a:cs typeface="Inter"/>
                <a:sym typeface="Inter"/>
              </a:rPr>
              <a:t> </a:t>
            </a:r>
            <a:r>
              <a:rPr lang="en-US" b="0" i="1" dirty="0">
                <a:solidFill>
                  <a:srgbClr val="CB3600"/>
                </a:solidFill>
                <a:latin typeface="Inter"/>
                <a:ea typeface="Inter"/>
                <a:cs typeface="Inter"/>
                <a:sym typeface="Inter"/>
              </a:rPr>
              <a:t>x</a:t>
            </a:r>
            <a:r>
              <a:rPr lang="en-US" b="0" i="0" dirty="0">
                <a:latin typeface="Inter"/>
                <a:ea typeface="Inter"/>
                <a:cs typeface="Inter"/>
                <a:sym typeface="Inter"/>
              </a:rPr>
              <a:t> = 1800.</a:t>
            </a:r>
            <a:endParaRPr dirty="0"/>
          </a:p>
          <a:p>
            <a:pPr marL="0" lvl="0" indent="0" algn="l" rtl="0">
              <a:spcBef>
                <a:spcPts val="0"/>
              </a:spcBef>
              <a:spcAft>
                <a:spcPts val="0"/>
              </a:spcAft>
              <a:buNone/>
            </a:pPr>
            <a:endParaRPr dirty="0"/>
          </a:p>
        </p:txBody>
      </p:sp>
      <p:sp>
        <p:nvSpPr>
          <p:cNvPr id="157" name="Google Shape;157;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9: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i="0">
                <a:solidFill>
                  <a:srgbClr val="5EAC1A"/>
                </a:solidFill>
                <a:latin typeface="Inter"/>
                <a:ea typeface="Inter"/>
                <a:cs typeface="Inter"/>
                <a:sym typeface="Inter"/>
              </a:rPr>
              <a:t>Answer:</a:t>
            </a:r>
            <a:r>
              <a:rPr lang="en-US" b="0" i="0">
                <a:latin typeface="Inter"/>
                <a:ea typeface="Inter"/>
                <a:cs typeface="Inter"/>
                <a:sym typeface="Inter"/>
              </a:rPr>
              <a:t> Option B</a:t>
            </a:r>
            <a:endParaRPr/>
          </a:p>
          <a:p>
            <a:pPr marL="0" lvl="0" indent="0" algn="l" rtl="0">
              <a:spcBef>
                <a:spcPts val="0"/>
              </a:spcBef>
              <a:spcAft>
                <a:spcPts val="0"/>
              </a:spcAft>
              <a:buNone/>
            </a:pPr>
            <a:r>
              <a:rPr lang="en-US" b="1" i="0">
                <a:solidFill>
                  <a:srgbClr val="5EAC1A"/>
                </a:solidFill>
                <a:latin typeface="Inter"/>
                <a:ea typeface="Inter"/>
                <a:cs typeface="Inter"/>
                <a:sym typeface="Inter"/>
              </a:rPr>
              <a:t>Explanation:</a:t>
            </a:r>
            <a:endParaRPr/>
          </a:p>
          <a:p>
            <a:pPr marL="0" lvl="0" indent="0" algn="l" rtl="0">
              <a:spcBef>
                <a:spcPts val="0"/>
              </a:spcBef>
              <a:spcAft>
                <a:spcPts val="0"/>
              </a:spcAft>
              <a:buNone/>
            </a:pPr>
            <a:r>
              <a:rPr lang="en-US" b="0" i="0">
                <a:latin typeface="Inter"/>
                <a:ea typeface="Inter"/>
                <a:cs typeface="Inter"/>
                <a:sym typeface="Inter"/>
              </a:rPr>
              <a:t>Let the required number of days be </a:t>
            </a:r>
            <a:r>
              <a:rPr lang="en-US" b="0" i="1">
                <a:solidFill>
                  <a:srgbClr val="CB3600"/>
                </a:solidFill>
                <a:latin typeface="Inter"/>
                <a:ea typeface="Inter"/>
                <a:cs typeface="Inter"/>
                <a:sym typeface="Inter"/>
              </a:rPr>
              <a:t>x</a:t>
            </a:r>
            <a:r>
              <a:rPr lang="en-US" b="0" i="0">
                <a:latin typeface="Inter"/>
                <a:ea typeface="Inter"/>
                <a:cs typeface="Inter"/>
                <a:sym typeface="Inter"/>
              </a:rPr>
              <a:t>.</a:t>
            </a:r>
            <a:endParaRPr/>
          </a:p>
          <a:p>
            <a:pPr marL="0" lvl="0" indent="0" algn="l" rtl="0">
              <a:spcBef>
                <a:spcPts val="0"/>
              </a:spcBef>
              <a:spcAft>
                <a:spcPts val="0"/>
              </a:spcAft>
              <a:buNone/>
            </a:pPr>
            <a:r>
              <a:rPr lang="en-US" b="0" i="0">
                <a:latin typeface="Inter"/>
                <a:ea typeface="Inter"/>
                <a:cs typeface="Inter"/>
                <a:sym typeface="Inter"/>
              </a:rPr>
              <a:t>30 x 6 x </a:t>
            </a:r>
            <a:r>
              <a:rPr lang="en-US" b="0" i="1">
                <a:solidFill>
                  <a:srgbClr val="CB3600"/>
                </a:solidFill>
                <a:latin typeface="Inter"/>
                <a:ea typeface="Inter"/>
                <a:cs typeface="Inter"/>
                <a:sym typeface="Inter"/>
              </a:rPr>
              <a:t>x</a:t>
            </a:r>
            <a:r>
              <a:rPr lang="en-US" b="0" i="0">
                <a:latin typeface="Inter"/>
                <a:ea typeface="Inter"/>
                <a:cs typeface="Inter"/>
                <a:sym typeface="Inter"/>
              </a:rPr>
              <a:t> = 39 x 5 x 12</a:t>
            </a:r>
            <a:endParaRPr/>
          </a:p>
          <a:p>
            <a:pPr marL="0" lvl="0" indent="0" algn="l" rtl="0">
              <a:spcBef>
                <a:spcPts val="0"/>
              </a:spcBef>
              <a:spcAft>
                <a:spcPts val="0"/>
              </a:spcAft>
              <a:buNone/>
            </a:pPr>
            <a:r>
              <a:rPr lang="en-US"/>
              <a:t> </a:t>
            </a:r>
            <a:r>
              <a:rPr lang="en-US" i="1">
                <a:solidFill>
                  <a:srgbClr val="CB3600"/>
                </a:solidFill>
              </a:rPr>
              <a:t>x</a:t>
            </a:r>
            <a:r>
              <a:rPr lang="en-US"/>
              <a:t> =(39 x 5 x 12) / (30 x 6)</a:t>
            </a:r>
            <a:endParaRPr b="0" i="0">
              <a:latin typeface="Inter"/>
              <a:ea typeface="Inter"/>
              <a:cs typeface="Inter"/>
              <a:sym typeface="Inter"/>
            </a:endParaRPr>
          </a:p>
          <a:p>
            <a:pPr marL="0" lvl="0" indent="0" algn="l" rtl="0">
              <a:spcBef>
                <a:spcPts val="0"/>
              </a:spcBef>
              <a:spcAft>
                <a:spcPts val="0"/>
              </a:spcAft>
              <a:buNone/>
            </a:pPr>
            <a:r>
              <a:rPr lang="en-US" b="0" i="0">
                <a:latin typeface="Inter"/>
                <a:ea typeface="Inter"/>
                <a:cs typeface="Inter"/>
                <a:sym typeface="Inter"/>
              </a:rPr>
              <a:t> </a:t>
            </a:r>
            <a:r>
              <a:rPr lang="en-US" b="0" i="1">
                <a:solidFill>
                  <a:srgbClr val="CB3600"/>
                </a:solidFill>
                <a:latin typeface="Inter"/>
                <a:ea typeface="Inter"/>
                <a:cs typeface="Inter"/>
                <a:sym typeface="Inter"/>
              </a:rPr>
              <a:t>x</a:t>
            </a:r>
            <a:r>
              <a:rPr lang="en-US" b="0" i="0">
                <a:latin typeface="Inter"/>
                <a:ea typeface="Inter"/>
                <a:cs typeface="Inter"/>
                <a:sym typeface="Inter"/>
              </a:rPr>
              <a:t> = 13.</a:t>
            </a:r>
            <a:endParaRPr/>
          </a:p>
          <a:p>
            <a:pPr marL="0" lvl="0" indent="0" algn="l" rtl="0">
              <a:spcBef>
                <a:spcPts val="0"/>
              </a:spcBef>
              <a:spcAft>
                <a:spcPts val="0"/>
              </a:spcAft>
              <a:buNone/>
            </a:pPr>
            <a:endParaRPr/>
          </a:p>
        </p:txBody>
      </p:sp>
      <p:sp>
        <p:nvSpPr>
          <p:cNvPr id="171" name="Google Shape;171;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0: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 name="Google Shape;17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i="0">
                <a:solidFill>
                  <a:srgbClr val="5EAC1A"/>
                </a:solidFill>
                <a:latin typeface="Inter"/>
                <a:ea typeface="Inter"/>
                <a:cs typeface="Inter"/>
                <a:sym typeface="Inter"/>
              </a:rPr>
              <a:t>Answer:</a:t>
            </a:r>
            <a:r>
              <a:rPr lang="en-US" b="0" i="0">
                <a:latin typeface="Inter"/>
                <a:ea typeface="Inter"/>
                <a:cs typeface="Inter"/>
                <a:sym typeface="Inter"/>
              </a:rPr>
              <a:t> Option C</a:t>
            </a:r>
            <a:endParaRPr/>
          </a:p>
          <a:p>
            <a:pPr marL="0" lvl="0" indent="0" algn="l" rtl="0">
              <a:spcBef>
                <a:spcPts val="0"/>
              </a:spcBef>
              <a:spcAft>
                <a:spcPts val="0"/>
              </a:spcAft>
              <a:buNone/>
            </a:pPr>
            <a:r>
              <a:rPr lang="en-US" b="1" i="0">
                <a:solidFill>
                  <a:srgbClr val="5EAC1A"/>
                </a:solidFill>
                <a:latin typeface="Inter"/>
                <a:ea typeface="Inter"/>
                <a:cs typeface="Inter"/>
                <a:sym typeface="Inter"/>
              </a:rPr>
              <a:t>Explanation:</a:t>
            </a:r>
            <a:endParaRPr/>
          </a:p>
          <a:p>
            <a:pPr marL="0" lvl="0" indent="0" algn="l" rtl="0">
              <a:spcBef>
                <a:spcPts val="0"/>
              </a:spcBef>
              <a:spcAft>
                <a:spcPts val="0"/>
              </a:spcAft>
              <a:buNone/>
            </a:pPr>
            <a:r>
              <a:rPr lang="en-US" b="0" i="0">
                <a:latin typeface="Inter"/>
                <a:ea typeface="Inter"/>
                <a:cs typeface="Inter"/>
                <a:sym typeface="Inter"/>
              </a:rPr>
              <a:t>Let the required number of days be </a:t>
            </a:r>
            <a:r>
              <a:rPr lang="en-US" b="0" i="1">
                <a:solidFill>
                  <a:srgbClr val="CB3600"/>
                </a:solidFill>
                <a:latin typeface="Inter"/>
                <a:ea typeface="Inter"/>
                <a:cs typeface="Inter"/>
                <a:sym typeface="Inter"/>
              </a:rPr>
              <a:t>x</a:t>
            </a:r>
            <a:r>
              <a:rPr lang="en-US" b="0" i="0">
                <a:latin typeface="Inter"/>
                <a:ea typeface="Inter"/>
                <a:cs typeface="Inter"/>
                <a:sym typeface="Inter"/>
              </a:rPr>
              <a:t>.</a:t>
            </a:r>
            <a:endParaRPr/>
          </a:p>
          <a:p>
            <a:pPr marL="0" lvl="0" indent="0" algn="l" rtl="0">
              <a:spcBef>
                <a:spcPts val="0"/>
              </a:spcBef>
              <a:spcAft>
                <a:spcPts val="0"/>
              </a:spcAft>
              <a:buNone/>
            </a:pPr>
            <a:r>
              <a:rPr lang="en-US" b="0" i="0">
                <a:latin typeface="Inter"/>
                <a:ea typeface="Inter"/>
                <a:cs typeface="Inter"/>
                <a:sym typeface="Inter"/>
              </a:rPr>
              <a:t>1 x 40 x </a:t>
            </a:r>
            <a:r>
              <a:rPr lang="en-US" b="0" i="1">
                <a:solidFill>
                  <a:srgbClr val="CB3600"/>
                </a:solidFill>
                <a:latin typeface="Inter"/>
                <a:ea typeface="Inter"/>
                <a:cs typeface="Inter"/>
                <a:sym typeface="Inter"/>
              </a:rPr>
              <a:t>x</a:t>
            </a:r>
            <a:r>
              <a:rPr lang="en-US" b="0" i="0">
                <a:latin typeface="Inter"/>
                <a:ea typeface="Inter"/>
                <a:cs typeface="Inter"/>
                <a:sym typeface="Inter"/>
              </a:rPr>
              <a:t> = 40 x 1 x 40</a:t>
            </a:r>
            <a:endParaRPr/>
          </a:p>
          <a:p>
            <a:pPr marL="0" lvl="0" indent="0" algn="l" rtl="0">
              <a:spcBef>
                <a:spcPts val="0"/>
              </a:spcBef>
              <a:spcAft>
                <a:spcPts val="0"/>
              </a:spcAft>
              <a:buNone/>
            </a:pPr>
            <a:r>
              <a:rPr lang="en-US" b="0" i="0">
                <a:latin typeface="Inter"/>
                <a:ea typeface="Inter"/>
                <a:cs typeface="Inter"/>
                <a:sym typeface="Inter"/>
              </a:rPr>
              <a:t> </a:t>
            </a:r>
            <a:r>
              <a:rPr lang="en-US" b="0" i="1">
                <a:solidFill>
                  <a:srgbClr val="CB3600"/>
                </a:solidFill>
                <a:latin typeface="Inter"/>
                <a:ea typeface="Inter"/>
                <a:cs typeface="Inter"/>
                <a:sym typeface="Inter"/>
              </a:rPr>
              <a:t>x</a:t>
            </a:r>
            <a:r>
              <a:rPr lang="en-US" b="0" i="0">
                <a:latin typeface="Inter"/>
                <a:ea typeface="Inter"/>
                <a:cs typeface="Inter"/>
                <a:sym typeface="Inter"/>
              </a:rPr>
              <a:t> = 40.</a:t>
            </a:r>
            <a:endParaRPr/>
          </a:p>
          <a:p>
            <a:pPr marL="0" lvl="0" indent="0" algn="l" rtl="0">
              <a:spcBef>
                <a:spcPts val="0"/>
              </a:spcBef>
              <a:spcAft>
                <a:spcPts val="0"/>
              </a:spcAft>
              <a:buNone/>
            </a:pPr>
            <a:endParaRPr/>
          </a:p>
        </p:txBody>
      </p:sp>
      <p:sp>
        <p:nvSpPr>
          <p:cNvPr id="178" name="Google Shape;178;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1: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i="0">
                <a:solidFill>
                  <a:srgbClr val="5EAC1A"/>
                </a:solidFill>
                <a:latin typeface="Inter"/>
                <a:ea typeface="Inter"/>
                <a:cs typeface="Inter"/>
                <a:sym typeface="Inter"/>
              </a:rPr>
              <a:t>Answer:</a:t>
            </a:r>
            <a:r>
              <a:rPr lang="en-US" b="0" i="0">
                <a:latin typeface="Inter"/>
                <a:ea typeface="Inter"/>
                <a:cs typeface="Inter"/>
                <a:sym typeface="Inter"/>
              </a:rPr>
              <a:t> Option B</a:t>
            </a:r>
            <a:endParaRPr/>
          </a:p>
          <a:p>
            <a:pPr marL="0" lvl="0" indent="0" algn="l" rtl="0">
              <a:spcBef>
                <a:spcPts val="0"/>
              </a:spcBef>
              <a:spcAft>
                <a:spcPts val="0"/>
              </a:spcAft>
              <a:buNone/>
            </a:pPr>
            <a:r>
              <a:rPr lang="en-US" b="1" i="0">
                <a:solidFill>
                  <a:srgbClr val="5EAC1A"/>
                </a:solidFill>
                <a:latin typeface="Inter"/>
                <a:ea typeface="Inter"/>
                <a:cs typeface="Inter"/>
                <a:sym typeface="Inter"/>
              </a:rPr>
              <a:t>Explanation:</a:t>
            </a:r>
            <a:endParaRPr/>
          </a:p>
          <a:p>
            <a:pPr marL="0" lvl="0" indent="0" algn="l" rtl="0">
              <a:spcBef>
                <a:spcPts val="0"/>
              </a:spcBef>
              <a:spcAft>
                <a:spcPts val="0"/>
              </a:spcAft>
              <a:buNone/>
            </a:pPr>
            <a:r>
              <a:rPr lang="en-US" b="0" i="0">
                <a:latin typeface="Inter"/>
                <a:ea typeface="Inter"/>
                <a:cs typeface="Inter"/>
                <a:sym typeface="Inter"/>
              </a:rPr>
              <a:t>Let the required number of revolutions made by larger wheel be </a:t>
            </a:r>
            <a:r>
              <a:rPr lang="en-US" b="0" i="1">
                <a:solidFill>
                  <a:srgbClr val="CB3600"/>
                </a:solidFill>
                <a:latin typeface="Inter"/>
                <a:ea typeface="Inter"/>
                <a:cs typeface="Inter"/>
                <a:sym typeface="Inter"/>
              </a:rPr>
              <a:t>x</a:t>
            </a:r>
            <a:r>
              <a:rPr lang="en-US" b="0" i="0">
                <a:latin typeface="Inter"/>
                <a:ea typeface="Inter"/>
                <a:cs typeface="Inter"/>
                <a:sym typeface="Inter"/>
              </a:rPr>
              <a:t>.</a:t>
            </a:r>
            <a:endParaRPr/>
          </a:p>
          <a:p>
            <a:pPr marL="0" lvl="0" indent="0" algn="l" rtl="0">
              <a:spcBef>
                <a:spcPts val="0"/>
              </a:spcBef>
              <a:spcAft>
                <a:spcPts val="0"/>
              </a:spcAft>
              <a:buNone/>
            </a:pPr>
            <a:r>
              <a:rPr lang="en-US"/>
              <a:t> </a:t>
            </a:r>
            <a:r>
              <a:rPr lang="en-US" i="1">
                <a:solidFill>
                  <a:srgbClr val="CB3600"/>
                </a:solidFill>
              </a:rPr>
              <a:t>x</a:t>
            </a:r>
            <a:r>
              <a:rPr lang="en-US"/>
              <a:t> =6 x 21/14</a:t>
            </a:r>
            <a:endParaRPr b="0" i="0">
              <a:latin typeface="Inter"/>
              <a:ea typeface="Inter"/>
              <a:cs typeface="Inter"/>
              <a:sym typeface="Inter"/>
            </a:endParaRPr>
          </a:p>
          <a:p>
            <a:pPr marL="0" lvl="0" indent="0" algn="l" rtl="0">
              <a:spcBef>
                <a:spcPts val="0"/>
              </a:spcBef>
              <a:spcAft>
                <a:spcPts val="0"/>
              </a:spcAft>
              <a:buNone/>
            </a:pPr>
            <a:r>
              <a:rPr lang="en-US" b="0" i="0">
                <a:latin typeface="Inter"/>
                <a:ea typeface="Inter"/>
                <a:cs typeface="Inter"/>
                <a:sym typeface="Inter"/>
              </a:rPr>
              <a:t> </a:t>
            </a:r>
            <a:r>
              <a:rPr lang="en-US" b="0" i="1">
                <a:solidFill>
                  <a:srgbClr val="CB3600"/>
                </a:solidFill>
                <a:latin typeface="Inter"/>
                <a:ea typeface="Inter"/>
                <a:cs typeface="Inter"/>
                <a:sym typeface="Inter"/>
              </a:rPr>
              <a:t>x</a:t>
            </a:r>
            <a:r>
              <a:rPr lang="en-US" b="0" i="0">
                <a:latin typeface="Inter"/>
                <a:ea typeface="Inter"/>
                <a:cs typeface="Inter"/>
                <a:sym typeface="Inter"/>
              </a:rPr>
              <a:t> = 9.</a:t>
            </a:r>
            <a:endParaRPr/>
          </a:p>
          <a:p>
            <a:pPr marL="0" lvl="0" indent="0" algn="l" rtl="0">
              <a:spcBef>
                <a:spcPts val="0"/>
              </a:spcBef>
              <a:spcAft>
                <a:spcPts val="0"/>
              </a:spcAft>
              <a:buNone/>
            </a:pPr>
            <a:endParaRPr/>
          </a:p>
        </p:txBody>
      </p:sp>
      <p:sp>
        <p:nvSpPr>
          <p:cNvPr id="185" name="Google Shape;185;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3: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 name="Google Shape;197;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i="0">
                <a:solidFill>
                  <a:srgbClr val="5EAC1A"/>
                </a:solidFill>
                <a:latin typeface="Inter"/>
                <a:ea typeface="Inter"/>
                <a:cs typeface="Inter"/>
                <a:sym typeface="Inter"/>
              </a:rPr>
              <a:t>Answer:</a:t>
            </a:r>
            <a:r>
              <a:rPr lang="en-US" b="0" i="0">
                <a:latin typeface="Inter"/>
                <a:ea typeface="Inter"/>
                <a:cs typeface="Inter"/>
                <a:sym typeface="Inter"/>
              </a:rPr>
              <a:t> Option B</a:t>
            </a:r>
            <a:endParaRPr/>
          </a:p>
          <a:p>
            <a:pPr marL="0" lvl="0" indent="0" algn="l" rtl="0">
              <a:spcBef>
                <a:spcPts val="0"/>
              </a:spcBef>
              <a:spcAft>
                <a:spcPts val="0"/>
              </a:spcAft>
              <a:buNone/>
            </a:pPr>
            <a:r>
              <a:rPr lang="en-US" b="1" i="0">
                <a:solidFill>
                  <a:srgbClr val="5EAC1A"/>
                </a:solidFill>
                <a:latin typeface="Inter"/>
                <a:ea typeface="Inter"/>
                <a:cs typeface="Inter"/>
                <a:sym typeface="Inter"/>
              </a:rPr>
              <a:t>Explanation:</a:t>
            </a:r>
            <a:endParaRPr/>
          </a:p>
          <a:p>
            <a:pPr marL="0" lvl="0" indent="0" algn="l" rtl="0">
              <a:spcBef>
                <a:spcPts val="0"/>
              </a:spcBef>
              <a:spcAft>
                <a:spcPts val="0"/>
              </a:spcAft>
              <a:buNone/>
            </a:pPr>
            <a:r>
              <a:rPr lang="en-US" b="0" i="0">
                <a:latin typeface="Inter"/>
                <a:ea typeface="Inter"/>
                <a:cs typeface="Inter"/>
                <a:sym typeface="Inter"/>
              </a:rPr>
              <a:t>There is a meal for 200 children. 150 children have taken the meal.</a:t>
            </a:r>
            <a:endParaRPr/>
          </a:p>
          <a:p>
            <a:pPr marL="0" lvl="0" indent="0" algn="l" rtl="0">
              <a:spcBef>
                <a:spcPts val="0"/>
              </a:spcBef>
              <a:spcAft>
                <a:spcPts val="0"/>
              </a:spcAft>
              <a:buNone/>
            </a:pPr>
            <a:r>
              <a:rPr lang="en-US" b="0" i="0">
                <a:latin typeface="Inter"/>
                <a:ea typeface="Inter"/>
                <a:cs typeface="Inter"/>
                <a:sym typeface="Inter"/>
              </a:rPr>
              <a:t>Remaining meal is to be catered to 50 children.</a:t>
            </a:r>
            <a:endParaRPr/>
          </a:p>
          <a:p>
            <a:pPr marL="0" lvl="0" indent="0" algn="l" rtl="0">
              <a:spcBef>
                <a:spcPts val="0"/>
              </a:spcBef>
              <a:spcAft>
                <a:spcPts val="0"/>
              </a:spcAft>
              <a:buNone/>
            </a:pPr>
            <a:r>
              <a:rPr lang="en-US" b="0" i="0">
                <a:latin typeface="Inter"/>
                <a:ea typeface="Inter"/>
                <a:cs typeface="Inter"/>
                <a:sym typeface="Inter"/>
              </a:rPr>
              <a:t>Now, 200 children  =120 men.</a:t>
            </a:r>
            <a:endParaRPr/>
          </a:p>
          <a:p>
            <a:pPr marL="0" lvl="0" indent="0" algn="l" rtl="0">
              <a:spcBef>
                <a:spcPts val="0"/>
              </a:spcBef>
              <a:spcAft>
                <a:spcPts val="0"/>
              </a:spcAft>
              <a:buNone/>
            </a:pPr>
            <a:r>
              <a:rPr lang="en-US" b="0" i="0">
                <a:latin typeface="Inter"/>
                <a:ea typeface="Inter"/>
                <a:cs typeface="Inter"/>
                <a:sym typeface="Inter"/>
              </a:rPr>
              <a:t>50 children =  120/200x 50= 30 men.</a:t>
            </a:r>
            <a:endParaRPr/>
          </a:p>
          <a:p>
            <a:pPr marL="0" lvl="0" indent="0" algn="l" rtl="0">
              <a:spcBef>
                <a:spcPts val="0"/>
              </a:spcBef>
              <a:spcAft>
                <a:spcPts val="0"/>
              </a:spcAft>
              <a:buNone/>
            </a:pPr>
            <a:endParaRPr/>
          </a:p>
        </p:txBody>
      </p:sp>
      <p:sp>
        <p:nvSpPr>
          <p:cNvPr id="198" name="Google Shape;198;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5: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i="0">
                <a:solidFill>
                  <a:srgbClr val="5EAC1A"/>
                </a:solidFill>
                <a:latin typeface="Inter"/>
                <a:ea typeface="Inter"/>
                <a:cs typeface="Inter"/>
                <a:sym typeface="Inter"/>
              </a:rPr>
              <a:t>Answer:</a:t>
            </a:r>
            <a:r>
              <a:rPr lang="en-US" b="0" i="0">
                <a:latin typeface="Inter"/>
                <a:ea typeface="Inter"/>
                <a:cs typeface="Inter"/>
                <a:sym typeface="Inter"/>
              </a:rPr>
              <a:t> Option D</a:t>
            </a:r>
            <a:endParaRPr/>
          </a:p>
          <a:p>
            <a:pPr marL="0" lvl="0" indent="0" algn="l" rtl="0">
              <a:spcBef>
                <a:spcPts val="0"/>
              </a:spcBef>
              <a:spcAft>
                <a:spcPts val="0"/>
              </a:spcAft>
              <a:buNone/>
            </a:pPr>
            <a:r>
              <a:rPr lang="en-US" b="1" i="0">
                <a:solidFill>
                  <a:srgbClr val="5EAC1A"/>
                </a:solidFill>
                <a:latin typeface="Inter"/>
                <a:ea typeface="Inter"/>
                <a:cs typeface="Inter"/>
                <a:sym typeface="Inter"/>
              </a:rPr>
              <a:t>Explanation:</a:t>
            </a:r>
            <a:endParaRPr/>
          </a:p>
          <a:p>
            <a:pPr marL="0" lvl="0" indent="0" algn="l" rtl="0">
              <a:spcBef>
                <a:spcPts val="0"/>
              </a:spcBef>
              <a:spcAft>
                <a:spcPts val="0"/>
              </a:spcAft>
              <a:buNone/>
            </a:pPr>
            <a:r>
              <a:rPr lang="en-US" b="0" i="0">
                <a:latin typeface="Inter"/>
                <a:ea typeface="Inter"/>
                <a:cs typeface="Inter"/>
                <a:sym typeface="Inter"/>
              </a:rPr>
              <a:t>Let the required number of bottles be </a:t>
            </a:r>
            <a:r>
              <a:rPr lang="en-US" b="0" i="1">
                <a:solidFill>
                  <a:srgbClr val="CB3600"/>
                </a:solidFill>
                <a:latin typeface="Inter"/>
                <a:ea typeface="Inter"/>
                <a:cs typeface="Inter"/>
                <a:sym typeface="Inter"/>
              </a:rPr>
              <a:t>x</a:t>
            </a:r>
            <a:r>
              <a:rPr lang="en-US" b="0" i="0">
                <a:latin typeface="Inter"/>
                <a:ea typeface="Inter"/>
                <a:cs typeface="Inter"/>
                <a:sym typeface="Inter"/>
              </a:rPr>
              <a:t>.</a:t>
            </a:r>
            <a:endParaRPr/>
          </a:p>
          <a:p>
            <a:pPr marL="0" lvl="0" indent="0" algn="l" rtl="0">
              <a:spcBef>
                <a:spcPts val="0"/>
              </a:spcBef>
              <a:spcAft>
                <a:spcPts val="0"/>
              </a:spcAft>
              <a:buNone/>
            </a:pPr>
            <a:r>
              <a:rPr lang="en-US" b="0" i="0">
                <a:latin typeface="Inter"/>
                <a:ea typeface="Inter"/>
                <a:cs typeface="Inter"/>
                <a:sym typeface="Inter"/>
              </a:rPr>
              <a:t>4 x 4 x </a:t>
            </a:r>
            <a:r>
              <a:rPr lang="en-US" b="0" i="1">
                <a:solidFill>
                  <a:srgbClr val="CB3600"/>
                </a:solidFill>
                <a:latin typeface="Inter"/>
                <a:ea typeface="Inter"/>
                <a:cs typeface="Inter"/>
                <a:sym typeface="Inter"/>
              </a:rPr>
              <a:t>x</a:t>
            </a:r>
            <a:r>
              <a:rPr lang="en-US" b="0" i="0">
                <a:latin typeface="Inter"/>
                <a:ea typeface="Inter"/>
                <a:cs typeface="Inter"/>
                <a:sym typeface="Inter"/>
              </a:rPr>
              <a:t> = 8 x 8 x 4</a:t>
            </a:r>
            <a:endParaRPr/>
          </a:p>
          <a:p>
            <a:pPr marL="0" lvl="0" indent="0" algn="l" rtl="0">
              <a:spcBef>
                <a:spcPts val="0"/>
              </a:spcBef>
              <a:spcAft>
                <a:spcPts val="0"/>
              </a:spcAft>
              <a:buNone/>
            </a:pPr>
            <a:r>
              <a:rPr lang="en-US"/>
              <a:t> </a:t>
            </a:r>
            <a:r>
              <a:rPr lang="en-US" i="1">
                <a:solidFill>
                  <a:srgbClr val="CB3600"/>
                </a:solidFill>
              </a:rPr>
              <a:t>x</a:t>
            </a:r>
            <a:r>
              <a:rPr lang="en-US"/>
              <a:t> =(8 x 8 x 4)/(4 x 4)</a:t>
            </a:r>
            <a:endParaRPr b="0" i="0">
              <a:latin typeface="Inter"/>
              <a:ea typeface="Inter"/>
              <a:cs typeface="Inter"/>
              <a:sym typeface="Inter"/>
            </a:endParaRPr>
          </a:p>
          <a:p>
            <a:pPr marL="0" lvl="0" indent="0" algn="l" rtl="0">
              <a:spcBef>
                <a:spcPts val="0"/>
              </a:spcBef>
              <a:spcAft>
                <a:spcPts val="0"/>
              </a:spcAft>
              <a:buNone/>
            </a:pPr>
            <a:r>
              <a:rPr lang="en-US" b="0" i="0">
                <a:latin typeface="Inter"/>
                <a:ea typeface="Inter"/>
                <a:cs typeface="Inter"/>
                <a:sym typeface="Inter"/>
              </a:rPr>
              <a:t> </a:t>
            </a:r>
            <a:r>
              <a:rPr lang="en-US" b="0" i="1">
                <a:solidFill>
                  <a:srgbClr val="CB3600"/>
                </a:solidFill>
                <a:latin typeface="Inter"/>
                <a:ea typeface="Inter"/>
                <a:cs typeface="Inter"/>
                <a:sym typeface="Inter"/>
              </a:rPr>
              <a:t>x</a:t>
            </a:r>
            <a:r>
              <a:rPr lang="en-US" b="0" i="0">
                <a:latin typeface="Inter"/>
                <a:ea typeface="Inter"/>
                <a:cs typeface="Inter"/>
                <a:sym typeface="Inter"/>
              </a:rPr>
              <a:t> = 16.</a:t>
            </a:r>
            <a:endParaRPr/>
          </a:p>
          <a:p>
            <a:pPr marL="0" lvl="0" indent="0" algn="l" rtl="0">
              <a:spcBef>
                <a:spcPts val="0"/>
              </a:spcBef>
              <a:spcAft>
                <a:spcPts val="0"/>
              </a:spcAft>
              <a:buNone/>
            </a:pPr>
            <a:endParaRPr/>
          </a:p>
        </p:txBody>
      </p:sp>
      <p:sp>
        <p:nvSpPr>
          <p:cNvPr id="212" name="Google Shape;212;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7: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0" i="0">
                <a:solidFill>
                  <a:srgbClr val="666666"/>
                </a:solidFill>
                <a:latin typeface="Roboto"/>
                <a:ea typeface="Roboto"/>
                <a:cs typeface="Roboto"/>
                <a:sym typeface="Roboto"/>
              </a:rPr>
              <a:t>Answer-B</a:t>
            </a:r>
            <a:endParaRPr/>
          </a:p>
          <a:p>
            <a:pPr marL="0" lvl="0" indent="0" algn="l" rtl="0">
              <a:spcBef>
                <a:spcPts val="0"/>
              </a:spcBef>
              <a:spcAft>
                <a:spcPts val="0"/>
              </a:spcAft>
              <a:buNone/>
            </a:pPr>
            <a:r>
              <a:rPr lang="en-US" b="0" i="0">
                <a:solidFill>
                  <a:srgbClr val="666666"/>
                </a:solidFill>
                <a:latin typeface="Roboto"/>
                <a:ea typeface="Roboto"/>
                <a:cs typeface="Roboto"/>
                <a:sym typeface="Roboto"/>
              </a:rPr>
              <a:t>Applying chain rule: 16 × (12/24) × (36000/24000) × (18/36) = 6 hours.</a:t>
            </a:r>
            <a:endParaRPr/>
          </a:p>
        </p:txBody>
      </p:sp>
      <p:sp>
        <p:nvSpPr>
          <p:cNvPr id="226" name="Google Shape;226;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8: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2" name="Google Shape;232;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0" i="0">
                <a:solidFill>
                  <a:srgbClr val="666666"/>
                </a:solidFill>
                <a:latin typeface="Roboto"/>
                <a:ea typeface="Roboto"/>
                <a:cs typeface="Roboto"/>
                <a:sym typeface="Roboto"/>
              </a:rPr>
              <a:t>Answer :5</a:t>
            </a:r>
            <a:endParaRPr/>
          </a:p>
          <a:p>
            <a:pPr marL="0" lvl="0" indent="0" algn="l" rtl="0">
              <a:spcBef>
                <a:spcPts val="0"/>
              </a:spcBef>
              <a:spcAft>
                <a:spcPts val="0"/>
              </a:spcAft>
              <a:buNone/>
            </a:pPr>
            <a:r>
              <a:rPr lang="en-US"/>
              <a:t/>
            </a:r>
            <a:br>
              <a:rPr lang="en-US"/>
            </a:br>
            <a:r>
              <a:rPr lang="en-US" b="0" i="0">
                <a:solidFill>
                  <a:srgbClr val="666666"/>
                </a:solidFill>
                <a:latin typeface="Roboto"/>
                <a:ea typeface="Roboto"/>
                <a:cs typeface="Roboto"/>
                <a:sym typeface="Roboto"/>
              </a:rPr>
              <a:t>Let there be x men originally.</a:t>
            </a:r>
            <a:r>
              <a:rPr lang="en-US"/>
              <a:t/>
            </a:r>
            <a:br>
              <a:rPr lang="en-US"/>
            </a:br>
            <a:r>
              <a:rPr lang="en-US" b="0" i="0">
                <a:solidFill>
                  <a:srgbClr val="666666"/>
                </a:solidFill>
                <a:latin typeface="Roboto"/>
                <a:ea typeface="Roboto"/>
                <a:cs typeface="Roboto"/>
                <a:sym typeface="Roboto"/>
              </a:rPr>
              <a:t>They were to complete the work in 180 days but as the number of persons is reduced to x – 30.</a:t>
            </a:r>
            <a:r>
              <a:rPr lang="en-US"/>
              <a:t/>
            </a:r>
            <a:br>
              <a:rPr lang="en-US"/>
            </a:br>
            <a:r>
              <a:rPr lang="en-US" b="0" i="0">
                <a:solidFill>
                  <a:srgbClr val="666666"/>
                </a:solidFill>
                <a:latin typeface="Roboto"/>
                <a:ea typeface="Roboto"/>
                <a:cs typeface="Roboto"/>
                <a:sym typeface="Roboto"/>
              </a:rPr>
              <a:t>∴ Work takes 20 more days. So the equation is 180x = (x – 30)200 ⇒ 20x = 6000 ⇒ x = 300.</a:t>
            </a:r>
            <a:endParaRPr/>
          </a:p>
        </p:txBody>
      </p:sp>
      <p:sp>
        <p:nvSpPr>
          <p:cNvPr id="233" name="Google Shape;233;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22: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i="0">
                <a:solidFill>
                  <a:srgbClr val="2A2A2A"/>
                </a:solidFill>
                <a:latin typeface="Arial"/>
                <a:ea typeface="Arial"/>
                <a:cs typeface="Arial"/>
                <a:sym typeface="Arial"/>
              </a:rPr>
              <a:t>Answer:</a:t>
            </a:r>
            <a:r>
              <a:rPr lang="en-US" b="0" i="0">
                <a:solidFill>
                  <a:srgbClr val="222222"/>
                </a:solidFill>
                <a:latin typeface="Arial"/>
                <a:ea typeface="Arial"/>
                <a:cs typeface="Arial"/>
                <a:sym typeface="Arial"/>
              </a:rPr>
              <a:t> D) 110</a:t>
            </a:r>
            <a:r>
              <a:rPr lang="en-US"/>
              <a:t/>
            </a:r>
            <a:br>
              <a:rPr lang="en-US"/>
            </a:br>
            <a:r>
              <a:rPr lang="en-US"/>
              <a:t/>
            </a:r>
            <a:br>
              <a:rPr lang="en-US"/>
            </a:br>
            <a:r>
              <a:rPr lang="en-US" b="1" i="0">
                <a:solidFill>
                  <a:srgbClr val="2A2A2A"/>
                </a:solidFill>
                <a:latin typeface="Arial"/>
                <a:ea typeface="Arial"/>
                <a:cs typeface="Arial"/>
                <a:sym typeface="Arial"/>
              </a:rPr>
              <a:t>Explanation:</a:t>
            </a:r>
            <a:r>
              <a:rPr lang="en-US"/>
              <a:t/>
            </a:r>
            <a:br>
              <a:rPr lang="en-US"/>
            </a:br>
            <a:r>
              <a:rPr lang="en-US" b="0" i="0">
                <a:solidFill>
                  <a:srgbClr val="2A2A2A"/>
                </a:solidFill>
                <a:latin typeface="Arial"/>
                <a:ea typeface="Arial"/>
                <a:cs typeface="Arial"/>
                <a:sym typeface="Arial"/>
              </a:rPr>
              <a:t>Originally let there be x men.</a:t>
            </a:r>
            <a:endParaRPr/>
          </a:p>
          <a:p>
            <a:pPr marL="0" lvl="0" indent="0" algn="l" rtl="0">
              <a:spcBef>
                <a:spcPts val="0"/>
              </a:spcBef>
              <a:spcAft>
                <a:spcPts val="0"/>
              </a:spcAft>
              <a:buNone/>
            </a:pPr>
            <a:r>
              <a:rPr lang="en-US" b="0" i="0">
                <a:solidFill>
                  <a:srgbClr val="2A2A2A"/>
                </a:solidFill>
                <a:latin typeface="Arial"/>
                <a:ea typeface="Arial"/>
                <a:cs typeface="Arial"/>
                <a:sym typeface="Arial"/>
              </a:rPr>
              <a:t>Less men, More days     (Indirect Proportion)</a:t>
            </a:r>
            <a:endParaRPr/>
          </a:p>
          <a:p>
            <a:pPr marL="0" lvl="0" indent="0" algn="l" rtl="0">
              <a:spcBef>
                <a:spcPts val="0"/>
              </a:spcBef>
              <a:spcAft>
                <a:spcPts val="0"/>
              </a:spcAft>
              <a:buNone/>
            </a:pPr>
            <a:r>
              <a:rPr lang="en-US" b="0" i="0">
                <a:solidFill>
                  <a:srgbClr val="2A2A2A"/>
                </a:solidFill>
                <a:latin typeface="Arial"/>
                <a:ea typeface="Arial"/>
                <a:cs typeface="Arial"/>
                <a:sym typeface="Arial"/>
              </a:rPr>
              <a:t> Therefore, (x-10) : x  :: 100 :110</a:t>
            </a:r>
            <a:endParaRPr/>
          </a:p>
          <a:p>
            <a:pPr marL="0" lvl="0" indent="0" algn="l" rtl="0">
              <a:spcBef>
                <a:spcPts val="0"/>
              </a:spcBef>
              <a:spcAft>
                <a:spcPts val="0"/>
              </a:spcAft>
              <a:buNone/>
            </a:pPr>
            <a:r>
              <a:rPr lang="en-US" b="0" i="0">
                <a:solidFill>
                  <a:srgbClr val="2A2A2A"/>
                </a:solidFill>
                <a:latin typeface="Arial"/>
                <a:ea typeface="Arial"/>
                <a:cs typeface="Arial"/>
                <a:sym typeface="Arial"/>
              </a:rPr>
              <a:t>=&gt; (x - 10) * 110 = x * 100    =&gt; x= 110</a:t>
            </a:r>
            <a:endParaRPr/>
          </a:p>
          <a:p>
            <a:pPr marL="0" lvl="0" indent="0" algn="l" rtl="0">
              <a:spcBef>
                <a:spcPts val="0"/>
              </a:spcBef>
              <a:spcAft>
                <a:spcPts val="0"/>
              </a:spcAft>
              <a:buNone/>
            </a:pPr>
            <a:endParaRPr/>
          </a:p>
        </p:txBody>
      </p:sp>
      <p:sp>
        <p:nvSpPr>
          <p:cNvPr id="261" name="Google Shape;261;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8: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i="0">
                <a:solidFill>
                  <a:srgbClr val="5EAC1A"/>
                </a:solidFill>
                <a:latin typeface="Inter"/>
                <a:ea typeface="Inter"/>
                <a:cs typeface="Inter"/>
                <a:sym typeface="Inter"/>
              </a:rPr>
              <a:t>Answer:</a:t>
            </a:r>
            <a:r>
              <a:rPr lang="en-US" b="0" i="0">
                <a:latin typeface="Inter"/>
                <a:ea typeface="Inter"/>
                <a:cs typeface="Inter"/>
                <a:sym typeface="Inter"/>
              </a:rPr>
              <a:t> Option C</a:t>
            </a:r>
            <a:endParaRPr/>
          </a:p>
          <a:p>
            <a:pPr marL="0" lvl="0" indent="0" algn="l" rtl="0">
              <a:spcBef>
                <a:spcPts val="0"/>
              </a:spcBef>
              <a:spcAft>
                <a:spcPts val="0"/>
              </a:spcAft>
              <a:buNone/>
            </a:pPr>
            <a:r>
              <a:rPr lang="en-US" b="1" i="0">
                <a:solidFill>
                  <a:srgbClr val="5EAC1A"/>
                </a:solidFill>
                <a:latin typeface="Inter"/>
                <a:ea typeface="Inter"/>
                <a:cs typeface="Inter"/>
                <a:sym typeface="Inter"/>
              </a:rPr>
              <a:t>Explanation:</a:t>
            </a:r>
            <a:endParaRPr/>
          </a:p>
          <a:p>
            <a:pPr marL="0" lvl="0" indent="0" algn="l" rtl="0">
              <a:spcBef>
                <a:spcPts val="0"/>
              </a:spcBef>
              <a:spcAft>
                <a:spcPts val="0"/>
              </a:spcAft>
              <a:buNone/>
            </a:pPr>
            <a:r>
              <a:rPr lang="en-US" b="0" i="0">
                <a:latin typeface="Inter"/>
                <a:ea typeface="Inter"/>
                <a:cs typeface="Inter"/>
                <a:sym typeface="Inter"/>
              </a:rPr>
              <a:t>After 10 days : 150 men had food for 35 days.</a:t>
            </a:r>
            <a:endParaRPr/>
          </a:p>
          <a:p>
            <a:pPr marL="0" lvl="0" indent="0" algn="l" rtl="0">
              <a:spcBef>
                <a:spcPts val="0"/>
              </a:spcBef>
              <a:spcAft>
                <a:spcPts val="0"/>
              </a:spcAft>
              <a:buNone/>
            </a:pPr>
            <a:r>
              <a:rPr lang="en-US" b="0" i="0">
                <a:latin typeface="Inter"/>
                <a:ea typeface="Inter"/>
                <a:cs typeface="Inter"/>
                <a:sym typeface="Inter"/>
              </a:rPr>
              <a:t>Suppose 125 men had food for </a:t>
            </a:r>
            <a:r>
              <a:rPr lang="en-US" b="0" i="1">
                <a:solidFill>
                  <a:srgbClr val="CB3600"/>
                </a:solidFill>
                <a:latin typeface="Inter"/>
                <a:ea typeface="Inter"/>
                <a:cs typeface="Inter"/>
                <a:sym typeface="Inter"/>
              </a:rPr>
              <a:t>x</a:t>
            </a:r>
            <a:r>
              <a:rPr lang="en-US" b="0" i="0">
                <a:latin typeface="Inter"/>
                <a:ea typeface="Inter"/>
                <a:cs typeface="Inter"/>
                <a:sym typeface="Inter"/>
              </a:rPr>
              <a:t> days.</a:t>
            </a:r>
            <a:endParaRPr/>
          </a:p>
          <a:p>
            <a:pPr marL="0" lvl="0" indent="0" algn="l" rtl="0">
              <a:spcBef>
                <a:spcPts val="0"/>
              </a:spcBef>
              <a:spcAft>
                <a:spcPts val="0"/>
              </a:spcAft>
              <a:buNone/>
            </a:pPr>
            <a:r>
              <a:rPr lang="en-US"/>
              <a:t> </a:t>
            </a:r>
            <a:r>
              <a:rPr lang="en-US" i="1">
                <a:solidFill>
                  <a:srgbClr val="CB3600"/>
                </a:solidFill>
              </a:rPr>
              <a:t>x</a:t>
            </a:r>
            <a:r>
              <a:rPr lang="en-US"/>
              <a:t> =(150 x 35)/125</a:t>
            </a:r>
            <a:endParaRPr b="0" i="0">
              <a:latin typeface="Inter"/>
              <a:ea typeface="Inter"/>
              <a:cs typeface="Inter"/>
              <a:sym typeface="Inter"/>
            </a:endParaRPr>
          </a:p>
          <a:p>
            <a:pPr marL="0" lvl="0" indent="0" algn="l" rtl="0">
              <a:spcBef>
                <a:spcPts val="0"/>
              </a:spcBef>
              <a:spcAft>
                <a:spcPts val="0"/>
              </a:spcAft>
              <a:buNone/>
            </a:pPr>
            <a:r>
              <a:rPr lang="en-US" b="0" i="0">
                <a:latin typeface="Inter"/>
                <a:ea typeface="Inter"/>
                <a:cs typeface="Inter"/>
                <a:sym typeface="Inter"/>
              </a:rPr>
              <a:t> </a:t>
            </a:r>
            <a:r>
              <a:rPr lang="en-US" b="0" i="1">
                <a:solidFill>
                  <a:srgbClr val="CB3600"/>
                </a:solidFill>
                <a:latin typeface="Inter"/>
                <a:ea typeface="Inter"/>
                <a:cs typeface="Inter"/>
                <a:sym typeface="Inter"/>
              </a:rPr>
              <a:t>x</a:t>
            </a:r>
            <a:r>
              <a:rPr lang="en-US" b="0" i="0">
                <a:latin typeface="Inter"/>
                <a:ea typeface="Inter"/>
                <a:cs typeface="Inter"/>
                <a:sym typeface="Inter"/>
              </a:rPr>
              <a:t> = 42.</a:t>
            </a:r>
            <a:endParaRPr/>
          </a:p>
          <a:p>
            <a:pPr marL="0" lvl="0" indent="0" algn="l" rtl="0">
              <a:spcBef>
                <a:spcPts val="0"/>
              </a:spcBef>
              <a:spcAft>
                <a:spcPts val="0"/>
              </a:spcAft>
              <a:buNone/>
            </a:pPr>
            <a:endParaRPr/>
          </a:p>
        </p:txBody>
      </p:sp>
      <p:sp>
        <p:nvSpPr>
          <p:cNvPr id="164" name="Google Shape;164;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9: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 name="Google Shape;239;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0" i="0">
                <a:solidFill>
                  <a:srgbClr val="666666"/>
                </a:solidFill>
                <a:latin typeface="Roboto"/>
                <a:ea typeface="Roboto"/>
                <a:cs typeface="Roboto"/>
                <a:sym typeface="Roboto"/>
              </a:rPr>
              <a:t>Answer :5</a:t>
            </a:r>
            <a:endParaRPr/>
          </a:p>
          <a:p>
            <a:pPr marL="0" lvl="0" indent="0" algn="l" rtl="0">
              <a:spcBef>
                <a:spcPts val="0"/>
              </a:spcBef>
              <a:spcAft>
                <a:spcPts val="0"/>
              </a:spcAft>
              <a:buNone/>
            </a:pPr>
            <a:r>
              <a:rPr lang="en-US"/>
              <a:t/>
            </a:r>
            <a:br>
              <a:rPr lang="en-US"/>
            </a:br>
            <a:r>
              <a:rPr lang="en-US" b="0" i="0">
                <a:solidFill>
                  <a:srgbClr val="666666"/>
                </a:solidFill>
                <a:latin typeface="Roboto"/>
                <a:ea typeface="Roboto"/>
                <a:cs typeface="Roboto"/>
                <a:sym typeface="Roboto"/>
              </a:rPr>
              <a:t>Let the whole ration now lasts for x days. </a:t>
            </a:r>
            <a:endParaRPr/>
          </a:p>
          <a:p>
            <a:pPr marL="0" lvl="0" indent="0" algn="l" rtl="0">
              <a:spcBef>
                <a:spcPts val="0"/>
              </a:spcBef>
              <a:spcAft>
                <a:spcPts val="0"/>
              </a:spcAft>
              <a:buNone/>
            </a:pPr>
            <a:r>
              <a:rPr lang="en-US" b="0" i="0">
                <a:solidFill>
                  <a:srgbClr val="666666"/>
                </a:solidFill>
                <a:latin typeface="Roboto"/>
                <a:ea typeface="Roboto"/>
                <a:cs typeface="Roboto"/>
                <a:sym typeface="Roboto"/>
              </a:rPr>
              <a:t>Equating the consumption on both sides, </a:t>
            </a:r>
            <a:endParaRPr/>
          </a:p>
          <a:p>
            <a:pPr marL="0" lvl="0" indent="0" algn="l" rtl="0">
              <a:spcBef>
                <a:spcPts val="0"/>
              </a:spcBef>
              <a:spcAft>
                <a:spcPts val="0"/>
              </a:spcAft>
              <a:buNone/>
            </a:pPr>
            <a:r>
              <a:rPr lang="en-US" b="0" i="0">
                <a:solidFill>
                  <a:srgbClr val="666666"/>
                </a:solidFill>
                <a:latin typeface="Roboto"/>
                <a:ea typeface="Roboto"/>
                <a:cs typeface="Roboto"/>
                <a:sym typeface="Roboto"/>
              </a:rPr>
              <a:t>we get (90 × 70) = (90 × 20) + (100 × x) </a:t>
            </a:r>
            <a:endParaRPr/>
          </a:p>
          <a:p>
            <a:pPr marL="0" lvl="0" indent="0" algn="l" rtl="0">
              <a:spcBef>
                <a:spcPts val="0"/>
              </a:spcBef>
              <a:spcAft>
                <a:spcPts val="0"/>
              </a:spcAft>
              <a:buNone/>
            </a:pPr>
            <a:r>
              <a:rPr lang="en-US" b="0" i="0">
                <a:solidFill>
                  <a:srgbClr val="666666"/>
                </a:solidFill>
                <a:latin typeface="Roboto"/>
                <a:ea typeface="Roboto"/>
                <a:cs typeface="Roboto"/>
                <a:sym typeface="Roboto"/>
              </a:rPr>
              <a:t>	    ⇒ x = 45 days.</a:t>
            </a:r>
            <a:endParaRPr/>
          </a:p>
        </p:txBody>
      </p:sp>
      <p:sp>
        <p:nvSpPr>
          <p:cNvPr id="240" name="Google Shape;240;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20: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0" i="0">
                <a:solidFill>
                  <a:srgbClr val="666666"/>
                </a:solidFill>
                <a:latin typeface="Roboto"/>
                <a:ea typeface="Roboto"/>
                <a:cs typeface="Roboto"/>
                <a:sym typeface="Roboto"/>
              </a:rPr>
              <a:t>Answer : 2</a:t>
            </a:r>
            <a:r>
              <a:rPr lang="en-US"/>
              <a:t/>
            </a:r>
            <a:br>
              <a:rPr lang="en-US"/>
            </a:br>
            <a:r>
              <a:rPr lang="en-US" b="0" i="0">
                <a:solidFill>
                  <a:srgbClr val="666666"/>
                </a:solidFill>
                <a:latin typeface="Roboto"/>
                <a:ea typeface="Roboto"/>
                <a:cs typeface="Roboto"/>
                <a:sym typeface="Roboto"/>
              </a:rPr>
              <a:t>Earlier dimensions of the wall = 100 × 3 × 0.30.</a:t>
            </a:r>
            <a:r>
              <a:rPr lang="en-US"/>
              <a:t/>
            </a:r>
            <a:br>
              <a:rPr lang="en-US"/>
            </a:br>
            <a:r>
              <a:rPr lang="en-US" b="0" i="0">
                <a:solidFill>
                  <a:srgbClr val="666666"/>
                </a:solidFill>
                <a:latin typeface="Roboto"/>
                <a:ea typeface="Roboto"/>
                <a:cs typeface="Roboto"/>
                <a:sym typeface="Roboto"/>
              </a:rPr>
              <a:t>New dimensions = L × 1.5 × 0.3.</a:t>
            </a:r>
            <a:r>
              <a:rPr lang="en-US"/>
              <a:t/>
            </a:r>
            <a:br>
              <a:rPr lang="en-US"/>
            </a:br>
            <a:r>
              <a:rPr lang="en-US" b="0" i="0">
                <a:solidFill>
                  <a:srgbClr val="666666"/>
                </a:solidFill>
                <a:latin typeface="Roboto"/>
                <a:ea typeface="Roboto"/>
                <a:cs typeface="Roboto"/>
                <a:sym typeface="Roboto"/>
              </a:rPr>
              <a:t>∴ As men, women and children are given to be equally efficient, </a:t>
            </a:r>
            <a:endParaRPr/>
          </a:p>
          <a:p>
            <a:pPr marL="0" lvl="0" indent="0" algn="l" rtl="0">
              <a:spcBef>
                <a:spcPts val="0"/>
              </a:spcBef>
              <a:spcAft>
                <a:spcPts val="0"/>
              </a:spcAft>
              <a:buNone/>
            </a:pPr>
            <a:r>
              <a:rPr lang="en-US" b="0" i="0">
                <a:solidFill>
                  <a:srgbClr val="666666"/>
                </a:solidFill>
                <a:latin typeface="Roboto"/>
                <a:ea typeface="Roboto"/>
                <a:cs typeface="Roboto"/>
                <a:sym typeface="Roboto"/>
              </a:rPr>
              <a:t>so in the first case, the total number of persons is 100 (i.e. 30 + 20 + 50) </a:t>
            </a:r>
            <a:endParaRPr/>
          </a:p>
          <a:p>
            <a:pPr marL="0" lvl="0" indent="0" algn="l" rtl="0">
              <a:spcBef>
                <a:spcPts val="0"/>
              </a:spcBef>
              <a:spcAft>
                <a:spcPts val="0"/>
              </a:spcAft>
              <a:buNone/>
            </a:pPr>
            <a:r>
              <a:rPr lang="en-US" b="0" i="0">
                <a:solidFill>
                  <a:srgbClr val="666666"/>
                </a:solidFill>
                <a:latin typeface="Roboto"/>
                <a:ea typeface="Roboto"/>
                <a:cs typeface="Roboto"/>
                <a:sym typeface="Roboto"/>
              </a:rPr>
              <a:t>and the same in the second case is 75 (15 + 25 + 35).</a:t>
            </a:r>
            <a:r>
              <a:rPr lang="en-US"/>
              <a:t/>
            </a:r>
            <a:br>
              <a:rPr lang="en-US"/>
            </a:br>
            <a:r>
              <a:rPr lang="en-US" b="0" i="0">
                <a:solidFill>
                  <a:srgbClr val="666666"/>
                </a:solidFill>
                <a:latin typeface="Roboto"/>
                <a:ea typeface="Roboto"/>
                <a:cs typeface="Roboto"/>
                <a:sym typeface="Roboto"/>
              </a:rPr>
              <a:t>Length of wall = L = (75x100) x (2x9) x (15x20) x (100 x 3 x 3 x 0.3)/(1.5 x 0.3) ⇒ L = 25 m.</a:t>
            </a:r>
            <a:endParaRPr/>
          </a:p>
        </p:txBody>
      </p:sp>
      <p:sp>
        <p:nvSpPr>
          <p:cNvPr id="247" name="Google Shape;247;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3: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i="0">
                <a:solidFill>
                  <a:srgbClr val="2A2A2A"/>
                </a:solidFill>
                <a:latin typeface="Arial"/>
                <a:ea typeface="Arial"/>
                <a:cs typeface="Arial"/>
                <a:sym typeface="Arial"/>
              </a:rPr>
              <a:t>Answer:</a:t>
            </a:r>
            <a:r>
              <a:rPr lang="en-US" b="0" i="0">
                <a:solidFill>
                  <a:srgbClr val="222222"/>
                </a:solidFill>
                <a:latin typeface="Arial"/>
                <a:ea typeface="Arial"/>
                <a:cs typeface="Arial"/>
                <a:sym typeface="Arial"/>
              </a:rPr>
              <a:t> B) 5</a:t>
            </a:r>
            <a:r>
              <a:rPr lang="en-US"/>
              <a:t/>
            </a:r>
            <a:br>
              <a:rPr lang="en-US"/>
            </a:br>
            <a:r>
              <a:rPr lang="en-US"/>
              <a:t/>
            </a:r>
            <a:br>
              <a:rPr lang="en-US"/>
            </a:br>
            <a:r>
              <a:rPr lang="en-US" b="1" i="0">
                <a:solidFill>
                  <a:srgbClr val="2A2A2A"/>
                </a:solidFill>
                <a:latin typeface="Arial"/>
                <a:ea typeface="Arial"/>
                <a:cs typeface="Arial"/>
                <a:sym typeface="Arial"/>
              </a:rPr>
              <a:t>Explanation:</a:t>
            </a:r>
            <a:r>
              <a:rPr lang="en-US"/>
              <a:t/>
            </a:r>
            <a:br>
              <a:rPr lang="en-US"/>
            </a:br>
            <a:r>
              <a:rPr lang="en-US" b="0" i="0">
                <a:solidFill>
                  <a:srgbClr val="2A2A2A"/>
                </a:solidFill>
                <a:latin typeface="Arial"/>
                <a:ea typeface="Arial"/>
                <a:cs typeface="Arial"/>
                <a:sym typeface="Arial"/>
              </a:rPr>
              <a:t>[(100 x 35) + (200 x 5)]men can finish the work in 1 day </a:t>
            </a:r>
            <a:endParaRPr/>
          </a:p>
          <a:p>
            <a:pPr marL="0" lvl="0" indent="0" algn="l" rtl="0">
              <a:spcBef>
                <a:spcPts val="0"/>
              </a:spcBef>
              <a:spcAft>
                <a:spcPts val="0"/>
              </a:spcAft>
              <a:buNone/>
            </a:pPr>
            <a:r>
              <a:rPr lang="en-US" b="0" i="0">
                <a:solidFill>
                  <a:srgbClr val="2A2A2A"/>
                </a:solidFill>
                <a:latin typeface="Arial"/>
                <a:ea typeface="Arial"/>
                <a:cs typeface="Arial"/>
                <a:sym typeface="Arial"/>
              </a:rPr>
              <a:t>Therefore, 4500 men can finish the work in 1 day. 100 men can finish it in  4500/100= 45 days.</a:t>
            </a:r>
            <a:endParaRPr/>
          </a:p>
          <a:p>
            <a:pPr marL="0" lvl="0" indent="0" algn="l" rtl="0">
              <a:spcBef>
                <a:spcPts val="0"/>
              </a:spcBef>
              <a:spcAft>
                <a:spcPts val="0"/>
              </a:spcAft>
              <a:buNone/>
            </a:pPr>
            <a:r>
              <a:rPr lang="en-US" b="0" i="0">
                <a:solidFill>
                  <a:srgbClr val="2A2A2A"/>
                </a:solidFill>
                <a:latin typeface="Arial"/>
                <a:ea typeface="Arial"/>
                <a:cs typeface="Arial"/>
                <a:sym typeface="Arial"/>
              </a:rPr>
              <a:t>This is 5 days behind Schedule</a:t>
            </a:r>
            <a:endParaRPr/>
          </a:p>
          <a:p>
            <a:pPr marL="0" lvl="0" indent="0" algn="l" rtl="0">
              <a:spcBef>
                <a:spcPts val="0"/>
              </a:spcBef>
              <a:spcAft>
                <a:spcPts val="0"/>
              </a:spcAft>
              <a:buNone/>
            </a:pPr>
            <a:endParaRPr/>
          </a:p>
        </p:txBody>
      </p:sp>
      <p:sp>
        <p:nvSpPr>
          <p:cNvPr id="268" name="Google Shape;268;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24: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 name="Google Shape;274;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i="0">
                <a:solidFill>
                  <a:srgbClr val="2A2A2A"/>
                </a:solidFill>
                <a:latin typeface="Arial"/>
                <a:ea typeface="Arial"/>
                <a:cs typeface="Arial"/>
                <a:sym typeface="Arial"/>
              </a:rPr>
              <a:t>Answer:</a:t>
            </a:r>
            <a:r>
              <a:rPr lang="en-US" b="0" i="0">
                <a:solidFill>
                  <a:srgbClr val="222222"/>
                </a:solidFill>
                <a:latin typeface="Arial"/>
                <a:ea typeface="Arial"/>
                <a:cs typeface="Arial"/>
                <a:sym typeface="Arial"/>
              </a:rPr>
              <a:t> B) 21 days</a:t>
            </a:r>
            <a:r>
              <a:rPr lang="en-US"/>
              <a:t/>
            </a:r>
            <a:br>
              <a:rPr lang="en-US"/>
            </a:br>
            <a:r>
              <a:rPr lang="en-US"/>
              <a:t/>
            </a:r>
            <a:br>
              <a:rPr lang="en-US"/>
            </a:br>
            <a:r>
              <a:rPr lang="en-US" b="1" i="0">
                <a:solidFill>
                  <a:srgbClr val="2A2A2A"/>
                </a:solidFill>
                <a:latin typeface="Arial"/>
                <a:ea typeface="Arial"/>
                <a:cs typeface="Arial"/>
                <a:sym typeface="Arial"/>
              </a:rPr>
              <a:t>Explanation:</a:t>
            </a:r>
            <a:r>
              <a:rPr lang="en-US"/>
              <a:t/>
            </a:r>
            <a:br>
              <a:rPr lang="en-US"/>
            </a:br>
            <a:r>
              <a:rPr lang="en-US" b="0" i="0">
                <a:solidFill>
                  <a:srgbClr val="2A2A2A"/>
                </a:solidFill>
                <a:latin typeface="Arial"/>
                <a:ea typeface="Arial"/>
                <a:cs typeface="Arial"/>
                <a:sym typeface="Arial"/>
              </a:rPr>
              <a:t>(2 x 14) men +(7 x 14) boys = (3 x 11) men + (8 x 11) boys</a:t>
            </a:r>
            <a:endParaRPr/>
          </a:p>
          <a:p>
            <a:pPr marL="0" lvl="0" indent="0" algn="l" rtl="0">
              <a:spcBef>
                <a:spcPts val="0"/>
              </a:spcBef>
              <a:spcAft>
                <a:spcPts val="0"/>
              </a:spcAft>
              <a:buNone/>
            </a:pPr>
            <a:r>
              <a:rPr lang="en-US" b="0" i="0">
                <a:solidFill>
                  <a:srgbClr val="2A2A2A"/>
                </a:solidFill>
                <a:latin typeface="Arial"/>
                <a:ea typeface="Arial"/>
                <a:cs typeface="Arial"/>
                <a:sym typeface="Arial"/>
              </a:rPr>
              <a:t>	                    =&gt;5 men= 10 boys    </a:t>
            </a:r>
            <a:endParaRPr/>
          </a:p>
          <a:p>
            <a:pPr marL="0" lvl="0" indent="0" algn="l" rtl="0">
              <a:spcBef>
                <a:spcPts val="0"/>
              </a:spcBef>
              <a:spcAft>
                <a:spcPts val="0"/>
              </a:spcAft>
              <a:buNone/>
            </a:pPr>
            <a:r>
              <a:rPr lang="en-US" b="0" i="0">
                <a:solidFill>
                  <a:srgbClr val="2A2A2A"/>
                </a:solidFill>
                <a:latin typeface="Arial"/>
                <a:ea typeface="Arial"/>
                <a:cs typeface="Arial"/>
                <a:sym typeface="Arial"/>
              </a:rPr>
              <a:t>		=&gt; 1man= 2 boys</a:t>
            </a:r>
            <a:endParaRPr/>
          </a:p>
          <a:p>
            <a:pPr marL="0" lvl="0" indent="0" algn="l" rtl="0">
              <a:spcBef>
                <a:spcPts val="0"/>
              </a:spcBef>
              <a:spcAft>
                <a:spcPts val="0"/>
              </a:spcAft>
              <a:buNone/>
            </a:pPr>
            <a:r>
              <a:rPr lang="en-US" b="0" i="0">
                <a:solidFill>
                  <a:srgbClr val="2A2A2A"/>
                </a:solidFill>
                <a:latin typeface="Arial"/>
                <a:ea typeface="Arial"/>
                <a:cs typeface="Arial"/>
                <a:sym typeface="Arial"/>
              </a:rPr>
              <a:t> Therefore, (2 men+ 7 boys) = (2 x 2 +7) boys = 11 boys</a:t>
            </a:r>
            <a:endParaRPr/>
          </a:p>
          <a:p>
            <a:pPr marL="0" lvl="0" indent="0" algn="l" rtl="0">
              <a:spcBef>
                <a:spcPts val="0"/>
              </a:spcBef>
              <a:spcAft>
                <a:spcPts val="0"/>
              </a:spcAft>
              <a:buNone/>
            </a:pPr>
            <a:r>
              <a:rPr lang="en-US" b="0" i="0">
                <a:solidFill>
                  <a:srgbClr val="2A2A2A"/>
                </a:solidFill>
                <a:latin typeface="Arial"/>
                <a:ea typeface="Arial"/>
                <a:cs typeface="Arial"/>
                <a:sym typeface="Arial"/>
              </a:rPr>
              <a:t> </a:t>
            </a:r>
            <a:endParaRPr/>
          </a:p>
          <a:p>
            <a:pPr marL="0" lvl="0" indent="0" algn="l" rtl="0">
              <a:spcBef>
                <a:spcPts val="0"/>
              </a:spcBef>
              <a:spcAft>
                <a:spcPts val="0"/>
              </a:spcAft>
              <a:buNone/>
            </a:pPr>
            <a:r>
              <a:rPr lang="en-US" b="0" i="0">
                <a:solidFill>
                  <a:srgbClr val="2A2A2A"/>
                </a:solidFill>
                <a:latin typeface="Arial"/>
                <a:ea typeface="Arial"/>
                <a:cs typeface="Arial"/>
                <a:sym typeface="Arial"/>
              </a:rPr>
              <a:t>( 8 men + 6 boys) = (8 x 2 +6) boys = 22 boys.</a:t>
            </a:r>
            <a:endParaRPr/>
          </a:p>
          <a:p>
            <a:pPr marL="0" lvl="0" indent="0" algn="l" rtl="0">
              <a:spcBef>
                <a:spcPts val="0"/>
              </a:spcBef>
              <a:spcAft>
                <a:spcPts val="0"/>
              </a:spcAft>
              <a:buNone/>
            </a:pPr>
            <a:r>
              <a:rPr lang="en-US" b="0" i="0">
                <a:solidFill>
                  <a:srgbClr val="2A2A2A"/>
                </a:solidFill>
                <a:latin typeface="Arial"/>
                <a:ea typeface="Arial"/>
                <a:cs typeface="Arial"/>
                <a:sym typeface="Arial"/>
              </a:rPr>
              <a:t> Let the required  number of days be x.</a:t>
            </a:r>
            <a:endParaRPr/>
          </a:p>
          <a:p>
            <a:pPr marL="0" lvl="0" indent="0" algn="l" rtl="0">
              <a:spcBef>
                <a:spcPts val="0"/>
              </a:spcBef>
              <a:spcAft>
                <a:spcPts val="0"/>
              </a:spcAft>
              <a:buNone/>
            </a:pPr>
            <a:r>
              <a:rPr lang="en-US" b="0" i="0">
                <a:solidFill>
                  <a:srgbClr val="2A2A2A"/>
                </a:solidFill>
                <a:latin typeface="Arial"/>
                <a:ea typeface="Arial"/>
                <a:cs typeface="Arial"/>
                <a:sym typeface="Arial"/>
              </a:rPr>
              <a:t>  Therefore, (22 * 1 * x) = (11 * 3 * 14)</a:t>
            </a:r>
            <a:endParaRPr/>
          </a:p>
          <a:p>
            <a:pPr marL="0" lvl="0" indent="0" algn="l" rtl="0">
              <a:spcBef>
                <a:spcPts val="0"/>
              </a:spcBef>
              <a:spcAft>
                <a:spcPts val="0"/>
              </a:spcAft>
              <a:buNone/>
            </a:pPr>
            <a:r>
              <a:rPr lang="en-US" b="0" i="0">
                <a:solidFill>
                  <a:srgbClr val="2A2A2A"/>
                </a:solidFill>
                <a:latin typeface="Arial"/>
                <a:ea typeface="Arial"/>
                <a:cs typeface="Arial"/>
                <a:sym typeface="Arial"/>
              </a:rPr>
              <a:t>	              =&gt; x = 21 </a:t>
            </a:r>
            <a:endParaRPr/>
          </a:p>
          <a:p>
            <a:pPr marL="0" lvl="0" indent="0" algn="l" rtl="0">
              <a:spcBef>
                <a:spcPts val="0"/>
              </a:spcBef>
              <a:spcAft>
                <a:spcPts val="0"/>
              </a:spcAft>
              <a:buNone/>
            </a:pPr>
            <a:r>
              <a:rPr lang="en-US" b="0" i="0">
                <a:solidFill>
                  <a:srgbClr val="2A2A2A"/>
                </a:solidFill>
                <a:latin typeface="Arial"/>
                <a:ea typeface="Arial"/>
                <a:cs typeface="Arial"/>
                <a:sym typeface="Arial"/>
              </a:rPr>
              <a:t>Hence, the required number of days = 21</a:t>
            </a:r>
            <a:endParaRPr/>
          </a:p>
          <a:p>
            <a:pPr marL="0" lvl="0" indent="0" algn="l" rtl="0">
              <a:spcBef>
                <a:spcPts val="0"/>
              </a:spcBef>
              <a:spcAft>
                <a:spcPts val="0"/>
              </a:spcAft>
              <a:buNone/>
            </a:pPr>
            <a:endParaRPr/>
          </a:p>
        </p:txBody>
      </p:sp>
      <p:sp>
        <p:nvSpPr>
          <p:cNvPr id="275" name="Google Shape;275;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24: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 name="Google Shape;274;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i="0">
                <a:solidFill>
                  <a:srgbClr val="2A2A2A"/>
                </a:solidFill>
                <a:latin typeface="Arial"/>
                <a:ea typeface="Arial"/>
                <a:cs typeface="Arial"/>
                <a:sym typeface="Arial"/>
              </a:rPr>
              <a:t>Answer:</a:t>
            </a:r>
            <a:r>
              <a:rPr lang="en-US" b="0" i="0">
                <a:solidFill>
                  <a:srgbClr val="222222"/>
                </a:solidFill>
                <a:latin typeface="Arial"/>
                <a:ea typeface="Arial"/>
                <a:cs typeface="Arial"/>
                <a:sym typeface="Arial"/>
              </a:rPr>
              <a:t> B) 21 days</a:t>
            </a:r>
            <a:r>
              <a:rPr lang="en-US"/>
              <a:t/>
            </a:r>
            <a:br>
              <a:rPr lang="en-US"/>
            </a:br>
            <a:r>
              <a:rPr lang="en-US"/>
              <a:t/>
            </a:r>
            <a:br>
              <a:rPr lang="en-US"/>
            </a:br>
            <a:r>
              <a:rPr lang="en-US" b="1" i="0">
                <a:solidFill>
                  <a:srgbClr val="2A2A2A"/>
                </a:solidFill>
                <a:latin typeface="Arial"/>
                <a:ea typeface="Arial"/>
                <a:cs typeface="Arial"/>
                <a:sym typeface="Arial"/>
              </a:rPr>
              <a:t>Explanation:</a:t>
            </a:r>
            <a:r>
              <a:rPr lang="en-US"/>
              <a:t/>
            </a:r>
            <a:br>
              <a:rPr lang="en-US"/>
            </a:br>
            <a:r>
              <a:rPr lang="en-US" b="0" i="0">
                <a:solidFill>
                  <a:srgbClr val="2A2A2A"/>
                </a:solidFill>
                <a:latin typeface="Arial"/>
                <a:ea typeface="Arial"/>
                <a:cs typeface="Arial"/>
                <a:sym typeface="Arial"/>
              </a:rPr>
              <a:t>(2 x 14) men +(7 x 14) boys = (3 x 11) men + (8 x 11) boys</a:t>
            </a:r>
            <a:endParaRPr/>
          </a:p>
          <a:p>
            <a:pPr marL="0" lvl="0" indent="0" algn="l" rtl="0">
              <a:spcBef>
                <a:spcPts val="0"/>
              </a:spcBef>
              <a:spcAft>
                <a:spcPts val="0"/>
              </a:spcAft>
              <a:buNone/>
            </a:pPr>
            <a:r>
              <a:rPr lang="en-US" b="0" i="0">
                <a:solidFill>
                  <a:srgbClr val="2A2A2A"/>
                </a:solidFill>
                <a:latin typeface="Arial"/>
                <a:ea typeface="Arial"/>
                <a:cs typeface="Arial"/>
                <a:sym typeface="Arial"/>
              </a:rPr>
              <a:t>	                    =&gt;5 men= 10 boys    </a:t>
            </a:r>
            <a:endParaRPr/>
          </a:p>
          <a:p>
            <a:pPr marL="0" lvl="0" indent="0" algn="l" rtl="0">
              <a:spcBef>
                <a:spcPts val="0"/>
              </a:spcBef>
              <a:spcAft>
                <a:spcPts val="0"/>
              </a:spcAft>
              <a:buNone/>
            </a:pPr>
            <a:r>
              <a:rPr lang="en-US" b="0" i="0">
                <a:solidFill>
                  <a:srgbClr val="2A2A2A"/>
                </a:solidFill>
                <a:latin typeface="Arial"/>
                <a:ea typeface="Arial"/>
                <a:cs typeface="Arial"/>
                <a:sym typeface="Arial"/>
              </a:rPr>
              <a:t>		=&gt; 1man= 2 boys</a:t>
            </a:r>
            <a:endParaRPr/>
          </a:p>
          <a:p>
            <a:pPr marL="0" lvl="0" indent="0" algn="l" rtl="0">
              <a:spcBef>
                <a:spcPts val="0"/>
              </a:spcBef>
              <a:spcAft>
                <a:spcPts val="0"/>
              </a:spcAft>
              <a:buNone/>
            </a:pPr>
            <a:r>
              <a:rPr lang="en-US" b="0" i="0">
                <a:solidFill>
                  <a:srgbClr val="2A2A2A"/>
                </a:solidFill>
                <a:latin typeface="Arial"/>
                <a:ea typeface="Arial"/>
                <a:cs typeface="Arial"/>
                <a:sym typeface="Arial"/>
              </a:rPr>
              <a:t> Therefore, (2 men+ 7 boys) = (2 x 2 +7) boys = 11 boys</a:t>
            </a:r>
            <a:endParaRPr/>
          </a:p>
          <a:p>
            <a:pPr marL="0" lvl="0" indent="0" algn="l" rtl="0">
              <a:spcBef>
                <a:spcPts val="0"/>
              </a:spcBef>
              <a:spcAft>
                <a:spcPts val="0"/>
              </a:spcAft>
              <a:buNone/>
            </a:pPr>
            <a:r>
              <a:rPr lang="en-US" b="0" i="0">
                <a:solidFill>
                  <a:srgbClr val="2A2A2A"/>
                </a:solidFill>
                <a:latin typeface="Arial"/>
                <a:ea typeface="Arial"/>
                <a:cs typeface="Arial"/>
                <a:sym typeface="Arial"/>
              </a:rPr>
              <a:t> </a:t>
            </a:r>
            <a:endParaRPr/>
          </a:p>
          <a:p>
            <a:pPr marL="0" lvl="0" indent="0" algn="l" rtl="0">
              <a:spcBef>
                <a:spcPts val="0"/>
              </a:spcBef>
              <a:spcAft>
                <a:spcPts val="0"/>
              </a:spcAft>
              <a:buNone/>
            </a:pPr>
            <a:r>
              <a:rPr lang="en-US" b="0" i="0">
                <a:solidFill>
                  <a:srgbClr val="2A2A2A"/>
                </a:solidFill>
                <a:latin typeface="Arial"/>
                <a:ea typeface="Arial"/>
                <a:cs typeface="Arial"/>
                <a:sym typeface="Arial"/>
              </a:rPr>
              <a:t>( 8 men + 6 boys) = (8 x 2 +6) boys = 22 boys.</a:t>
            </a:r>
            <a:endParaRPr/>
          </a:p>
          <a:p>
            <a:pPr marL="0" lvl="0" indent="0" algn="l" rtl="0">
              <a:spcBef>
                <a:spcPts val="0"/>
              </a:spcBef>
              <a:spcAft>
                <a:spcPts val="0"/>
              </a:spcAft>
              <a:buNone/>
            </a:pPr>
            <a:r>
              <a:rPr lang="en-US" b="0" i="0">
                <a:solidFill>
                  <a:srgbClr val="2A2A2A"/>
                </a:solidFill>
                <a:latin typeface="Arial"/>
                <a:ea typeface="Arial"/>
                <a:cs typeface="Arial"/>
                <a:sym typeface="Arial"/>
              </a:rPr>
              <a:t> Let the required  number of days be x.</a:t>
            </a:r>
            <a:endParaRPr/>
          </a:p>
          <a:p>
            <a:pPr marL="0" lvl="0" indent="0" algn="l" rtl="0">
              <a:spcBef>
                <a:spcPts val="0"/>
              </a:spcBef>
              <a:spcAft>
                <a:spcPts val="0"/>
              </a:spcAft>
              <a:buNone/>
            </a:pPr>
            <a:r>
              <a:rPr lang="en-US" b="0" i="0">
                <a:solidFill>
                  <a:srgbClr val="2A2A2A"/>
                </a:solidFill>
                <a:latin typeface="Arial"/>
                <a:ea typeface="Arial"/>
                <a:cs typeface="Arial"/>
                <a:sym typeface="Arial"/>
              </a:rPr>
              <a:t>  Therefore, (22 * 1 * x) = (11 * 3 * 14)</a:t>
            </a:r>
            <a:endParaRPr/>
          </a:p>
          <a:p>
            <a:pPr marL="0" lvl="0" indent="0" algn="l" rtl="0">
              <a:spcBef>
                <a:spcPts val="0"/>
              </a:spcBef>
              <a:spcAft>
                <a:spcPts val="0"/>
              </a:spcAft>
              <a:buNone/>
            </a:pPr>
            <a:r>
              <a:rPr lang="en-US" b="0" i="0">
                <a:solidFill>
                  <a:srgbClr val="2A2A2A"/>
                </a:solidFill>
                <a:latin typeface="Arial"/>
                <a:ea typeface="Arial"/>
                <a:cs typeface="Arial"/>
                <a:sym typeface="Arial"/>
              </a:rPr>
              <a:t>	              =&gt; x = 21 </a:t>
            </a:r>
            <a:endParaRPr/>
          </a:p>
          <a:p>
            <a:pPr marL="0" lvl="0" indent="0" algn="l" rtl="0">
              <a:spcBef>
                <a:spcPts val="0"/>
              </a:spcBef>
              <a:spcAft>
                <a:spcPts val="0"/>
              </a:spcAft>
              <a:buNone/>
            </a:pPr>
            <a:r>
              <a:rPr lang="en-US" b="0" i="0">
                <a:solidFill>
                  <a:srgbClr val="2A2A2A"/>
                </a:solidFill>
                <a:latin typeface="Arial"/>
                <a:ea typeface="Arial"/>
                <a:cs typeface="Arial"/>
                <a:sym typeface="Arial"/>
              </a:rPr>
              <a:t>Hence, the required number of days = 21</a:t>
            </a:r>
            <a:endParaRPr/>
          </a:p>
          <a:p>
            <a:pPr marL="0" lvl="0" indent="0" algn="l" rtl="0">
              <a:spcBef>
                <a:spcPts val="0"/>
              </a:spcBef>
              <a:spcAft>
                <a:spcPts val="0"/>
              </a:spcAft>
              <a:buNone/>
            </a:pPr>
            <a:endParaRPr/>
          </a:p>
        </p:txBody>
      </p:sp>
      <p:sp>
        <p:nvSpPr>
          <p:cNvPr id="275" name="Google Shape;275;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24: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 name="Google Shape;274;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i="0">
                <a:solidFill>
                  <a:srgbClr val="2A2A2A"/>
                </a:solidFill>
                <a:latin typeface="Arial"/>
                <a:ea typeface="Arial"/>
                <a:cs typeface="Arial"/>
                <a:sym typeface="Arial"/>
              </a:rPr>
              <a:t>Answer:</a:t>
            </a:r>
            <a:r>
              <a:rPr lang="en-US" b="0" i="0">
                <a:solidFill>
                  <a:srgbClr val="222222"/>
                </a:solidFill>
                <a:latin typeface="Arial"/>
                <a:ea typeface="Arial"/>
                <a:cs typeface="Arial"/>
                <a:sym typeface="Arial"/>
              </a:rPr>
              <a:t> B) 21 days</a:t>
            </a:r>
            <a:r>
              <a:rPr lang="en-US"/>
              <a:t/>
            </a:r>
            <a:br>
              <a:rPr lang="en-US"/>
            </a:br>
            <a:r>
              <a:rPr lang="en-US"/>
              <a:t/>
            </a:r>
            <a:br>
              <a:rPr lang="en-US"/>
            </a:br>
            <a:r>
              <a:rPr lang="en-US" b="1" i="0">
                <a:solidFill>
                  <a:srgbClr val="2A2A2A"/>
                </a:solidFill>
                <a:latin typeface="Arial"/>
                <a:ea typeface="Arial"/>
                <a:cs typeface="Arial"/>
                <a:sym typeface="Arial"/>
              </a:rPr>
              <a:t>Explanation:</a:t>
            </a:r>
            <a:r>
              <a:rPr lang="en-US"/>
              <a:t/>
            </a:r>
            <a:br>
              <a:rPr lang="en-US"/>
            </a:br>
            <a:r>
              <a:rPr lang="en-US" b="0" i="0">
                <a:solidFill>
                  <a:srgbClr val="2A2A2A"/>
                </a:solidFill>
                <a:latin typeface="Arial"/>
                <a:ea typeface="Arial"/>
                <a:cs typeface="Arial"/>
                <a:sym typeface="Arial"/>
              </a:rPr>
              <a:t>(2 x 14) men +(7 x 14) boys = (3 x 11) men + (8 x 11) boys</a:t>
            </a:r>
            <a:endParaRPr/>
          </a:p>
          <a:p>
            <a:pPr marL="0" lvl="0" indent="0" algn="l" rtl="0">
              <a:spcBef>
                <a:spcPts val="0"/>
              </a:spcBef>
              <a:spcAft>
                <a:spcPts val="0"/>
              </a:spcAft>
              <a:buNone/>
            </a:pPr>
            <a:r>
              <a:rPr lang="en-US" b="0" i="0">
                <a:solidFill>
                  <a:srgbClr val="2A2A2A"/>
                </a:solidFill>
                <a:latin typeface="Arial"/>
                <a:ea typeface="Arial"/>
                <a:cs typeface="Arial"/>
                <a:sym typeface="Arial"/>
              </a:rPr>
              <a:t>	                    =&gt;5 men= 10 boys    </a:t>
            </a:r>
            <a:endParaRPr/>
          </a:p>
          <a:p>
            <a:pPr marL="0" lvl="0" indent="0" algn="l" rtl="0">
              <a:spcBef>
                <a:spcPts val="0"/>
              </a:spcBef>
              <a:spcAft>
                <a:spcPts val="0"/>
              </a:spcAft>
              <a:buNone/>
            </a:pPr>
            <a:r>
              <a:rPr lang="en-US" b="0" i="0">
                <a:solidFill>
                  <a:srgbClr val="2A2A2A"/>
                </a:solidFill>
                <a:latin typeface="Arial"/>
                <a:ea typeface="Arial"/>
                <a:cs typeface="Arial"/>
                <a:sym typeface="Arial"/>
              </a:rPr>
              <a:t>		=&gt; 1man= 2 boys</a:t>
            </a:r>
            <a:endParaRPr/>
          </a:p>
          <a:p>
            <a:pPr marL="0" lvl="0" indent="0" algn="l" rtl="0">
              <a:spcBef>
                <a:spcPts val="0"/>
              </a:spcBef>
              <a:spcAft>
                <a:spcPts val="0"/>
              </a:spcAft>
              <a:buNone/>
            </a:pPr>
            <a:r>
              <a:rPr lang="en-US" b="0" i="0">
                <a:solidFill>
                  <a:srgbClr val="2A2A2A"/>
                </a:solidFill>
                <a:latin typeface="Arial"/>
                <a:ea typeface="Arial"/>
                <a:cs typeface="Arial"/>
                <a:sym typeface="Arial"/>
              </a:rPr>
              <a:t> Therefore, (2 men+ 7 boys) = (2 x 2 +7) boys = 11 boys</a:t>
            </a:r>
            <a:endParaRPr/>
          </a:p>
          <a:p>
            <a:pPr marL="0" lvl="0" indent="0" algn="l" rtl="0">
              <a:spcBef>
                <a:spcPts val="0"/>
              </a:spcBef>
              <a:spcAft>
                <a:spcPts val="0"/>
              </a:spcAft>
              <a:buNone/>
            </a:pPr>
            <a:r>
              <a:rPr lang="en-US" b="0" i="0">
                <a:solidFill>
                  <a:srgbClr val="2A2A2A"/>
                </a:solidFill>
                <a:latin typeface="Arial"/>
                <a:ea typeface="Arial"/>
                <a:cs typeface="Arial"/>
                <a:sym typeface="Arial"/>
              </a:rPr>
              <a:t> </a:t>
            </a:r>
            <a:endParaRPr/>
          </a:p>
          <a:p>
            <a:pPr marL="0" lvl="0" indent="0" algn="l" rtl="0">
              <a:spcBef>
                <a:spcPts val="0"/>
              </a:spcBef>
              <a:spcAft>
                <a:spcPts val="0"/>
              </a:spcAft>
              <a:buNone/>
            </a:pPr>
            <a:r>
              <a:rPr lang="en-US" b="0" i="0">
                <a:solidFill>
                  <a:srgbClr val="2A2A2A"/>
                </a:solidFill>
                <a:latin typeface="Arial"/>
                <a:ea typeface="Arial"/>
                <a:cs typeface="Arial"/>
                <a:sym typeface="Arial"/>
              </a:rPr>
              <a:t>( 8 men + 6 boys) = (8 x 2 +6) boys = 22 boys.</a:t>
            </a:r>
            <a:endParaRPr/>
          </a:p>
          <a:p>
            <a:pPr marL="0" lvl="0" indent="0" algn="l" rtl="0">
              <a:spcBef>
                <a:spcPts val="0"/>
              </a:spcBef>
              <a:spcAft>
                <a:spcPts val="0"/>
              </a:spcAft>
              <a:buNone/>
            </a:pPr>
            <a:r>
              <a:rPr lang="en-US" b="0" i="0">
                <a:solidFill>
                  <a:srgbClr val="2A2A2A"/>
                </a:solidFill>
                <a:latin typeface="Arial"/>
                <a:ea typeface="Arial"/>
                <a:cs typeface="Arial"/>
                <a:sym typeface="Arial"/>
              </a:rPr>
              <a:t> Let the required  number of days be x.</a:t>
            </a:r>
            <a:endParaRPr/>
          </a:p>
          <a:p>
            <a:pPr marL="0" lvl="0" indent="0" algn="l" rtl="0">
              <a:spcBef>
                <a:spcPts val="0"/>
              </a:spcBef>
              <a:spcAft>
                <a:spcPts val="0"/>
              </a:spcAft>
              <a:buNone/>
            </a:pPr>
            <a:r>
              <a:rPr lang="en-US" b="0" i="0">
                <a:solidFill>
                  <a:srgbClr val="2A2A2A"/>
                </a:solidFill>
                <a:latin typeface="Arial"/>
                <a:ea typeface="Arial"/>
                <a:cs typeface="Arial"/>
                <a:sym typeface="Arial"/>
              </a:rPr>
              <a:t>  Therefore, (22 * 1 * x) = (11 * 3 * 14)</a:t>
            </a:r>
            <a:endParaRPr/>
          </a:p>
          <a:p>
            <a:pPr marL="0" lvl="0" indent="0" algn="l" rtl="0">
              <a:spcBef>
                <a:spcPts val="0"/>
              </a:spcBef>
              <a:spcAft>
                <a:spcPts val="0"/>
              </a:spcAft>
              <a:buNone/>
            </a:pPr>
            <a:r>
              <a:rPr lang="en-US" b="0" i="0">
                <a:solidFill>
                  <a:srgbClr val="2A2A2A"/>
                </a:solidFill>
                <a:latin typeface="Arial"/>
                <a:ea typeface="Arial"/>
                <a:cs typeface="Arial"/>
                <a:sym typeface="Arial"/>
              </a:rPr>
              <a:t>	              =&gt; x = 21 </a:t>
            </a:r>
            <a:endParaRPr/>
          </a:p>
          <a:p>
            <a:pPr marL="0" lvl="0" indent="0" algn="l" rtl="0">
              <a:spcBef>
                <a:spcPts val="0"/>
              </a:spcBef>
              <a:spcAft>
                <a:spcPts val="0"/>
              </a:spcAft>
              <a:buNone/>
            </a:pPr>
            <a:r>
              <a:rPr lang="en-US" b="0" i="0">
                <a:solidFill>
                  <a:srgbClr val="2A2A2A"/>
                </a:solidFill>
                <a:latin typeface="Arial"/>
                <a:ea typeface="Arial"/>
                <a:cs typeface="Arial"/>
                <a:sym typeface="Arial"/>
              </a:rPr>
              <a:t>Hence, the required number of days = 21</a:t>
            </a:r>
            <a:endParaRPr/>
          </a:p>
          <a:p>
            <a:pPr marL="0" lvl="0" indent="0" algn="l" rtl="0">
              <a:spcBef>
                <a:spcPts val="0"/>
              </a:spcBef>
              <a:spcAft>
                <a:spcPts val="0"/>
              </a:spcAft>
              <a:buNone/>
            </a:pPr>
            <a:endParaRPr/>
          </a:p>
        </p:txBody>
      </p:sp>
      <p:sp>
        <p:nvSpPr>
          <p:cNvPr id="275" name="Google Shape;275;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24: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 name="Google Shape;274;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i="0">
                <a:solidFill>
                  <a:srgbClr val="2A2A2A"/>
                </a:solidFill>
                <a:latin typeface="Arial"/>
                <a:ea typeface="Arial"/>
                <a:cs typeface="Arial"/>
                <a:sym typeface="Arial"/>
              </a:rPr>
              <a:t>Answer:</a:t>
            </a:r>
            <a:r>
              <a:rPr lang="en-US" b="0" i="0">
                <a:solidFill>
                  <a:srgbClr val="222222"/>
                </a:solidFill>
                <a:latin typeface="Arial"/>
                <a:ea typeface="Arial"/>
                <a:cs typeface="Arial"/>
                <a:sym typeface="Arial"/>
              </a:rPr>
              <a:t> B) 21 days</a:t>
            </a:r>
            <a:r>
              <a:rPr lang="en-US"/>
              <a:t/>
            </a:r>
            <a:br>
              <a:rPr lang="en-US"/>
            </a:br>
            <a:r>
              <a:rPr lang="en-US"/>
              <a:t/>
            </a:r>
            <a:br>
              <a:rPr lang="en-US"/>
            </a:br>
            <a:r>
              <a:rPr lang="en-US" b="1" i="0">
                <a:solidFill>
                  <a:srgbClr val="2A2A2A"/>
                </a:solidFill>
                <a:latin typeface="Arial"/>
                <a:ea typeface="Arial"/>
                <a:cs typeface="Arial"/>
                <a:sym typeface="Arial"/>
              </a:rPr>
              <a:t>Explanation:</a:t>
            </a:r>
            <a:r>
              <a:rPr lang="en-US"/>
              <a:t/>
            </a:r>
            <a:br>
              <a:rPr lang="en-US"/>
            </a:br>
            <a:r>
              <a:rPr lang="en-US" b="0" i="0">
                <a:solidFill>
                  <a:srgbClr val="2A2A2A"/>
                </a:solidFill>
                <a:latin typeface="Arial"/>
                <a:ea typeface="Arial"/>
                <a:cs typeface="Arial"/>
                <a:sym typeface="Arial"/>
              </a:rPr>
              <a:t>(2 x 14) men +(7 x 14) boys = (3 x 11) men + (8 x 11) boys</a:t>
            </a:r>
            <a:endParaRPr/>
          </a:p>
          <a:p>
            <a:pPr marL="0" lvl="0" indent="0" algn="l" rtl="0">
              <a:spcBef>
                <a:spcPts val="0"/>
              </a:spcBef>
              <a:spcAft>
                <a:spcPts val="0"/>
              </a:spcAft>
              <a:buNone/>
            </a:pPr>
            <a:r>
              <a:rPr lang="en-US" b="0" i="0">
                <a:solidFill>
                  <a:srgbClr val="2A2A2A"/>
                </a:solidFill>
                <a:latin typeface="Arial"/>
                <a:ea typeface="Arial"/>
                <a:cs typeface="Arial"/>
                <a:sym typeface="Arial"/>
              </a:rPr>
              <a:t>	                    =&gt;5 men= 10 boys    </a:t>
            </a:r>
            <a:endParaRPr/>
          </a:p>
          <a:p>
            <a:pPr marL="0" lvl="0" indent="0" algn="l" rtl="0">
              <a:spcBef>
                <a:spcPts val="0"/>
              </a:spcBef>
              <a:spcAft>
                <a:spcPts val="0"/>
              </a:spcAft>
              <a:buNone/>
            </a:pPr>
            <a:r>
              <a:rPr lang="en-US" b="0" i="0">
                <a:solidFill>
                  <a:srgbClr val="2A2A2A"/>
                </a:solidFill>
                <a:latin typeface="Arial"/>
                <a:ea typeface="Arial"/>
                <a:cs typeface="Arial"/>
                <a:sym typeface="Arial"/>
              </a:rPr>
              <a:t>		=&gt; 1man= 2 boys</a:t>
            </a:r>
            <a:endParaRPr/>
          </a:p>
          <a:p>
            <a:pPr marL="0" lvl="0" indent="0" algn="l" rtl="0">
              <a:spcBef>
                <a:spcPts val="0"/>
              </a:spcBef>
              <a:spcAft>
                <a:spcPts val="0"/>
              </a:spcAft>
              <a:buNone/>
            </a:pPr>
            <a:r>
              <a:rPr lang="en-US" b="0" i="0">
                <a:solidFill>
                  <a:srgbClr val="2A2A2A"/>
                </a:solidFill>
                <a:latin typeface="Arial"/>
                <a:ea typeface="Arial"/>
                <a:cs typeface="Arial"/>
                <a:sym typeface="Arial"/>
              </a:rPr>
              <a:t> Therefore, (2 men+ 7 boys) = (2 x 2 +7) boys = 11 boys</a:t>
            </a:r>
            <a:endParaRPr/>
          </a:p>
          <a:p>
            <a:pPr marL="0" lvl="0" indent="0" algn="l" rtl="0">
              <a:spcBef>
                <a:spcPts val="0"/>
              </a:spcBef>
              <a:spcAft>
                <a:spcPts val="0"/>
              </a:spcAft>
              <a:buNone/>
            </a:pPr>
            <a:r>
              <a:rPr lang="en-US" b="0" i="0">
                <a:solidFill>
                  <a:srgbClr val="2A2A2A"/>
                </a:solidFill>
                <a:latin typeface="Arial"/>
                <a:ea typeface="Arial"/>
                <a:cs typeface="Arial"/>
                <a:sym typeface="Arial"/>
              </a:rPr>
              <a:t> </a:t>
            </a:r>
            <a:endParaRPr/>
          </a:p>
          <a:p>
            <a:pPr marL="0" lvl="0" indent="0" algn="l" rtl="0">
              <a:spcBef>
                <a:spcPts val="0"/>
              </a:spcBef>
              <a:spcAft>
                <a:spcPts val="0"/>
              </a:spcAft>
              <a:buNone/>
            </a:pPr>
            <a:r>
              <a:rPr lang="en-US" b="0" i="0">
                <a:solidFill>
                  <a:srgbClr val="2A2A2A"/>
                </a:solidFill>
                <a:latin typeface="Arial"/>
                <a:ea typeface="Arial"/>
                <a:cs typeface="Arial"/>
                <a:sym typeface="Arial"/>
              </a:rPr>
              <a:t>( 8 men + 6 boys) = (8 x 2 +6) boys = 22 boys.</a:t>
            </a:r>
            <a:endParaRPr/>
          </a:p>
          <a:p>
            <a:pPr marL="0" lvl="0" indent="0" algn="l" rtl="0">
              <a:spcBef>
                <a:spcPts val="0"/>
              </a:spcBef>
              <a:spcAft>
                <a:spcPts val="0"/>
              </a:spcAft>
              <a:buNone/>
            </a:pPr>
            <a:r>
              <a:rPr lang="en-US" b="0" i="0">
                <a:solidFill>
                  <a:srgbClr val="2A2A2A"/>
                </a:solidFill>
                <a:latin typeface="Arial"/>
                <a:ea typeface="Arial"/>
                <a:cs typeface="Arial"/>
                <a:sym typeface="Arial"/>
              </a:rPr>
              <a:t> Let the required  number of days be x.</a:t>
            </a:r>
            <a:endParaRPr/>
          </a:p>
          <a:p>
            <a:pPr marL="0" lvl="0" indent="0" algn="l" rtl="0">
              <a:spcBef>
                <a:spcPts val="0"/>
              </a:spcBef>
              <a:spcAft>
                <a:spcPts val="0"/>
              </a:spcAft>
              <a:buNone/>
            </a:pPr>
            <a:r>
              <a:rPr lang="en-US" b="0" i="0">
                <a:solidFill>
                  <a:srgbClr val="2A2A2A"/>
                </a:solidFill>
                <a:latin typeface="Arial"/>
                <a:ea typeface="Arial"/>
                <a:cs typeface="Arial"/>
                <a:sym typeface="Arial"/>
              </a:rPr>
              <a:t>  Therefore, (22 * 1 * x) = (11 * 3 * 14)</a:t>
            </a:r>
            <a:endParaRPr/>
          </a:p>
          <a:p>
            <a:pPr marL="0" lvl="0" indent="0" algn="l" rtl="0">
              <a:spcBef>
                <a:spcPts val="0"/>
              </a:spcBef>
              <a:spcAft>
                <a:spcPts val="0"/>
              </a:spcAft>
              <a:buNone/>
            </a:pPr>
            <a:r>
              <a:rPr lang="en-US" b="0" i="0">
                <a:solidFill>
                  <a:srgbClr val="2A2A2A"/>
                </a:solidFill>
                <a:latin typeface="Arial"/>
                <a:ea typeface="Arial"/>
                <a:cs typeface="Arial"/>
                <a:sym typeface="Arial"/>
              </a:rPr>
              <a:t>	              =&gt; x = 21 </a:t>
            </a:r>
            <a:endParaRPr/>
          </a:p>
          <a:p>
            <a:pPr marL="0" lvl="0" indent="0" algn="l" rtl="0">
              <a:spcBef>
                <a:spcPts val="0"/>
              </a:spcBef>
              <a:spcAft>
                <a:spcPts val="0"/>
              </a:spcAft>
              <a:buNone/>
            </a:pPr>
            <a:r>
              <a:rPr lang="en-US" b="0" i="0">
                <a:solidFill>
                  <a:srgbClr val="2A2A2A"/>
                </a:solidFill>
                <a:latin typeface="Arial"/>
                <a:ea typeface="Arial"/>
                <a:cs typeface="Arial"/>
                <a:sym typeface="Arial"/>
              </a:rPr>
              <a:t>Hence, the required number of days = 21</a:t>
            </a:r>
            <a:endParaRPr/>
          </a:p>
          <a:p>
            <a:pPr marL="0" lvl="0" indent="0" algn="l" rtl="0">
              <a:spcBef>
                <a:spcPts val="0"/>
              </a:spcBef>
              <a:spcAft>
                <a:spcPts val="0"/>
              </a:spcAft>
              <a:buNone/>
            </a:pPr>
            <a:endParaRPr/>
          </a:p>
        </p:txBody>
      </p:sp>
      <p:sp>
        <p:nvSpPr>
          <p:cNvPr id="275" name="Google Shape;275;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74395" y="2130426"/>
            <a:ext cx="990981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748790" y="3886200"/>
            <a:ext cx="816102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78F8766-88CF-4AEB-8778-30160AFEB1F2}" type="datetimeFigureOut">
              <a:rPr lang="en-US" smtClean="0"/>
              <a:pPr/>
              <a:t>8/7/2025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A90713-EA14-47EC-8E99-A14A9C35C767}" type="slidenum">
              <a:rPr lang="en-US" smtClean="0"/>
              <a:pPr/>
              <a:t>‹#›</a:t>
            </a:fld>
            <a:endParaRPr lang="en-US"/>
          </a:p>
        </p:txBody>
      </p:sp>
    </p:spTree>
    <p:extLst>
      <p:ext uri="{BB962C8B-B14F-4D97-AF65-F5344CB8AC3E}">
        <p14:creationId xmlns:p14="http://schemas.microsoft.com/office/powerpoint/2010/main" val="38639884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78F8766-88CF-4AEB-8778-30160AFEB1F2}" type="datetimeFigureOut">
              <a:rPr lang="en-US" smtClean="0"/>
              <a:pPr/>
              <a:t>8/7/2025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A90713-EA14-47EC-8E99-A14A9C35C767}" type="slidenum">
              <a:rPr lang="en-US" smtClean="0"/>
              <a:pPr/>
              <a:t>‹#›</a:t>
            </a:fld>
            <a:endParaRPr lang="en-US"/>
          </a:p>
        </p:txBody>
      </p:sp>
    </p:spTree>
    <p:extLst>
      <p:ext uri="{BB962C8B-B14F-4D97-AF65-F5344CB8AC3E}">
        <p14:creationId xmlns:p14="http://schemas.microsoft.com/office/powerpoint/2010/main" val="1098568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20949" y="4406901"/>
            <a:ext cx="990981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20949" y="2906713"/>
            <a:ext cx="990981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78F8766-88CF-4AEB-8778-30160AFEB1F2}" type="datetimeFigureOut">
              <a:rPr lang="en-US" smtClean="0"/>
              <a:pPr/>
              <a:t>8/7/2025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A90713-EA14-47EC-8E99-A14A9C35C767}" type="slidenum">
              <a:rPr lang="en-US" smtClean="0"/>
              <a:pPr/>
              <a:t>‹#›</a:t>
            </a:fld>
            <a:endParaRPr lang="en-US"/>
          </a:p>
        </p:txBody>
      </p:sp>
    </p:spTree>
    <p:extLst>
      <p:ext uri="{BB962C8B-B14F-4D97-AF65-F5344CB8AC3E}">
        <p14:creationId xmlns:p14="http://schemas.microsoft.com/office/powerpoint/2010/main" val="1817135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82930" y="1600201"/>
            <a:ext cx="514921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926455" y="1600201"/>
            <a:ext cx="514921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78F8766-88CF-4AEB-8778-30160AFEB1F2}" type="datetimeFigureOut">
              <a:rPr lang="en-US" smtClean="0"/>
              <a:pPr/>
              <a:t>8/7/2025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A90713-EA14-47EC-8E99-A14A9C35C767}" type="slidenum">
              <a:rPr lang="en-US" smtClean="0"/>
              <a:pPr/>
              <a:t>‹#›</a:t>
            </a:fld>
            <a:endParaRPr lang="en-US"/>
          </a:p>
        </p:txBody>
      </p:sp>
    </p:spTree>
    <p:extLst>
      <p:ext uri="{BB962C8B-B14F-4D97-AF65-F5344CB8AC3E}">
        <p14:creationId xmlns:p14="http://schemas.microsoft.com/office/powerpoint/2010/main" val="3258008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582930" y="1535113"/>
            <a:ext cx="515124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82930" y="2174875"/>
            <a:ext cx="515124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922408" y="1535113"/>
            <a:ext cx="515326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922408" y="2174875"/>
            <a:ext cx="515326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78F8766-88CF-4AEB-8778-30160AFEB1F2}" type="datetimeFigureOut">
              <a:rPr lang="en-US" smtClean="0"/>
              <a:pPr/>
              <a:t>8/7/2025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A90713-EA14-47EC-8E99-A14A9C35C767}" type="slidenum">
              <a:rPr lang="en-US" smtClean="0"/>
              <a:pPr/>
              <a:t>‹#›</a:t>
            </a:fld>
            <a:endParaRPr lang="en-US"/>
          </a:p>
        </p:txBody>
      </p:sp>
    </p:spTree>
    <p:extLst>
      <p:ext uri="{BB962C8B-B14F-4D97-AF65-F5344CB8AC3E}">
        <p14:creationId xmlns:p14="http://schemas.microsoft.com/office/powerpoint/2010/main" val="1728586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78F8766-88CF-4AEB-8778-30160AFEB1F2}" type="datetimeFigureOut">
              <a:rPr lang="en-US" smtClean="0"/>
              <a:pPr/>
              <a:t>8/7/2025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A90713-EA14-47EC-8E99-A14A9C35C767}" type="slidenum">
              <a:rPr lang="en-US" smtClean="0"/>
              <a:pPr/>
              <a:t>‹#›</a:t>
            </a:fld>
            <a:endParaRPr lang="en-US"/>
          </a:p>
        </p:txBody>
      </p:sp>
    </p:spTree>
    <p:extLst>
      <p:ext uri="{BB962C8B-B14F-4D97-AF65-F5344CB8AC3E}">
        <p14:creationId xmlns:p14="http://schemas.microsoft.com/office/powerpoint/2010/main" val="3825125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8F8766-88CF-4AEB-8778-30160AFEB1F2}" type="datetimeFigureOut">
              <a:rPr lang="en-US" smtClean="0"/>
              <a:pPr/>
              <a:t>8/7/2025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A90713-EA14-47EC-8E99-A14A9C35C767}" type="slidenum">
              <a:rPr lang="en-US" smtClean="0"/>
              <a:pPr/>
              <a:t>‹#›</a:t>
            </a:fld>
            <a:endParaRPr lang="en-US"/>
          </a:p>
        </p:txBody>
      </p:sp>
    </p:spTree>
    <p:extLst>
      <p:ext uri="{BB962C8B-B14F-4D97-AF65-F5344CB8AC3E}">
        <p14:creationId xmlns:p14="http://schemas.microsoft.com/office/powerpoint/2010/main" val="36676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2931" y="273050"/>
            <a:ext cx="3835599"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558189" y="273051"/>
            <a:ext cx="651748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82931" y="1435101"/>
            <a:ext cx="383559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78F8766-88CF-4AEB-8778-30160AFEB1F2}" type="datetimeFigureOut">
              <a:rPr lang="en-US" smtClean="0"/>
              <a:pPr/>
              <a:t>8/7/2025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A90713-EA14-47EC-8E99-A14A9C35C767}" type="slidenum">
              <a:rPr lang="en-US" smtClean="0"/>
              <a:pPr/>
              <a:t>‹#›</a:t>
            </a:fld>
            <a:endParaRPr lang="en-US"/>
          </a:p>
        </p:txBody>
      </p:sp>
    </p:spTree>
    <p:extLst>
      <p:ext uri="{BB962C8B-B14F-4D97-AF65-F5344CB8AC3E}">
        <p14:creationId xmlns:p14="http://schemas.microsoft.com/office/powerpoint/2010/main" val="8083630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85167" y="4800600"/>
            <a:ext cx="699516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285167" y="612775"/>
            <a:ext cx="699516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285167" y="5367338"/>
            <a:ext cx="699516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78F8766-88CF-4AEB-8778-30160AFEB1F2}" type="datetimeFigureOut">
              <a:rPr lang="en-US" smtClean="0"/>
              <a:pPr/>
              <a:t>8/7/2025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A90713-EA14-47EC-8E99-A14A9C35C767}" type="slidenum">
              <a:rPr lang="en-US" smtClean="0"/>
              <a:pPr/>
              <a:t>‹#›</a:t>
            </a:fld>
            <a:endParaRPr lang="en-US"/>
          </a:p>
        </p:txBody>
      </p:sp>
    </p:spTree>
    <p:extLst>
      <p:ext uri="{BB962C8B-B14F-4D97-AF65-F5344CB8AC3E}">
        <p14:creationId xmlns:p14="http://schemas.microsoft.com/office/powerpoint/2010/main" val="1167321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78F8766-88CF-4AEB-8778-30160AFEB1F2}" type="datetimeFigureOut">
              <a:rPr lang="en-US" smtClean="0"/>
              <a:pPr/>
              <a:t>8/7/2025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A90713-EA14-47EC-8E99-A14A9C35C767}" type="slidenum">
              <a:rPr lang="en-US" smtClean="0"/>
              <a:pPr/>
              <a:t>‹#›</a:t>
            </a:fld>
            <a:endParaRPr lang="en-US"/>
          </a:p>
        </p:txBody>
      </p:sp>
    </p:spTree>
    <p:extLst>
      <p:ext uri="{BB962C8B-B14F-4D97-AF65-F5344CB8AC3E}">
        <p14:creationId xmlns:p14="http://schemas.microsoft.com/office/powerpoint/2010/main" val="1283574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452485" y="274639"/>
            <a:ext cx="2623185"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82930" y="274639"/>
            <a:ext cx="7675245"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78F8766-88CF-4AEB-8778-30160AFEB1F2}" type="datetimeFigureOut">
              <a:rPr lang="en-US" smtClean="0"/>
              <a:pPr/>
              <a:t>8/7/2025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A90713-EA14-47EC-8E99-A14A9C35C767}" type="slidenum">
              <a:rPr lang="en-US" smtClean="0"/>
              <a:pPr/>
              <a:t>‹#›</a:t>
            </a:fld>
            <a:endParaRPr lang="en-US"/>
          </a:p>
        </p:txBody>
      </p:sp>
    </p:spTree>
    <p:extLst>
      <p:ext uri="{BB962C8B-B14F-4D97-AF65-F5344CB8AC3E}">
        <p14:creationId xmlns:p14="http://schemas.microsoft.com/office/powerpoint/2010/main" val="3070714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2930" y="274638"/>
            <a:ext cx="1049274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582930" y="1600201"/>
            <a:ext cx="1049274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582930" y="6356351"/>
            <a:ext cx="272034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8F8766-88CF-4AEB-8778-30160AFEB1F2}" type="datetimeFigureOut">
              <a:rPr lang="en-US" smtClean="0"/>
              <a:pPr/>
              <a:t>8/7/2025</a:t>
            </a:fld>
            <a:endParaRPr lang="en-US"/>
          </a:p>
        </p:txBody>
      </p:sp>
      <p:sp>
        <p:nvSpPr>
          <p:cNvPr id="5" name="Footer Placeholder 4"/>
          <p:cNvSpPr>
            <a:spLocks noGrp="1"/>
          </p:cNvSpPr>
          <p:nvPr>
            <p:ph type="ftr" sz="quarter" idx="3"/>
          </p:nvPr>
        </p:nvSpPr>
        <p:spPr>
          <a:xfrm>
            <a:off x="3983355" y="6356351"/>
            <a:ext cx="369189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355330" y="6356351"/>
            <a:ext cx="272034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A90713-EA14-47EC-8E99-A14A9C35C767}" type="slidenum">
              <a:rPr lang="en-US" smtClean="0"/>
              <a:pPr/>
              <a:t>‹#›</a:t>
            </a:fld>
            <a:endParaRPr lang="en-US"/>
          </a:p>
        </p:txBody>
      </p:sp>
      <p:pic>
        <p:nvPicPr>
          <p:cNvPr id="8" name="Picture 7"/>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1658600" cy="638175"/>
          </a:xfrm>
          <a:prstGeom prst="rect">
            <a:avLst/>
          </a:prstGeom>
        </p:spPr>
      </p:pic>
    </p:spTree>
    <p:extLst>
      <p:ext uri="{BB962C8B-B14F-4D97-AF65-F5344CB8AC3E}">
        <p14:creationId xmlns:p14="http://schemas.microsoft.com/office/powerpoint/2010/main" val="9187229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90888" y="1905008"/>
            <a:ext cx="10738185" cy="3260551"/>
          </a:xfrm>
        </p:spPr>
        <p:txBody>
          <a:bodyPr anchor="ctr">
            <a:normAutofit/>
          </a:bodyPr>
          <a:lstStyle/>
          <a:p>
            <a:pPr algn="ctr"/>
            <a:r>
              <a:rPr lang="en-US" sz="6600" b="1" dirty="0" smtClean="0">
                <a:effectLst/>
                <a:latin typeface="Times New Roman" pitchFamily="18" charset="0"/>
                <a:cs typeface="Times New Roman" pitchFamily="18" charset="0"/>
              </a:rPr>
              <a:t>Chain Rule</a:t>
            </a:r>
            <a:endParaRPr lang="en-US" sz="6600" dirty="0">
              <a:effectLst/>
              <a:latin typeface="Times New Roman" pitchFamily="18" charset="0"/>
              <a:cs typeface="Times New Roman" pitchFamily="18" charset="0"/>
            </a:endParaRPr>
          </a:p>
        </p:txBody>
      </p:sp>
    </p:spTree>
    <p:extLst>
      <p:ext uri="{BB962C8B-B14F-4D97-AF65-F5344CB8AC3E}">
        <p14:creationId xmlns:p14="http://schemas.microsoft.com/office/powerpoint/2010/main" val="40120297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90888" y="1905008"/>
            <a:ext cx="10738185" cy="3260551"/>
          </a:xfrm>
        </p:spPr>
        <p:txBody>
          <a:bodyPr anchor="ctr">
            <a:noAutofit/>
          </a:bodyPr>
          <a:lstStyle/>
          <a:p>
            <a:pPr marL="342900" indent="-342900" algn="l">
              <a:buFont typeface="Wingdings" pitchFamily="2" charset="2"/>
              <a:buChar char="Ø"/>
            </a:pPr>
            <a:r>
              <a:rPr lang="en-US" sz="2000" dirty="0">
                <a:latin typeface="Times New Roman" pitchFamily="18" charset="0"/>
                <a:cs typeface="Times New Roman" pitchFamily="18" charset="0"/>
              </a:rPr>
              <a:t>Chain Rule is a subtopic of </a:t>
            </a:r>
            <a:r>
              <a:rPr lang="en-US" sz="2000" dirty="0" smtClean="0">
                <a:latin typeface="Times New Roman" pitchFamily="18" charset="0"/>
                <a:cs typeface="Times New Roman" pitchFamily="18" charset="0"/>
              </a:rPr>
              <a:t>Time and work. </a:t>
            </a:r>
            <a:r>
              <a:rPr lang="en-US" sz="2000" dirty="0">
                <a:latin typeface="Times New Roman" pitchFamily="18" charset="0"/>
                <a:cs typeface="Times New Roman" pitchFamily="18" charset="0"/>
              </a:rPr>
              <a:t>The fundamental concept behind the Chain Rule is that a certain number of people will work for a certain number of days to complete the given piece of work.</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Generally, work depends upon various parameters like the number of people working, hours per day for which they work, and the number of days for which they operate. In dissimilar group problems, efficiency is also a parameter.</a:t>
            </a:r>
            <a:br>
              <a:rPr lang="en-US" sz="2000" dirty="0">
                <a:latin typeface="Times New Roman" pitchFamily="18" charset="0"/>
                <a:cs typeface="Times New Roman" pitchFamily="18" charset="0"/>
              </a:rPr>
            </a:br>
            <a:r>
              <a:rPr lang="en-US" sz="2000" b="1" dirty="0">
                <a:latin typeface="Times New Roman" pitchFamily="18" charset="0"/>
                <a:cs typeface="Times New Roman" pitchFamily="18" charset="0"/>
              </a:rPr>
              <a:t>Work done = Number of persons x Time ( Day * Hours )</a:t>
            </a:r>
            <a:r>
              <a:rPr lang="en-US" sz="2000" dirty="0">
                <a:latin typeface="Times New Roman" pitchFamily="18" charset="0"/>
                <a:cs typeface="Times New Roman" pitchFamily="18" charset="0"/>
              </a:rPr>
              <a:t/>
            </a:r>
            <a:br>
              <a:rPr lang="en-US" sz="2000" dirty="0">
                <a:latin typeface="Times New Roman" pitchFamily="18" charset="0"/>
                <a:cs typeface="Times New Roman" pitchFamily="18" charset="0"/>
              </a:rPr>
            </a:br>
            <a:r>
              <a:rPr lang="en-US" sz="2000" b="1" dirty="0">
                <a:latin typeface="Times New Roman" pitchFamily="18" charset="0"/>
                <a:cs typeface="Times New Roman" pitchFamily="18" charset="0"/>
              </a:rPr>
              <a:t>W = M x T</a:t>
            </a:r>
            <a:r>
              <a:rPr lang="en-US" sz="2000" dirty="0">
                <a:latin typeface="Times New Roman" pitchFamily="18" charset="0"/>
                <a:cs typeface="Times New Roman" pitchFamily="18" charset="0"/>
              </a:rPr>
              <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Here the unit of work is man days or man hours. The problems of time and work can primarily be divided into two types.</a:t>
            </a:r>
            <a:br>
              <a:rPr lang="en-US" sz="2000" dirty="0">
                <a:latin typeface="Times New Roman" pitchFamily="18" charset="0"/>
                <a:cs typeface="Times New Roman" pitchFamily="18" charset="0"/>
              </a:rPr>
            </a:b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1. The </a:t>
            </a:r>
            <a:r>
              <a:rPr lang="en-US" sz="2000" dirty="0">
                <a:latin typeface="Times New Roman" pitchFamily="18" charset="0"/>
                <a:cs typeface="Times New Roman" pitchFamily="18" charset="0"/>
              </a:rPr>
              <a:t>first type includes problems where individuals work with different efficiencies, alone or in combination, to complete a task.</a:t>
            </a:r>
            <a:br>
              <a:rPr lang="en-US" sz="2000" dirty="0">
                <a:latin typeface="Times New Roman" pitchFamily="18" charset="0"/>
                <a:cs typeface="Times New Roman" pitchFamily="18" charset="0"/>
              </a:rPr>
            </a:br>
            <a:r>
              <a:rPr lang="en-US" sz="2000" dirty="0" smtClean="0">
                <a:latin typeface="Times New Roman" pitchFamily="18" charset="0"/>
                <a:cs typeface="Times New Roman" pitchFamily="18" charset="0"/>
              </a:rPr>
              <a:t>2. The </a:t>
            </a:r>
            <a:r>
              <a:rPr lang="en-US" sz="2000" dirty="0">
                <a:latin typeface="Times New Roman" pitchFamily="18" charset="0"/>
                <a:cs typeface="Times New Roman" pitchFamily="18" charset="0"/>
              </a:rPr>
              <a:t>second type includes problems where group efficiencies are involved. Chain Rule concepts can be applied to group efficiency problems.</a:t>
            </a:r>
            <a:br>
              <a:rPr lang="en-US" sz="2000" dirty="0">
                <a:latin typeface="Times New Roman" pitchFamily="18" charset="0"/>
                <a:cs typeface="Times New Roman" pitchFamily="18" charset="0"/>
              </a:rPr>
            </a:br>
            <a:endParaRPr lang="en-US" sz="2000" dirty="0">
              <a:effectLst/>
              <a:latin typeface="Times New Roman" pitchFamily="18" charset="0"/>
              <a:cs typeface="Times New Roman" pitchFamily="18" charset="0"/>
            </a:endParaRPr>
          </a:p>
        </p:txBody>
      </p:sp>
    </p:spTree>
    <p:extLst>
      <p:ext uri="{BB962C8B-B14F-4D97-AF65-F5344CB8AC3E}">
        <p14:creationId xmlns:p14="http://schemas.microsoft.com/office/powerpoint/2010/main" val="249602236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5"/>
          <p:cNvSpPr/>
          <p:nvPr/>
        </p:nvSpPr>
        <p:spPr>
          <a:xfrm>
            <a:off x="521569" y="994157"/>
            <a:ext cx="10600121"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a:p>
        </p:txBody>
      </p:sp>
      <p:sp>
        <p:nvSpPr>
          <p:cNvPr id="143" name="Google Shape;143;p5"/>
          <p:cNvSpPr/>
          <p:nvPr/>
        </p:nvSpPr>
        <p:spPr>
          <a:xfrm>
            <a:off x="3443917" y="836695"/>
            <a:ext cx="582930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FF0000"/>
                </a:solidFill>
                <a:latin typeface="Times New Roman"/>
                <a:ea typeface="Times New Roman"/>
                <a:cs typeface="Times New Roman"/>
                <a:sym typeface="Times New Roman"/>
              </a:rPr>
              <a:t>        </a:t>
            </a:r>
            <a:r>
              <a:rPr lang="en-US" sz="3600" b="1" u="sng">
                <a:solidFill>
                  <a:srgbClr val="FF0000"/>
                </a:solidFill>
                <a:latin typeface="Times New Roman"/>
                <a:ea typeface="Times New Roman"/>
                <a:cs typeface="Times New Roman"/>
                <a:sym typeface="Times New Roman"/>
              </a:rPr>
              <a:t>Chain Rule Formula</a:t>
            </a:r>
            <a:endParaRPr sz="2400" b="1" u="sng">
              <a:solidFill>
                <a:schemeClr val="dk1"/>
              </a:solidFill>
              <a:latin typeface="Arial"/>
              <a:ea typeface="Arial"/>
              <a:cs typeface="Arial"/>
              <a:sym typeface="Arial"/>
            </a:endParaRPr>
          </a:p>
        </p:txBody>
      </p:sp>
      <p:sp>
        <p:nvSpPr>
          <p:cNvPr id="144" name="Google Shape;144;p5"/>
          <p:cNvSpPr/>
          <p:nvPr/>
        </p:nvSpPr>
        <p:spPr>
          <a:xfrm>
            <a:off x="971071" y="1764438"/>
            <a:ext cx="9487208" cy="20928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1"/>
                </a:solidFill>
                <a:latin typeface="Palatino Linotype"/>
                <a:ea typeface="Palatino Linotype"/>
                <a:cs typeface="Palatino Linotype"/>
                <a:sym typeface="Palatino Linotype"/>
              </a:rPr>
              <a:t>If M1 number of men can complete a work W1 in D1 days working H1 hours per day and M2 number of men can complete a work W2 in D2 days working H2 hours per day then</a:t>
            </a:r>
            <a:r>
              <a:rPr lang="en-US" sz="1800">
                <a:solidFill>
                  <a:schemeClr val="dk1"/>
                </a:solidFill>
                <a:latin typeface="Palatino Linotype"/>
                <a:ea typeface="Palatino Linotype"/>
                <a:cs typeface="Palatino Linotype"/>
                <a:sym typeface="Palatino Linotype"/>
              </a:rPr>
              <a:t>,</a:t>
            </a:r>
            <a:endParaRPr sz="1800">
              <a:solidFill>
                <a:schemeClr val="dk1"/>
              </a:solidFill>
              <a:latin typeface="Palatino Linotype"/>
              <a:ea typeface="Palatino Linotype"/>
              <a:cs typeface="Palatino Linotype"/>
              <a:sym typeface="Palatino Linotype"/>
            </a:endParaRPr>
          </a:p>
          <a:p>
            <a:pPr marL="0" marR="0" lvl="0" indent="0" algn="l" rtl="0">
              <a:spcBef>
                <a:spcPts val="0"/>
              </a:spcBef>
              <a:spcAft>
                <a:spcPts val="0"/>
              </a:spcAft>
              <a:buNone/>
            </a:pPr>
            <a:r>
              <a:rPr lang="en-US" sz="1800">
                <a:solidFill>
                  <a:schemeClr val="dk1"/>
                </a:solidFill>
                <a:latin typeface="Palatino Linotype"/>
                <a:ea typeface="Palatino Linotype"/>
                <a:cs typeface="Palatino Linotype"/>
                <a:sym typeface="Palatino Linotype"/>
              </a:rPr>
              <a:t>			</a:t>
            </a:r>
            <a:endParaRPr sz="1800">
              <a:solidFill>
                <a:schemeClr val="dk1"/>
              </a:solidFill>
              <a:latin typeface="Palatino Linotype"/>
              <a:ea typeface="Palatino Linotype"/>
              <a:cs typeface="Palatino Linotype"/>
              <a:sym typeface="Palatino Linotype"/>
            </a:endParaRPr>
          </a:p>
        </p:txBody>
      </p:sp>
      <p:sp>
        <p:nvSpPr>
          <p:cNvPr id="145" name="Google Shape;145;p5"/>
          <p:cNvSpPr/>
          <p:nvPr/>
        </p:nvSpPr>
        <p:spPr>
          <a:xfrm>
            <a:off x="3528448" y="3726647"/>
            <a:ext cx="3788330" cy="878574"/>
          </a:xfrm>
          <a:prstGeom prst="rect">
            <a:avLst/>
          </a:prstGeom>
          <a:blipFill rotWithShape="1">
            <a:blip r:embed="rId3">
              <a:alphaModFix/>
            </a:blip>
            <a:stretch>
              <a:fillRect/>
            </a:stretch>
          </a:blip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Palatino Linotype"/>
                <a:ea typeface="Palatino Linotype"/>
                <a:cs typeface="Palatino Linotype"/>
                <a:sym typeface="Palatino Linotype"/>
              </a:rPr>
              <a:t> </a:t>
            </a:r>
            <a:endParaRPr/>
          </a:p>
        </p:txBody>
      </p:sp>
    </p:spTree>
    <p:extLst>
      <p:ext uri="{BB962C8B-B14F-4D97-AF65-F5344CB8AC3E}">
        <p14:creationId xmlns:p14="http://schemas.microsoft.com/office/powerpoint/2010/main" val="28653731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6"/>
          <p:cNvSpPr txBox="1"/>
          <p:nvPr/>
        </p:nvSpPr>
        <p:spPr>
          <a:xfrm>
            <a:off x="954798" y="755331"/>
            <a:ext cx="9839526" cy="3109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a:solidFill>
                  <a:srgbClr val="0C0C0C"/>
                </a:solidFill>
                <a:latin typeface="Times New Roman"/>
                <a:ea typeface="Times New Roman"/>
                <a:cs typeface="Times New Roman"/>
                <a:sym typeface="Times New Roman"/>
              </a:rPr>
              <a:t>Q1. 3 pumps, working 8 hours a day, can empty a tank in 2 days. How many hours a day must 4 pumps work to empty the tank in 1 day?</a:t>
            </a:r>
            <a:endParaRPr/>
          </a:p>
          <a:p>
            <a:pPr marL="0" marR="0" lvl="0" indent="0" algn="l" rtl="0">
              <a:spcBef>
                <a:spcPts val="0"/>
              </a:spcBef>
              <a:spcAft>
                <a:spcPts val="0"/>
              </a:spcAft>
              <a:buNone/>
            </a:pPr>
            <a:r>
              <a:rPr lang="en-US" sz="2800" b="1" i="0">
                <a:solidFill>
                  <a:srgbClr val="0C0C0C"/>
                </a:solidFill>
                <a:latin typeface="Times New Roman"/>
                <a:ea typeface="Times New Roman"/>
                <a:cs typeface="Times New Roman"/>
                <a:sym typeface="Times New Roman"/>
              </a:rPr>
              <a:t>a) 9</a:t>
            </a:r>
            <a:endParaRPr/>
          </a:p>
          <a:p>
            <a:pPr marL="0" marR="0" lvl="0" indent="0" algn="l" rtl="0">
              <a:spcBef>
                <a:spcPts val="0"/>
              </a:spcBef>
              <a:spcAft>
                <a:spcPts val="0"/>
              </a:spcAft>
              <a:buNone/>
            </a:pPr>
            <a:r>
              <a:rPr lang="en-US" sz="2800" b="1" i="0">
                <a:solidFill>
                  <a:srgbClr val="0C0C0C"/>
                </a:solidFill>
                <a:latin typeface="Times New Roman"/>
                <a:ea typeface="Times New Roman"/>
                <a:cs typeface="Times New Roman"/>
                <a:sym typeface="Times New Roman"/>
              </a:rPr>
              <a:t>b) 10</a:t>
            </a:r>
            <a:endParaRPr/>
          </a:p>
          <a:p>
            <a:pPr marL="0" marR="0" lvl="0" indent="0" algn="l" rtl="0">
              <a:spcBef>
                <a:spcPts val="0"/>
              </a:spcBef>
              <a:spcAft>
                <a:spcPts val="0"/>
              </a:spcAft>
              <a:buNone/>
            </a:pPr>
            <a:r>
              <a:rPr lang="en-US" sz="2800" b="1" i="0">
                <a:solidFill>
                  <a:srgbClr val="0C0C0C"/>
                </a:solidFill>
                <a:latin typeface="Times New Roman"/>
                <a:ea typeface="Times New Roman"/>
                <a:cs typeface="Times New Roman"/>
                <a:sym typeface="Times New Roman"/>
              </a:rPr>
              <a:t>c) 11</a:t>
            </a:r>
            <a:endParaRPr/>
          </a:p>
          <a:p>
            <a:pPr marL="0" marR="0" lvl="0" indent="0" algn="l" rtl="0">
              <a:spcBef>
                <a:spcPts val="0"/>
              </a:spcBef>
              <a:spcAft>
                <a:spcPts val="0"/>
              </a:spcAft>
              <a:buNone/>
            </a:pPr>
            <a:r>
              <a:rPr lang="en-US" sz="2800" b="1" i="0">
                <a:solidFill>
                  <a:srgbClr val="0C0C0C"/>
                </a:solidFill>
                <a:latin typeface="Times New Roman"/>
                <a:ea typeface="Times New Roman"/>
                <a:cs typeface="Times New Roman"/>
                <a:sym typeface="Times New Roman"/>
              </a:rPr>
              <a:t>d) 12</a:t>
            </a:r>
            <a:endParaRPr/>
          </a:p>
        </p:txBody>
      </p:sp>
    </p:spTree>
    <p:extLst>
      <p:ext uri="{BB962C8B-B14F-4D97-AF65-F5344CB8AC3E}">
        <p14:creationId xmlns:p14="http://schemas.microsoft.com/office/powerpoint/2010/main" val="2067570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7"/>
          <p:cNvSpPr txBox="1"/>
          <p:nvPr/>
        </p:nvSpPr>
        <p:spPr>
          <a:xfrm>
            <a:off x="897409" y="757984"/>
            <a:ext cx="9710389" cy="31085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a:solidFill>
                  <a:srgbClr val="0C0C0C"/>
                </a:solidFill>
                <a:latin typeface="Times New Roman"/>
                <a:ea typeface="Times New Roman"/>
                <a:cs typeface="Times New Roman"/>
                <a:sym typeface="Times New Roman"/>
              </a:rPr>
              <a:t>Q2.Running at the same constant rate, 6 identical machines can produce a total of 270 bottles per minute. At this rate, how many bottles could 10 such machines produce in 4 minutes?</a:t>
            </a:r>
            <a:endParaRPr/>
          </a:p>
          <a:p>
            <a:pPr marL="0" marR="0" lvl="0" indent="0" algn="l" rtl="0">
              <a:spcBef>
                <a:spcPts val="0"/>
              </a:spcBef>
              <a:spcAft>
                <a:spcPts val="0"/>
              </a:spcAft>
              <a:buNone/>
            </a:pPr>
            <a:r>
              <a:rPr lang="en-US" sz="2800" b="1" i="0">
                <a:solidFill>
                  <a:srgbClr val="0C0C0C"/>
                </a:solidFill>
                <a:latin typeface="Times New Roman"/>
                <a:ea typeface="Times New Roman"/>
                <a:cs typeface="Times New Roman"/>
                <a:sym typeface="Times New Roman"/>
              </a:rPr>
              <a:t>a)648</a:t>
            </a:r>
            <a:endParaRPr/>
          </a:p>
          <a:p>
            <a:pPr marL="0" marR="0" lvl="0" indent="0" algn="l" rtl="0">
              <a:spcBef>
                <a:spcPts val="0"/>
              </a:spcBef>
              <a:spcAft>
                <a:spcPts val="0"/>
              </a:spcAft>
              <a:buNone/>
            </a:pPr>
            <a:r>
              <a:rPr lang="en-US" sz="2800" b="1" i="0">
                <a:solidFill>
                  <a:srgbClr val="0C0C0C"/>
                </a:solidFill>
                <a:latin typeface="Times New Roman"/>
                <a:ea typeface="Times New Roman"/>
                <a:cs typeface="Times New Roman"/>
                <a:sym typeface="Times New Roman"/>
              </a:rPr>
              <a:t>b)1800</a:t>
            </a:r>
            <a:endParaRPr/>
          </a:p>
          <a:p>
            <a:pPr marL="0" marR="0" lvl="0" indent="0" algn="l" rtl="0">
              <a:spcBef>
                <a:spcPts val="0"/>
              </a:spcBef>
              <a:spcAft>
                <a:spcPts val="0"/>
              </a:spcAft>
              <a:buNone/>
            </a:pPr>
            <a:r>
              <a:rPr lang="en-US" sz="2800" b="1" i="0">
                <a:solidFill>
                  <a:srgbClr val="0C0C0C"/>
                </a:solidFill>
                <a:latin typeface="Times New Roman"/>
                <a:ea typeface="Times New Roman"/>
                <a:cs typeface="Times New Roman"/>
                <a:sym typeface="Times New Roman"/>
              </a:rPr>
              <a:t>c)2700</a:t>
            </a:r>
            <a:endParaRPr/>
          </a:p>
          <a:p>
            <a:pPr marL="0" marR="0" lvl="0" indent="0" algn="l" rtl="0">
              <a:spcBef>
                <a:spcPts val="0"/>
              </a:spcBef>
              <a:spcAft>
                <a:spcPts val="0"/>
              </a:spcAft>
              <a:buNone/>
            </a:pPr>
            <a:r>
              <a:rPr lang="en-US" sz="2800" b="1" i="0">
                <a:solidFill>
                  <a:srgbClr val="0C0C0C"/>
                </a:solidFill>
                <a:latin typeface="Times New Roman"/>
                <a:ea typeface="Times New Roman"/>
                <a:cs typeface="Times New Roman"/>
                <a:sym typeface="Times New Roman"/>
              </a:rPr>
              <a:t>d)10800</a:t>
            </a:r>
            <a:endParaRPr/>
          </a:p>
        </p:txBody>
      </p:sp>
    </p:spTree>
    <p:extLst>
      <p:ext uri="{BB962C8B-B14F-4D97-AF65-F5344CB8AC3E}">
        <p14:creationId xmlns:p14="http://schemas.microsoft.com/office/powerpoint/2010/main" val="5456431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9"/>
          <p:cNvSpPr txBox="1"/>
          <p:nvPr/>
        </p:nvSpPr>
        <p:spPr>
          <a:xfrm>
            <a:off x="713323" y="878306"/>
            <a:ext cx="10067047" cy="31085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dirty="0" smtClean="0">
                <a:solidFill>
                  <a:schemeClr val="dk1"/>
                </a:solidFill>
                <a:latin typeface="Times New Roman"/>
                <a:ea typeface="Times New Roman"/>
                <a:cs typeface="Times New Roman"/>
                <a:sym typeface="Times New Roman"/>
              </a:rPr>
              <a:t>Q3. 39 </a:t>
            </a:r>
            <a:r>
              <a:rPr lang="en-US" sz="2800" b="1" i="0" dirty="0">
                <a:solidFill>
                  <a:schemeClr val="dk1"/>
                </a:solidFill>
                <a:latin typeface="Times New Roman"/>
                <a:ea typeface="Times New Roman"/>
                <a:cs typeface="Times New Roman"/>
                <a:sym typeface="Times New Roman"/>
              </a:rPr>
              <a:t>persons can repair a road in 12 days, working 5 hours a day. In how many days will 30 persons, working 6 hours a day, complete the work?</a:t>
            </a:r>
            <a:endParaRPr dirty="0"/>
          </a:p>
          <a:p>
            <a:pPr marL="0" marR="0" lvl="0" indent="0" algn="l" rtl="0">
              <a:spcBef>
                <a:spcPts val="0"/>
              </a:spcBef>
              <a:spcAft>
                <a:spcPts val="0"/>
              </a:spcAft>
              <a:buNone/>
            </a:pPr>
            <a:r>
              <a:rPr lang="en-US" sz="2800" b="1" i="0" dirty="0">
                <a:solidFill>
                  <a:schemeClr val="dk1"/>
                </a:solidFill>
                <a:latin typeface="Times New Roman"/>
                <a:ea typeface="Times New Roman"/>
                <a:cs typeface="Times New Roman"/>
                <a:sym typeface="Times New Roman"/>
              </a:rPr>
              <a:t>a) 10</a:t>
            </a:r>
            <a:endParaRPr dirty="0"/>
          </a:p>
          <a:p>
            <a:pPr marL="0" marR="0" lvl="0" indent="0" algn="l" rtl="0">
              <a:spcBef>
                <a:spcPts val="0"/>
              </a:spcBef>
              <a:spcAft>
                <a:spcPts val="0"/>
              </a:spcAft>
              <a:buNone/>
            </a:pPr>
            <a:r>
              <a:rPr lang="en-US" sz="2800" b="1" i="0" dirty="0">
                <a:solidFill>
                  <a:schemeClr val="dk1"/>
                </a:solidFill>
                <a:latin typeface="Times New Roman"/>
                <a:ea typeface="Times New Roman"/>
                <a:cs typeface="Times New Roman"/>
                <a:sym typeface="Times New Roman"/>
              </a:rPr>
              <a:t>b) 13</a:t>
            </a:r>
            <a:endParaRPr dirty="0"/>
          </a:p>
          <a:p>
            <a:pPr marL="0" marR="0" lvl="0" indent="0" algn="l" rtl="0">
              <a:spcBef>
                <a:spcPts val="0"/>
              </a:spcBef>
              <a:spcAft>
                <a:spcPts val="0"/>
              </a:spcAft>
              <a:buNone/>
            </a:pPr>
            <a:r>
              <a:rPr lang="en-US" sz="2800" b="1" i="0" dirty="0">
                <a:solidFill>
                  <a:schemeClr val="dk1"/>
                </a:solidFill>
                <a:latin typeface="Times New Roman"/>
                <a:ea typeface="Times New Roman"/>
                <a:cs typeface="Times New Roman"/>
                <a:sym typeface="Times New Roman"/>
              </a:rPr>
              <a:t>c) 14</a:t>
            </a:r>
            <a:endParaRPr dirty="0"/>
          </a:p>
          <a:p>
            <a:pPr marL="0" marR="0" lvl="0" indent="0" algn="l" rtl="0">
              <a:spcBef>
                <a:spcPts val="0"/>
              </a:spcBef>
              <a:spcAft>
                <a:spcPts val="0"/>
              </a:spcAft>
              <a:buNone/>
            </a:pPr>
            <a:r>
              <a:rPr lang="en-US" sz="2800" b="1" i="0" dirty="0">
                <a:solidFill>
                  <a:schemeClr val="dk1"/>
                </a:solidFill>
                <a:latin typeface="Times New Roman"/>
                <a:ea typeface="Times New Roman"/>
                <a:cs typeface="Times New Roman"/>
                <a:sym typeface="Times New Roman"/>
              </a:rPr>
              <a:t>d) 15</a:t>
            </a:r>
            <a:endParaRPr dirty="0"/>
          </a:p>
        </p:txBody>
      </p:sp>
    </p:spTree>
    <p:extLst>
      <p:ext uri="{BB962C8B-B14F-4D97-AF65-F5344CB8AC3E}">
        <p14:creationId xmlns:p14="http://schemas.microsoft.com/office/powerpoint/2010/main" val="3312093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0"/>
          <p:cNvSpPr txBox="1"/>
          <p:nvPr/>
        </p:nvSpPr>
        <p:spPr>
          <a:xfrm>
            <a:off x="759343" y="770021"/>
            <a:ext cx="10055543" cy="26776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dirty="0" smtClean="0">
                <a:solidFill>
                  <a:schemeClr val="dk1"/>
                </a:solidFill>
                <a:latin typeface="Times New Roman"/>
                <a:ea typeface="Times New Roman"/>
                <a:cs typeface="Times New Roman"/>
                <a:sym typeface="Times New Roman"/>
              </a:rPr>
              <a:t>Q4.In </a:t>
            </a:r>
            <a:r>
              <a:rPr lang="en-US" sz="2800" b="1" i="0" dirty="0">
                <a:solidFill>
                  <a:schemeClr val="dk1"/>
                </a:solidFill>
                <a:latin typeface="Times New Roman"/>
                <a:ea typeface="Times New Roman"/>
                <a:cs typeface="Times New Roman"/>
                <a:sym typeface="Times New Roman"/>
              </a:rPr>
              <a:t>a dairy farm, 40 cows eat 40 bags of husk in 40 days. In how many days one cow will eat one bag of husk?</a:t>
            </a:r>
            <a:endParaRPr dirty="0"/>
          </a:p>
          <a:p>
            <a:pPr marL="0" marR="0" lvl="0" indent="0" algn="l" rtl="0">
              <a:spcBef>
                <a:spcPts val="0"/>
              </a:spcBef>
              <a:spcAft>
                <a:spcPts val="0"/>
              </a:spcAft>
              <a:buNone/>
            </a:pPr>
            <a:r>
              <a:rPr lang="en-US" sz="2800" b="1" dirty="0">
                <a:solidFill>
                  <a:schemeClr val="dk1"/>
                </a:solidFill>
                <a:latin typeface="Times New Roman"/>
                <a:ea typeface="Times New Roman"/>
                <a:cs typeface="Times New Roman"/>
                <a:sym typeface="Times New Roman"/>
              </a:rPr>
              <a:t>a)1/40</a:t>
            </a:r>
            <a:endParaRPr dirty="0"/>
          </a:p>
          <a:p>
            <a:pPr marL="0" marR="0" lvl="0" indent="0" algn="l" rtl="0">
              <a:spcBef>
                <a:spcPts val="0"/>
              </a:spcBef>
              <a:spcAft>
                <a:spcPts val="0"/>
              </a:spcAft>
              <a:buNone/>
            </a:pPr>
            <a:r>
              <a:rPr lang="en-US" sz="2800" b="1" dirty="0">
                <a:solidFill>
                  <a:schemeClr val="dk1"/>
                </a:solidFill>
                <a:latin typeface="Times New Roman"/>
                <a:ea typeface="Times New Roman"/>
                <a:cs typeface="Times New Roman"/>
                <a:sym typeface="Times New Roman"/>
              </a:rPr>
              <a:t>b)1/30</a:t>
            </a:r>
            <a:endParaRPr dirty="0"/>
          </a:p>
          <a:p>
            <a:pPr marL="0" marR="0" lvl="0" indent="0" algn="l" rtl="0">
              <a:spcBef>
                <a:spcPts val="0"/>
              </a:spcBef>
              <a:spcAft>
                <a:spcPts val="0"/>
              </a:spcAft>
              <a:buNone/>
            </a:pPr>
            <a:r>
              <a:rPr lang="en-US" sz="2800" b="1" dirty="0">
                <a:solidFill>
                  <a:schemeClr val="dk1"/>
                </a:solidFill>
                <a:latin typeface="Times New Roman"/>
                <a:ea typeface="Times New Roman"/>
                <a:cs typeface="Times New Roman"/>
                <a:sym typeface="Times New Roman"/>
              </a:rPr>
              <a:t>c)40</a:t>
            </a:r>
            <a:endParaRPr dirty="0"/>
          </a:p>
          <a:p>
            <a:pPr marL="0" marR="0" lvl="0" indent="0" algn="l" rtl="0">
              <a:spcBef>
                <a:spcPts val="0"/>
              </a:spcBef>
              <a:spcAft>
                <a:spcPts val="0"/>
              </a:spcAft>
              <a:buNone/>
            </a:pPr>
            <a:r>
              <a:rPr lang="en-US" sz="2800" b="1" dirty="0">
                <a:solidFill>
                  <a:schemeClr val="dk1"/>
                </a:solidFill>
                <a:latin typeface="Times New Roman"/>
                <a:ea typeface="Times New Roman"/>
                <a:cs typeface="Times New Roman"/>
                <a:sym typeface="Times New Roman"/>
              </a:rPr>
              <a:t>d)80</a:t>
            </a:r>
            <a:endParaRPr sz="2800" b="1"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52865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1"/>
          <p:cNvSpPr txBox="1"/>
          <p:nvPr/>
        </p:nvSpPr>
        <p:spPr>
          <a:xfrm>
            <a:off x="690314" y="806117"/>
            <a:ext cx="10067048" cy="31085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dirty="0" smtClean="0">
                <a:solidFill>
                  <a:schemeClr val="dk1"/>
                </a:solidFill>
                <a:latin typeface="Times New Roman"/>
                <a:ea typeface="Times New Roman"/>
                <a:cs typeface="Times New Roman"/>
                <a:sym typeface="Times New Roman"/>
              </a:rPr>
              <a:t>Q5.A </a:t>
            </a:r>
            <a:r>
              <a:rPr lang="en-US" sz="2800" b="1" i="0" dirty="0">
                <a:solidFill>
                  <a:schemeClr val="dk1"/>
                </a:solidFill>
                <a:latin typeface="Times New Roman"/>
                <a:ea typeface="Times New Roman"/>
                <a:cs typeface="Times New Roman"/>
                <a:sym typeface="Times New Roman"/>
              </a:rPr>
              <a:t>wheel that has 6 cogs is meshed with a larger wheel of 14 cogs. When the smaller wheel has made 21 revolutions, then the number of revolutions mad by the larger wheel is:</a:t>
            </a:r>
            <a:endParaRPr dirty="0"/>
          </a:p>
          <a:p>
            <a:pPr marL="514350" marR="0" lvl="0" indent="-514350" algn="l" rtl="0">
              <a:spcBef>
                <a:spcPts val="0"/>
              </a:spcBef>
              <a:spcAft>
                <a:spcPts val="0"/>
              </a:spcAft>
              <a:buClr>
                <a:schemeClr val="dk1"/>
              </a:buClr>
              <a:buSzPts val="2800"/>
              <a:buFont typeface="Century Gothic"/>
              <a:buAutoNum type="alphaLcParenR"/>
            </a:pPr>
            <a:r>
              <a:rPr lang="en-US" sz="2800" b="1" i="0" dirty="0">
                <a:solidFill>
                  <a:schemeClr val="dk1"/>
                </a:solidFill>
                <a:latin typeface="Times New Roman"/>
                <a:ea typeface="Times New Roman"/>
                <a:cs typeface="Times New Roman"/>
                <a:sym typeface="Times New Roman"/>
              </a:rPr>
              <a:t>4</a:t>
            </a:r>
            <a:endParaRPr dirty="0"/>
          </a:p>
          <a:p>
            <a:pPr marL="514350" marR="0" lvl="0" indent="-514350" algn="l" rtl="0">
              <a:spcBef>
                <a:spcPts val="0"/>
              </a:spcBef>
              <a:spcAft>
                <a:spcPts val="0"/>
              </a:spcAft>
              <a:buClr>
                <a:schemeClr val="dk1"/>
              </a:buClr>
              <a:buSzPts val="2800"/>
              <a:buFont typeface="Century Gothic"/>
              <a:buAutoNum type="alphaLcParenR"/>
            </a:pPr>
            <a:r>
              <a:rPr lang="en-US" sz="2800" b="1" i="0" dirty="0">
                <a:solidFill>
                  <a:schemeClr val="dk1"/>
                </a:solidFill>
                <a:latin typeface="Times New Roman"/>
                <a:ea typeface="Times New Roman"/>
                <a:cs typeface="Times New Roman"/>
                <a:sym typeface="Times New Roman"/>
              </a:rPr>
              <a:t>9</a:t>
            </a:r>
            <a:endParaRPr dirty="0"/>
          </a:p>
          <a:p>
            <a:pPr marL="514350" marR="0" lvl="0" indent="-514350" algn="l" rtl="0">
              <a:spcBef>
                <a:spcPts val="0"/>
              </a:spcBef>
              <a:spcAft>
                <a:spcPts val="0"/>
              </a:spcAft>
              <a:buClr>
                <a:schemeClr val="dk1"/>
              </a:buClr>
              <a:buSzPts val="2800"/>
              <a:buFont typeface="Century Gothic"/>
              <a:buAutoNum type="alphaLcParenR"/>
            </a:pPr>
            <a:r>
              <a:rPr lang="en-US" sz="2800" b="1" i="0" dirty="0">
                <a:solidFill>
                  <a:schemeClr val="dk1"/>
                </a:solidFill>
                <a:latin typeface="Times New Roman"/>
                <a:ea typeface="Times New Roman"/>
                <a:cs typeface="Times New Roman"/>
                <a:sym typeface="Times New Roman"/>
              </a:rPr>
              <a:t>12</a:t>
            </a:r>
            <a:endParaRPr dirty="0"/>
          </a:p>
          <a:p>
            <a:pPr marL="514350" marR="0" lvl="0" indent="-514350" algn="l" rtl="0">
              <a:spcBef>
                <a:spcPts val="0"/>
              </a:spcBef>
              <a:spcAft>
                <a:spcPts val="0"/>
              </a:spcAft>
              <a:buClr>
                <a:schemeClr val="dk1"/>
              </a:buClr>
              <a:buSzPts val="2800"/>
              <a:buFont typeface="Century Gothic"/>
              <a:buAutoNum type="alphaLcParenR"/>
            </a:pPr>
            <a:r>
              <a:rPr lang="en-US" sz="2800" b="1" i="0" dirty="0">
                <a:solidFill>
                  <a:schemeClr val="dk1"/>
                </a:solidFill>
                <a:latin typeface="Times New Roman"/>
                <a:ea typeface="Times New Roman"/>
                <a:cs typeface="Times New Roman"/>
                <a:sym typeface="Times New Roman"/>
              </a:rPr>
              <a:t>49</a:t>
            </a:r>
            <a:endParaRPr dirty="0"/>
          </a:p>
        </p:txBody>
      </p:sp>
    </p:spTree>
    <p:extLst>
      <p:ext uri="{BB962C8B-B14F-4D97-AF65-F5344CB8AC3E}">
        <p14:creationId xmlns:p14="http://schemas.microsoft.com/office/powerpoint/2010/main" val="3346796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3"/>
          <p:cNvSpPr txBox="1"/>
          <p:nvPr/>
        </p:nvSpPr>
        <p:spPr>
          <a:xfrm>
            <a:off x="1035470" y="782051"/>
            <a:ext cx="9721907" cy="3109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dirty="0" smtClean="0">
                <a:solidFill>
                  <a:schemeClr val="dk1"/>
                </a:solidFill>
                <a:latin typeface="Times New Roman"/>
                <a:ea typeface="Times New Roman"/>
                <a:cs typeface="Times New Roman"/>
                <a:sym typeface="Times New Roman"/>
              </a:rPr>
              <a:t>Q6. </a:t>
            </a:r>
            <a:r>
              <a:rPr lang="en-US" sz="2800" b="1" i="0" dirty="0">
                <a:solidFill>
                  <a:schemeClr val="dk1"/>
                </a:solidFill>
                <a:latin typeface="Times New Roman"/>
                <a:ea typeface="Times New Roman"/>
                <a:cs typeface="Times New Roman"/>
                <a:sym typeface="Times New Roman"/>
              </a:rPr>
              <a:t>In a camp, there is a meal for 120 men or 200 children. If 150 children have taken the meal, how many men will be catered to with remaining meal?</a:t>
            </a:r>
            <a:endParaRPr dirty="0"/>
          </a:p>
          <a:p>
            <a:pPr marL="514350" marR="0" lvl="0" indent="-514350" algn="l" rtl="0">
              <a:spcBef>
                <a:spcPts val="0"/>
              </a:spcBef>
              <a:spcAft>
                <a:spcPts val="0"/>
              </a:spcAft>
              <a:buClr>
                <a:schemeClr val="dk1"/>
              </a:buClr>
              <a:buSzPts val="2800"/>
              <a:buFont typeface="Century Gothic"/>
              <a:buAutoNum type="alphaLcParenR"/>
            </a:pPr>
            <a:r>
              <a:rPr lang="en-US" sz="2800" b="1" i="0" dirty="0">
                <a:solidFill>
                  <a:schemeClr val="dk1"/>
                </a:solidFill>
                <a:latin typeface="Times New Roman"/>
                <a:ea typeface="Times New Roman"/>
                <a:cs typeface="Times New Roman"/>
                <a:sym typeface="Times New Roman"/>
              </a:rPr>
              <a:t>20</a:t>
            </a:r>
            <a:endParaRPr dirty="0"/>
          </a:p>
          <a:p>
            <a:pPr marL="514350" marR="0" lvl="0" indent="-514350" algn="l" rtl="0">
              <a:spcBef>
                <a:spcPts val="0"/>
              </a:spcBef>
              <a:spcAft>
                <a:spcPts val="0"/>
              </a:spcAft>
              <a:buClr>
                <a:schemeClr val="dk1"/>
              </a:buClr>
              <a:buSzPts val="2800"/>
              <a:buFont typeface="Century Gothic"/>
              <a:buAutoNum type="alphaLcParenR"/>
            </a:pPr>
            <a:r>
              <a:rPr lang="en-US" sz="2800" b="1" i="0" dirty="0">
                <a:solidFill>
                  <a:schemeClr val="dk1"/>
                </a:solidFill>
                <a:latin typeface="Times New Roman"/>
                <a:ea typeface="Times New Roman"/>
                <a:cs typeface="Times New Roman"/>
                <a:sym typeface="Times New Roman"/>
              </a:rPr>
              <a:t>30</a:t>
            </a:r>
            <a:endParaRPr dirty="0"/>
          </a:p>
          <a:p>
            <a:pPr marL="514350" marR="0" lvl="0" indent="-514350" algn="l" rtl="0">
              <a:spcBef>
                <a:spcPts val="0"/>
              </a:spcBef>
              <a:spcAft>
                <a:spcPts val="0"/>
              </a:spcAft>
              <a:buClr>
                <a:schemeClr val="dk1"/>
              </a:buClr>
              <a:buSzPts val="2800"/>
              <a:buFont typeface="Century Gothic"/>
              <a:buAutoNum type="alphaLcParenR"/>
            </a:pPr>
            <a:r>
              <a:rPr lang="en-US" sz="2800" b="1" i="0" dirty="0">
                <a:solidFill>
                  <a:schemeClr val="dk1"/>
                </a:solidFill>
                <a:latin typeface="Times New Roman"/>
                <a:ea typeface="Times New Roman"/>
                <a:cs typeface="Times New Roman"/>
                <a:sym typeface="Times New Roman"/>
              </a:rPr>
              <a:t>40</a:t>
            </a:r>
            <a:endParaRPr dirty="0"/>
          </a:p>
          <a:p>
            <a:pPr marL="514350" marR="0" lvl="0" indent="-514350" algn="l" rtl="0">
              <a:spcBef>
                <a:spcPts val="0"/>
              </a:spcBef>
              <a:spcAft>
                <a:spcPts val="0"/>
              </a:spcAft>
              <a:buClr>
                <a:schemeClr val="dk1"/>
              </a:buClr>
              <a:buSzPts val="2800"/>
              <a:buFont typeface="Century Gothic"/>
              <a:buAutoNum type="alphaLcParenR"/>
            </a:pPr>
            <a:r>
              <a:rPr lang="en-US" sz="2800" b="1" i="0" dirty="0">
                <a:solidFill>
                  <a:schemeClr val="dk1"/>
                </a:solidFill>
                <a:latin typeface="Times New Roman"/>
                <a:ea typeface="Times New Roman"/>
                <a:cs typeface="Times New Roman"/>
                <a:sym typeface="Times New Roman"/>
              </a:rPr>
              <a:t>500</a:t>
            </a:r>
            <a:endParaRPr dirty="0"/>
          </a:p>
        </p:txBody>
      </p:sp>
    </p:spTree>
    <p:extLst>
      <p:ext uri="{BB962C8B-B14F-4D97-AF65-F5344CB8AC3E}">
        <p14:creationId xmlns:p14="http://schemas.microsoft.com/office/powerpoint/2010/main" val="3156470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5"/>
          <p:cNvSpPr txBox="1"/>
          <p:nvPr/>
        </p:nvSpPr>
        <p:spPr>
          <a:xfrm>
            <a:off x="885901" y="878305"/>
            <a:ext cx="9595334" cy="31085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dirty="0" smtClean="0">
                <a:solidFill>
                  <a:schemeClr val="dk1"/>
                </a:solidFill>
                <a:latin typeface="Times New Roman"/>
                <a:ea typeface="Times New Roman"/>
                <a:cs typeface="Times New Roman"/>
                <a:sym typeface="Times New Roman"/>
              </a:rPr>
              <a:t>Q7.4 </a:t>
            </a:r>
            <a:r>
              <a:rPr lang="en-US" sz="2800" b="1" i="0" dirty="0">
                <a:solidFill>
                  <a:schemeClr val="dk1"/>
                </a:solidFill>
                <a:latin typeface="Times New Roman"/>
                <a:ea typeface="Times New Roman"/>
                <a:cs typeface="Times New Roman"/>
                <a:sym typeface="Times New Roman"/>
              </a:rPr>
              <a:t>mat-weavers can weave 4 mats in 4 days. At the same rate, how many mats would be woven by 8 mat-weavers in 8 days?</a:t>
            </a:r>
            <a:endParaRPr dirty="0"/>
          </a:p>
          <a:p>
            <a:pPr marL="514350" marR="0" lvl="0" indent="-514350" algn="l" rtl="0">
              <a:spcBef>
                <a:spcPts val="0"/>
              </a:spcBef>
              <a:spcAft>
                <a:spcPts val="0"/>
              </a:spcAft>
              <a:buClr>
                <a:schemeClr val="dk1"/>
              </a:buClr>
              <a:buSzPts val="2800"/>
              <a:buFont typeface="Century Gothic"/>
              <a:buAutoNum type="alphaLcParenR"/>
            </a:pPr>
            <a:r>
              <a:rPr lang="en-US" sz="2800" b="1" i="0" dirty="0">
                <a:solidFill>
                  <a:schemeClr val="dk1"/>
                </a:solidFill>
                <a:latin typeface="Times New Roman"/>
                <a:ea typeface="Times New Roman"/>
                <a:cs typeface="Times New Roman"/>
                <a:sym typeface="Times New Roman"/>
              </a:rPr>
              <a:t>4</a:t>
            </a:r>
            <a:endParaRPr dirty="0"/>
          </a:p>
          <a:p>
            <a:pPr marL="514350" marR="0" lvl="0" indent="-514350" algn="l" rtl="0">
              <a:spcBef>
                <a:spcPts val="0"/>
              </a:spcBef>
              <a:spcAft>
                <a:spcPts val="0"/>
              </a:spcAft>
              <a:buClr>
                <a:schemeClr val="dk1"/>
              </a:buClr>
              <a:buSzPts val="2800"/>
              <a:buFont typeface="Century Gothic"/>
              <a:buAutoNum type="alphaLcParenR"/>
            </a:pPr>
            <a:r>
              <a:rPr lang="en-US" sz="2800" b="1" i="0" dirty="0">
                <a:solidFill>
                  <a:schemeClr val="dk1"/>
                </a:solidFill>
                <a:latin typeface="Times New Roman"/>
                <a:ea typeface="Times New Roman"/>
                <a:cs typeface="Times New Roman"/>
                <a:sym typeface="Times New Roman"/>
              </a:rPr>
              <a:t>8</a:t>
            </a:r>
            <a:endParaRPr dirty="0"/>
          </a:p>
          <a:p>
            <a:pPr marL="514350" marR="0" lvl="0" indent="-514350" algn="l" rtl="0">
              <a:spcBef>
                <a:spcPts val="0"/>
              </a:spcBef>
              <a:spcAft>
                <a:spcPts val="0"/>
              </a:spcAft>
              <a:buClr>
                <a:schemeClr val="dk1"/>
              </a:buClr>
              <a:buSzPts val="2800"/>
              <a:buFont typeface="Century Gothic"/>
              <a:buAutoNum type="alphaLcParenR"/>
            </a:pPr>
            <a:r>
              <a:rPr lang="en-US" sz="2800" b="1" i="0" dirty="0">
                <a:solidFill>
                  <a:schemeClr val="dk1"/>
                </a:solidFill>
                <a:latin typeface="Times New Roman"/>
                <a:ea typeface="Times New Roman"/>
                <a:cs typeface="Times New Roman"/>
                <a:sym typeface="Times New Roman"/>
              </a:rPr>
              <a:t>12</a:t>
            </a:r>
            <a:endParaRPr dirty="0"/>
          </a:p>
          <a:p>
            <a:pPr marL="514350" marR="0" lvl="0" indent="-514350" algn="l" rtl="0">
              <a:spcBef>
                <a:spcPts val="0"/>
              </a:spcBef>
              <a:spcAft>
                <a:spcPts val="0"/>
              </a:spcAft>
              <a:buClr>
                <a:schemeClr val="dk1"/>
              </a:buClr>
              <a:buSzPts val="2800"/>
              <a:buFont typeface="Century Gothic"/>
              <a:buAutoNum type="alphaLcParenR"/>
            </a:pPr>
            <a:r>
              <a:rPr lang="en-US" sz="2800" b="1" i="0" dirty="0">
                <a:solidFill>
                  <a:schemeClr val="dk1"/>
                </a:solidFill>
                <a:latin typeface="Times New Roman"/>
                <a:ea typeface="Times New Roman"/>
                <a:cs typeface="Times New Roman"/>
                <a:sym typeface="Times New Roman"/>
              </a:rPr>
              <a:t>16</a:t>
            </a:r>
            <a:endParaRPr dirty="0"/>
          </a:p>
        </p:txBody>
      </p:sp>
    </p:spTree>
    <p:extLst>
      <p:ext uri="{BB962C8B-B14F-4D97-AF65-F5344CB8AC3E}">
        <p14:creationId xmlns:p14="http://schemas.microsoft.com/office/powerpoint/2010/main" val="415819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7"/>
          <p:cNvSpPr txBox="1"/>
          <p:nvPr/>
        </p:nvSpPr>
        <p:spPr>
          <a:xfrm>
            <a:off x="966437" y="1094874"/>
            <a:ext cx="9698881" cy="31085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dirty="0" smtClean="0">
                <a:solidFill>
                  <a:srgbClr val="0C0C0C"/>
                </a:solidFill>
                <a:latin typeface="Times New Roman"/>
                <a:ea typeface="Times New Roman"/>
                <a:cs typeface="Times New Roman"/>
                <a:sym typeface="Times New Roman"/>
              </a:rPr>
              <a:t>Q8. 12 </a:t>
            </a:r>
            <a:r>
              <a:rPr lang="en-US" sz="2800" b="1" i="0" dirty="0">
                <a:solidFill>
                  <a:srgbClr val="0C0C0C"/>
                </a:solidFill>
                <a:latin typeface="Times New Roman"/>
                <a:ea typeface="Times New Roman"/>
                <a:cs typeface="Times New Roman"/>
                <a:sym typeface="Times New Roman"/>
              </a:rPr>
              <a:t>examiners (men) work 16 hours a day to check 24000 answer sheets in 18 days. Now, 24 examiners would work how many hours per day to check 36000 answer sheets in 36 days?</a:t>
            </a:r>
            <a:endParaRPr dirty="0"/>
          </a:p>
          <a:p>
            <a:pPr marL="514350" marR="0" lvl="0" indent="-514350" algn="l" rtl="0">
              <a:spcBef>
                <a:spcPts val="0"/>
              </a:spcBef>
              <a:spcAft>
                <a:spcPts val="0"/>
              </a:spcAft>
              <a:buClr>
                <a:srgbClr val="0C0C0C"/>
              </a:buClr>
              <a:buSzPts val="2800"/>
              <a:buFont typeface="Century Gothic"/>
              <a:buAutoNum type="alphaLcParenR"/>
            </a:pPr>
            <a:r>
              <a:rPr lang="en-US" sz="2800" b="1" dirty="0">
                <a:solidFill>
                  <a:srgbClr val="0C0C0C"/>
                </a:solidFill>
                <a:latin typeface="Times New Roman"/>
                <a:ea typeface="Times New Roman"/>
                <a:cs typeface="Times New Roman"/>
                <a:sym typeface="Times New Roman"/>
              </a:rPr>
              <a:t>7</a:t>
            </a:r>
            <a:endParaRPr dirty="0"/>
          </a:p>
          <a:p>
            <a:pPr marL="514350" marR="0" lvl="0" indent="-514350" algn="l" rtl="0">
              <a:spcBef>
                <a:spcPts val="0"/>
              </a:spcBef>
              <a:spcAft>
                <a:spcPts val="0"/>
              </a:spcAft>
              <a:buClr>
                <a:srgbClr val="0C0C0C"/>
              </a:buClr>
              <a:buSzPts val="2800"/>
              <a:buFont typeface="Century Gothic"/>
              <a:buAutoNum type="alphaLcParenR"/>
            </a:pPr>
            <a:r>
              <a:rPr lang="en-US" sz="2800" b="1" dirty="0">
                <a:solidFill>
                  <a:srgbClr val="0C0C0C"/>
                </a:solidFill>
                <a:latin typeface="Times New Roman"/>
                <a:ea typeface="Times New Roman"/>
                <a:cs typeface="Times New Roman"/>
                <a:sym typeface="Times New Roman"/>
              </a:rPr>
              <a:t>6</a:t>
            </a:r>
            <a:endParaRPr dirty="0"/>
          </a:p>
          <a:p>
            <a:pPr marL="514350" marR="0" lvl="0" indent="-514350" algn="l" rtl="0">
              <a:spcBef>
                <a:spcPts val="0"/>
              </a:spcBef>
              <a:spcAft>
                <a:spcPts val="0"/>
              </a:spcAft>
              <a:buClr>
                <a:srgbClr val="0C0C0C"/>
              </a:buClr>
              <a:buSzPts val="2800"/>
              <a:buFont typeface="Century Gothic"/>
              <a:buAutoNum type="alphaLcParenR"/>
            </a:pPr>
            <a:r>
              <a:rPr lang="en-US" sz="2800" b="1" dirty="0">
                <a:solidFill>
                  <a:srgbClr val="0C0C0C"/>
                </a:solidFill>
                <a:latin typeface="Times New Roman"/>
                <a:ea typeface="Times New Roman"/>
                <a:cs typeface="Times New Roman"/>
                <a:sym typeface="Times New Roman"/>
              </a:rPr>
              <a:t>5</a:t>
            </a:r>
            <a:endParaRPr dirty="0"/>
          </a:p>
          <a:p>
            <a:pPr marL="514350" marR="0" lvl="0" indent="-514350" algn="l" rtl="0">
              <a:spcBef>
                <a:spcPts val="0"/>
              </a:spcBef>
              <a:spcAft>
                <a:spcPts val="0"/>
              </a:spcAft>
              <a:buClr>
                <a:srgbClr val="0C0C0C"/>
              </a:buClr>
              <a:buSzPts val="2800"/>
              <a:buFont typeface="Century Gothic"/>
              <a:buAutoNum type="alphaLcParenR"/>
            </a:pPr>
            <a:r>
              <a:rPr lang="en-US" sz="2800" b="1" dirty="0">
                <a:solidFill>
                  <a:srgbClr val="0C0C0C"/>
                </a:solidFill>
                <a:latin typeface="Times New Roman"/>
                <a:ea typeface="Times New Roman"/>
                <a:cs typeface="Times New Roman"/>
                <a:sym typeface="Times New Roman"/>
              </a:rPr>
              <a:t>10</a:t>
            </a:r>
            <a:endParaRPr sz="2800" dirty="0">
              <a:solidFill>
                <a:srgbClr val="0C0C0C"/>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1779364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18"/>
          <p:cNvSpPr txBox="1"/>
          <p:nvPr/>
        </p:nvSpPr>
        <p:spPr>
          <a:xfrm>
            <a:off x="724828" y="709863"/>
            <a:ext cx="9975006" cy="39702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dirty="0" smtClean="0">
                <a:solidFill>
                  <a:srgbClr val="0C0C0C"/>
                </a:solidFill>
                <a:latin typeface="Times New Roman"/>
                <a:ea typeface="Times New Roman"/>
                <a:cs typeface="Times New Roman"/>
                <a:sym typeface="Times New Roman"/>
              </a:rPr>
              <a:t>Q9.</a:t>
            </a:r>
            <a:r>
              <a:rPr lang="en-US" sz="2800" b="1" i="0" dirty="0">
                <a:solidFill>
                  <a:srgbClr val="0C0C0C"/>
                </a:solidFill>
                <a:latin typeface="Times New Roman"/>
                <a:ea typeface="Times New Roman"/>
                <a:cs typeface="Times New Roman"/>
                <a:sym typeface="Times New Roman"/>
              </a:rPr>
              <a:t> A certain number of men can complete a piece of work in 180 days. If there are 30 men less, it will take 20 days more for the work to be completed. How many men were there originally?</a:t>
            </a:r>
            <a:endParaRPr dirty="0"/>
          </a:p>
          <a:p>
            <a:pPr marL="0" marR="0" lvl="0" indent="0" algn="l" rtl="0">
              <a:spcBef>
                <a:spcPts val="0"/>
              </a:spcBef>
              <a:spcAft>
                <a:spcPts val="0"/>
              </a:spcAft>
              <a:buNone/>
            </a:pPr>
            <a:r>
              <a:rPr lang="en-US" sz="2800" b="0" i="0" dirty="0">
                <a:solidFill>
                  <a:srgbClr val="0C0C0C"/>
                </a:solidFill>
                <a:latin typeface="Times New Roman"/>
                <a:ea typeface="Times New Roman"/>
                <a:cs typeface="Times New Roman"/>
                <a:sym typeface="Times New Roman"/>
              </a:rPr>
              <a:t>1. 135</a:t>
            </a:r>
            <a:endParaRPr dirty="0"/>
          </a:p>
          <a:p>
            <a:pPr marL="0" marR="0" lvl="0" indent="0" algn="l" rtl="0">
              <a:spcBef>
                <a:spcPts val="0"/>
              </a:spcBef>
              <a:spcAft>
                <a:spcPts val="0"/>
              </a:spcAft>
              <a:buNone/>
            </a:pPr>
            <a:r>
              <a:rPr lang="en-US" sz="2800" b="0" i="0" dirty="0">
                <a:solidFill>
                  <a:srgbClr val="0C0C0C"/>
                </a:solidFill>
                <a:latin typeface="Times New Roman"/>
                <a:ea typeface="Times New Roman"/>
                <a:cs typeface="Times New Roman"/>
                <a:sym typeface="Times New Roman"/>
              </a:rPr>
              <a:t>2. 165</a:t>
            </a:r>
            <a:endParaRPr dirty="0"/>
          </a:p>
          <a:p>
            <a:pPr marL="0" marR="0" lvl="0" indent="0" algn="l" rtl="0">
              <a:spcBef>
                <a:spcPts val="0"/>
              </a:spcBef>
              <a:spcAft>
                <a:spcPts val="0"/>
              </a:spcAft>
              <a:buNone/>
            </a:pPr>
            <a:r>
              <a:rPr lang="en-US" sz="2800" b="0" i="0" dirty="0">
                <a:solidFill>
                  <a:srgbClr val="0C0C0C"/>
                </a:solidFill>
                <a:latin typeface="Times New Roman"/>
                <a:ea typeface="Times New Roman"/>
                <a:cs typeface="Times New Roman"/>
                <a:sym typeface="Times New Roman"/>
              </a:rPr>
              <a:t>3. 150</a:t>
            </a:r>
            <a:endParaRPr dirty="0"/>
          </a:p>
          <a:p>
            <a:pPr marL="0" marR="0" lvl="0" indent="0" algn="l" rtl="0">
              <a:spcBef>
                <a:spcPts val="0"/>
              </a:spcBef>
              <a:spcAft>
                <a:spcPts val="0"/>
              </a:spcAft>
              <a:buNone/>
            </a:pPr>
            <a:r>
              <a:rPr lang="en-US" sz="2800" b="0" i="0" dirty="0">
                <a:solidFill>
                  <a:srgbClr val="0C0C0C"/>
                </a:solidFill>
                <a:latin typeface="Times New Roman"/>
                <a:ea typeface="Times New Roman"/>
                <a:cs typeface="Times New Roman"/>
                <a:sym typeface="Times New Roman"/>
              </a:rPr>
              <a:t>4. 180</a:t>
            </a:r>
            <a:endParaRPr dirty="0"/>
          </a:p>
          <a:p>
            <a:pPr marL="0" marR="0" lvl="0" indent="0" algn="l" rtl="0">
              <a:spcBef>
                <a:spcPts val="0"/>
              </a:spcBef>
              <a:spcAft>
                <a:spcPts val="0"/>
              </a:spcAft>
              <a:buNone/>
            </a:pPr>
            <a:r>
              <a:rPr lang="en-US" sz="2800" b="0" i="0" dirty="0">
                <a:solidFill>
                  <a:srgbClr val="0C0C0C"/>
                </a:solidFill>
                <a:latin typeface="Times New Roman"/>
                <a:ea typeface="Times New Roman"/>
                <a:cs typeface="Times New Roman"/>
                <a:sym typeface="Times New Roman"/>
              </a:rPr>
              <a:t>5. 300</a:t>
            </a:r>
            <a:endParaRPr dirty="0"/>
          </a:p>
        </p:txBody>
      </p:sp>
    </p:spTree>
    <p:extLst>
      <p:ext uri="{BB962C8B-B14F-4D97-AF65-F5344CB8AC3E}">
        <p14:creationId xmlns:p14="http://schemas.microsoft.com/office/powerpoint/2010/main" val="2541576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22"/>
          <p:cNvSpPr txBox="1"/>
          <p:nvPr/>
        </p:nvSpPr>
        <p:spPr>
          <a:xfrm>
            <a:off x="854261" y="765556"/>
            <a:ext cx="10087182" cy="35394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dirty="0" smtClean="0">
                <a:solidFill>
                  <a:srgbClr val="0C0C0C"/>
                </a:solidFill>
                <a:latin typeface="Times New Roman"/>
                <a:ea typeface="Times New Roman"/>
                <a:cs typeface="Times New Roman"/>
                <a:sym typeface="Times New Roman"/>
              </a:rPr>
              <a:t>Q10.A </a:t>
            </a:r>
            <a:r>
              <a:rPr lang="en-US" sz="2800" b="1" i="0" dirty="0">
                <a:solidFill>
                  <a:srgbClr val="0C0C0C"/>
                </a:solidFill>
                <a:latin typeface="Times New Roman"/>
                <a:ea typeface="Times New Roman"/>
                <a:cs typeface="Times New Roman"/>
                <a:sym typeface="Times New Roman"/>
              </a:rPr>
              <a:t>certain number of men can finish a piece of work in 100 days. If there were 10 men less, it would take 10 days more for the work to be finished. How many men were there originally?</a:t>
            </a:r>
            <a:endParaRPr dirty="0"/>
          </a:p>
          <a:p>
            <a:pPr marL="342900" marR="0" lvl="0" indent="-342900" algn="l" rtl="0">
              <a:spcBef>
                <a:spcPts val="0"/>
              </a:spcBef>
              <a:spcAft>
                <a:spcPts val="0"/>
              </a:spcAft>
              <a:buClr>
                <a:srgbClr val="0C0C0C"/>
              </a:buClr>
              <a:buSzPts val="2800"/>
              <a:buFont typeface="Century Gothic"/>
              <a:buAutoNum type="alphaLcParenR"/>
            </a:pPr>
            <a:r>
              <a:rPr lang="en-US" sz="2800" b="1" i="0" dirty="0">
                <a:solidFill>
                  <a:srgbClr val="0C0C0C"/>
                </a:solidFill>
                <a:latin typeface="Times New Roman"/>
                <a:ea typeface="Times New Roman"/>
                <a:cs typeface="Times New Roman"/>
                <a:sym typeface="Times New Roman"/>
              </a:rPr>
              <a:t>75</a:t>
            </a:r>
            <a:endParaRPr dirty="0"/>
          </a:p>
          <a:p>
            <a:pPr marL="342900" marR="0" lvl="0" indent="-342900" algn="l" rtl="0">
              <a:spcBef>
                <a:spcPts val="0"/>
              </a:spcBef>
              <a:spcAft>
                <a:spcPts val="0"/>
              </a:spcAft>
              <a:buClr>
                <a:srgbClr val="0C0C0C"/>
              </a:buClr>
              <a:buSzPts val="2800"/>
              <a:buFont typeface="Century Gothic"/>
              <a:buAutoNum type="alphaLcParenR"/>
            </a:pPr>
            <a:r>
              <a:rPr lang="en-US" sz="2800" b="1" dirty="0">
                <a:solidFill>
                  <a:srgbClr val="0C0C0C"/>
                </a:solidFill>
                <a:latin typeface="Times New Roman"/>
                <a:ea typeface="Times New Roman"/>
                <a:cs typeface="Times New Roman"/>
                <a:sym typeface="Times New Roman"/>
              </a:rPr>
              <a:t>82</a:t>
            </a:r>
            <a:endParaRPr dirty="0"/>
          </a:p>
          <a:p>
            <a:pPr marL="342900" marR="0" lvl="0" indent="-342900" algn="l" rtl="0">
              <a:spcBef>
                <a:spcPts val="0"/>
              </a:spcBef>
              <a:spcAft>
                <a:spcPts val="0"/>
              </a:spcAft>
              <a:buClr>
                <a:srgbClr val="0C0C0C"/>
              </a:buClr>
              <a:buSzPts val="2800"/>
              <a:buFont typeface="Century Gothic"/>
              <a:buAutoNum type="alphaLcParenR"/>
            </a:pPr>
            <a:r>
              <a:rPr lang="en-US" sz="2800" b="1" i="0" dirty="0">
                <a:solidFill>
                  <a:srgbClr val="0C0C0C"/>
                </a:solidFill>
                <a:latin typeface="Times New Roman"/>
                <a:ea typeface="Times New Roman"/>
                <a:cs typeface="Times New Roman"/>
                <a:sym typeface="Times New Roman"/>
              </a:rPr>
              <a:t>100</a:t>
            </a:r>
            <a:endParaRPr dirty="0"/>
          </a:p>
          <a:p>
            <a:pPr marL="342900" marR="0" lvl="0" indent="-342900" algn="l" rtl="0">
              <a:spcBef>
                <a:spcPts val="0"/>
              </a:spcBef>
              <a:spcAft>
                <a:spcPts val="0"/>
              </a:spcAft>
              <a:buClr>
                <a:srgbClr val="0C0C0C"/>
              </a:buClr>
              <a:buSzPts val="2800"/>
              <a:buFont typeface="Century Gothic"/>
              <a:buAutoNum type="alphaLcParenR"/>
            </a:pPr>
            <a:r>
              <a:rPr lang="en-US" sz="2800" b="1" dirty="0">
                <a:solidFill>
                  <a:srgbClr val="0C0C0C"/>
                </a:solidFill>
                <a:latin typeface="Times New Roman"/>
                <a:ea typeface="Times New Roman"/>
                <a:cs typeface="Times New Roman"/>
                <a:sym typeface="Times New Roman"/>
              </a:rPr>
              <a:t>110</a:t>
            </a:r>
            <a:endParaRPr sz="2800" b="1" i="0" dirty="0">
              <a:solidFill>
                <a:srgbClr val="0C0C0C"/>
              </a:solidFill>
              <a:latin typeface="Times New Roman"/>
              <a:ea typeface="Times New Roman"/>
              <a:cs typeface="Times New Roman"/>
              <a:sym typeface="Times New Roman"/>
            </a:endParaRPr>
          </a:p>
          <a:p>
            <a:pPr marL="0" marR="0" lvl="0" indent="0" algn="l" rtl="0">
              <a:spcBef>
                <a:spcPts val="0"/>
              </a:spcBef>
              <a:spcAft>
                <a:spcPts val="0"/>
              </a:spcAft>
              <a:buNone/>
            </a:pPr>
            <a:endParaRPr sz="2800" b="1" dirty="0">
              <a:solidFill>
                <a:srgbClr val="0C0C0C"/>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160494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8"/>
          <p:cNvSpPr txBox="1"/>
          <p:nvPr/>
        </p:nvSpPr>
        <p:spPr>
          <a:xfrm>
            <a:off x="471713" y="794085"/>
            <a:ext cx="9480283" cy="31085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dirty="0" smtClean="0">
                <a:solidFill>
                  <a:srgbClr val="0C0C0C"/>
                </a:solidFill>
                <a:latin typeface="Times New Roman"/>
                <a:ea typeface="Times New Roman"/>
                <a:cs typeface="Times New Roman"/>
                <a:sym typeface="Times New Roman"/>
              </a:rPr>
              <a:t>Q11.A </a:t>
            </a:r>
            <a:r>
              <a:rPr lang="en-US" sz="2800" b="1" i="0" dirty="0">
                <a:solidFill>
                  <a:srgbClr val="0C0C0C"/>
                </a:solidFill>
                <a:latin typeface="Times New Roman"/>
                <a:ea typeface="Times New Roman"/>
                <a:cs typeface="Times New Roman"/>
                <a:sym typeface="Times New Roman"/>
              </a:rPr>
              <a:t>fort had provision of food for 150 men for 45 days. After 10 days, 25 men left the fort. The number of days for which the remaining food will last, is:</a:t>
            </a:r>
            <a:endParaRPr dirty="0"/>
          </a:p>
          <a:p>
            <a:pPr marL="514350" marR="0" lvl="0" indent="-514350" algn="l" rtl="0">
              <a:spcBef>
                <a:spcPts val="0"/>
              </a:spcBef>
              <a:spcAft>
                <a:spcPts val="0"/>
              </a:spcAft>
              <a:buClr>
                <a:srgbClr val="0C0C0C"/>
              </a:buClr>
              <a:buSzPts val="2800"/>
              <a:buFont typeface="Times New Roman"/>
              <a:buAutoNum type="alphaLcParenR"/>
            </a:pPr>
            <a:r>
              <a:rPr lang="en-US" sz="2800" b="1" dirty="0">
                <a:solidFill>
                  <a:srgbClr val="0C0C0C"/>
                </a:solidFill>
                <a:latin typeface="Times New Roman"/>
                <a:ea typeface="Times New Roman"/>
                <a:cs typeface="Times New Roman"/>
                <a:sym typeface="Times New Roman"/>
              </a:rPr>
              <a:t>29(1/5)</a:t>
            </a:r>
            <a:endParaRPr dirty="0"/>
          </a:p>
          <a:p>
            <a:pPr marL="514350" marR="0" lvl="0" indent="-514350" algn="l" rtl="0">
              <a:spcBef>
                <a:spcPts val="0"/>
              </a:spcBef>
              <a:spcAft>
                <a:spcPts val="0"/>
              </a:spcAft>
              <a:buClr>
                <a:srgbClr val="0C0C0C"/>
              </a:buClr>
              <a:buSzPts val="2800"/>
              <a:buFont typeface="Times New Roman"/>
              <a:buAutoNum type="alphaLcParenR"/>
            </a:pPr>
            <a:r>
              <a:rPr lang="en-US" sz="2800" b="1" dirty="0">
                <a:solidFill>
                  <a:srgbClr val="0C0C0C"/>
                </a:solidFill>
                <a:latin typeface="Times New Roman"/>
                <a:ea typeface="Times New Roman"/>
                <a:cs typeface="Times New Roman"/>
                <a:sym typeface="Times New Roman"/>
              </a:rPr>
              <a:t>37(1/4)</a:t>
            </a:r>
            <a:endParaRPr dirty="0"/>
          </a:p>
          <a:p>
            <a:pPr marL="514350" marR="0" lvl="0" indent="-514350" algn="l" rtl="0">
              <a:spcBef>
                <a:spcPts val="0"/>
              </a:spcBef>
              <a:spcAft>
                <a:spcPts val="0"/>
              </a:spcAft>
              <a:buClr>
                <a:srgbClr val="0C0C0C"/>
              </a:buClr>
              <a:buSzPts val="2800"/>
              <a:buFont typeface="Times New Roman"/>
              <a:buAutoNum type="alphaLcParenR"/>
            </a:pPr>
            <a:r>
              <a:rPr lang="en-US" sz="2800" b="1" dirty="0">
                <a:solidFill>
                  <a:srgbClr val="0C0C0C"/>
                </a:solidFill>
                <a:latin typeface="Times New Roman"/>
                <a:ea typeface="Times New Roman"/>
                <a:cs typeface="Times New Roman"/>
                <a:sym typeface="Times New Roman"/>
              </a:rPr>
              <a:t>42</a:t>
            </a:r>
            <a:endParaRPr dirty="0"/>
          </a:p>
          <a:p>
            <a:pPr marL="514350" marR="0" lvl="0" indent="-514350" algn="l" rtl="0">
              <a:spcBef>
                <a:spcPts val="0"/>
              </a:spcBef>
              <a:spcAft>
                <a:spcPts val="0"/>
              </a:spcAft>
              <a:buClr>
                <a:srgbClr val="0C0C0C"/>
              </a:buClr>
              <a:buSzPts val="2800"/>
              <a:buFont typeface="Times New Roman"/>
              <a:buAutoNum type="alphaLcParenR"/>
            </a:pPr>
            <a:r>
              <a:rPr lang="en-US" sz="2800" b="1" dirty="0">
                <a:solidFill>
                  <a:srgbClr val="0C0C0C"/>
                </a:solidFill>
                <a:latin typeface="Times New Roman"/>
                <a:ea typeface="Times New Roman"/>
                <a:cs typeface="Times New Roman"/>
                <a:sym typeface="Times New Roman"/>
              </a:rPr>
              <a:t>54</a:t>
            </a:r>
            <a:endParaRPr sz="2800" b="1" dirty="0">
              <a:solidFill>
                <a:srgbClr val="0C0C0C"/>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131919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9"/>
          <p:cNvSpPr txBox="1"/>
          <p:nvPr/>
        </p:nvSpPr>
        <p:spPr>
          <a:xfrm>
            <a:off x="782353" y="878305"/>
            <a:ext cx="9618346" cy="35394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dirty="0" smtClean="0">
                <a:solidFill>
                  <a:srgbClr val="0C0C0C"/>
                </a:solidFill>
                <a:latin typeface="Times New Roman"/>
                <a:ea typeface="Times New Roman"/>
                <a:cs typeface="Times New Roman"/>
                <a:sym typeface="Times New Roman"/>
              </a:rPr>
              <a:t>Q12.A </a:t>
            </a:r>
            <a:r>
              <a:rPr lang="en-US" sz="2800" b="1" i="0" dirty="0">
                <a:solidFill>
                  <a:srgbClr val="0C0C0C"/>
                </a:solidFill>
                <a:latin typeface="Times New Roman"/>
                <a:ea typeface="Times New Roman"/>
                <a:cs typeface="Times New Roman"/>
                <a:sym typeface="Times New Roman"/>
              </a:rPr>
              <a:t>garrison is provided with ration for 90 soldiers to last for 70 days. For how much more time would the whole ration last if 10 additional soldiers join them after 20 days?</a:t>
            </a:r>
            <a:endParaRPr dirty="0"/>
          </a:p>
          <a:p>
            <a:pPr marL="0" marR="0" lvl="0" indent="0" algn="l" rtl="0">
              <a:spcBef>
                <a:spcPts val="0"/>
              </a:spcBef>
              <a:spcAft>
                <a:spcPts val="0"/>
              </a:spcAft>
              <a:buNone/>
            </a:pPr>
            <a:r>
              <a:rPr lang="en-US" sz="2800" b="0" i="0" dirty="0">
                <a:solidFill>
                  <a:srgbClr val="0C0C0C"/>
                </a:solidFill>
                <a:latin typeface="Times New Roman"/>
                <a:ea typeface="Times New Roman"/>
                <a:cs typeface="Times New Roman"/>
                <a:sym typeface="Times New Roman"/>
              </a:rPr>
              <a:t>1. 40 days</a:t>
            </a:r>
            <a:endParaRPr dirty="0"/>
          </a:p>
          <a:p>
            <a:pPr marL="0" marR="0" lvl="0" indent="0" algn="l" rtl="0">
              <a:spcBef>
                <a:spcPts val="0"/>
              </a:spcBef>
              <a:spcAft>
                <a:spcPts val="0"/>
              </a:spcAft>
              <a:buNone/>
            </a:pPr>
            <a:r>
              <a:rPr lang="en-US" sz="2800" b="0" i="0" dirty="0">
                <a:solidFill>
                  <a:srgbClr val="0C0C0C"/>
                </a:solidFill>
                <a:latin typeface="Times New Roman"/>
                <a:ea typeface="Times New Roman"/>
                <a:cs typeface="Times New Roman"/>
                <a:sym typeface="Times New Roman"/>
              </a:rPr>
              <a:t>2. 36 days</a:t>
            </a:r>
            <a:endParaRPr dirty="0"/>
          </a:p>
          <a:p>
            <a:pPr marL="0" marR="0" lvl="0" indent="0" algn="l" rtl="0">
              <a:spcBef>
                <a:spcPts val="0"/>
              </a:spcBef>
              <a:spcAft>
                <a:spcPts val="0"/>
              </a:spcAft>
              <a:buNone/>
            </a:pPr>
            <a:r>
              <a:rPr lang="en-US" sz="2800" b="0" i="0" dirty="0">
                <a:solidFill>
                  <a:srgbClr val="0C0C0C"/>
                </a:solidFill>
                <a:latin typeface="Times New Roman"/>
                <a:ea typeface="Times New Roman"/>
                <a:cs typeface="Times New Roman"/>
                <a:sym typeface="Times New Roman"/>
              </a:rPr>
              <a:t>3. 30 days</a:t>
            </a:r>
            <a:endParaRPr dirty="0"/>
          </a:p>
          <a:p>
            <a:pPr marL="0" marR="0" lvl="0" indent="0" algn="l" rtl="0">
              <a:spcBef>
                <a:spcPts val="0"/>
              </a:spcBef>
              <a:spcAft>
                <a:spcPts val="0"/>
              </a:spcAft>
              <a:buNone/>
            </a:pPr>
            <a:r>
              <a:rPr lang="en-US" sz="2800" b="0" i="0" dirty="0">
                <a:solidFill>
                  <a:srgbClr val="0C0C0C"/>
                </a:solidFill>
                <a:latin typeface="Times New Roman"/>
                <a:ea typeface="Times New Roman"/>
                <a:cs typeface="Times New Roman"/>
                <a:sym typeface="Times New Roman"/>
              </a:rPr>
              <a:t>4. 56¼ days</a:t>
            </a:r>
            <a:endParaRPr dirty="0"/>
          </a:p>
          <a:p>
            <a:pPr marL="0" marR="0" lvl="0" indent="0" algn="l" rtl="0">
              <a:spcBef>
                <a:spcPts val="0"/>
              </a:spcBef>
              <a:spcAft>
                <a:spcPts val="0"/>
              </a:spcAft>
              <a:buNone/>
            </a:pPr>
            <a:r>
              <a:rPr lang="en-US" sz="2800" b="0" i="0" dirty="0">
                <a:solidFill>
                  <a:srgbClr val="0C0C0C"/>
                </a:solidFill>
                <a:latin typeface="Times New Roman"/>
                <a:ea typeface="Times New Roman"/>
                <a:cs typeface="Times New Roman"/>
                <a:sym typeface="Times New Roman"/>
              </a:rPr>
              <a:t>5. 45 days</a:t>
            </a:r>
            <a:endParaRPr dirty="0"/>
          </a:p>
        </p:txBody>
      </p:sp>
    </p:spTree>
    <p:extLst>
      <p:ext uri="{BB962C8B-B14F-4D97-AF65-F5344CB8AC3E}">
        <p14:creationId xmlns:p14="http://schemas.microsoft.com/office/powerpoint/2010/main" val="20162387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0"/>
          <p:cNvSpPr txBox="1"/>
          <p:nvPr/>
        </p:nvSpPr>
        <p:spPr>
          <a:xfrm>
            <a:off x="885901" y="890337"/>
            <a:ext cx="10182099" cy="48320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dirty="0" smtClean="0">
                <a:solidFill>
                  <a:srgbClr val="0C0C0C"/>
                </a:solidFill>
                <a:latin typeface="Times New Roman"/>
                <a:ea typeface="Times New Roman"/>
                <a:cs typeface="Times New Roman"/>
                <a:sym typeface="Times New Roman"/>
              </a:rPr>
              <a:t>Q13.A </a:t>
            </a:r>
            <a:r>
              <a:rPr lang="en-US" sz="2800" b="1" i="0" dirty="0">
                <a:solidFill>
                  <a:srgbClr val="0C0C0C"/>
                </a:solidFill>
                <a:latin typeface="Times New Roman"/>
                <a:ea typeface="Times New Roman"/>
                <a:cs typeface="Times New Roman"/>
                <a:sym typeface="Times New Roman"/>
              </a:rPr>
              <a:t>100 m long 3 m high and 30 cm wide wall is built by 30 men, 20 women and 50 children working 9 hours a day in 20 days. How long a wall 1.5 m high 30 cm wide can be built by 15 men, 25 women and 35 children working 2 hour a day in 15 days (given men, women and children are equally efficient)?</a:t>
            </a:r>
            <a:endParaRPr dirty="0"/>
          </a:p>
          <a:p>
            <a:pPr marL="0" marR="0" lvl="0" indent="0" algn="l" rtl="0">
              <a:spcBef>
                <a:spcPts val="0"/>
              </a:spcBef>
              <a:spcAft>
                <a:spcPts val="0"/>
              </a:spcAft>
              <a:buNone/>
            </a:pPr>
            <a:r>
              <a:rPr lang="en-US" sz="2800" b="0" i="0" dirty="0">
                <a:solidFill>
                  <a:srgbClr val="0C0C0C"/>
                </a:solidFill>
                <a:latin typeface="Times New Roman"/>
                <a:ea typeface="Times New Roman"/>
                <a:cs typeface="Times New Roman"/>
                <a:sym typeface="Times New Roman"/>
              </a:rPr>
              <a:t>1. 75 m</a:t>
            </a:r>
            <a:endParaRPr dirty="0"/>
          </a:p>
          <a:p>
            <a:pPr marL="0" marR="0" lvl="0" indent="0" algn="l" rtl="0">
              <a:spcBef>
                <a:spcPts val="0"/>
              </a:spcBef>
              <a:spcAft>
                <a:spcPts val="0"/>
              </a:spcAft>
              <a:buNone/>
            </a:pPr>
            <a:r>
              <a:rPr lang="en-US" sz="2800" b="0" i="0" dirty="0">
                <a:solidFill>
                  <a:srgbClr val="0C0C0C"/>
                </a:solidFill>
                <a:latin typeface="Times New Roman"/>
                <a:ea typeface="Times New Roman"/>
                <a:cs typeface="Times New Roman"/>
                <a:sym typeface="Times New Roman"/>
              </a:rPr>
              <a:t>2. 25 m</a:t>
            </a:r>
            <a:endParaRPr dirty="0"/>
          </a:p>
          <a:p>
            <a:pPr marL="0" marR="0" lvl="0" indent="0" algn="l" rtl="0">
              <a:spcBef>
                <a:spcPts val="0"/>
              </a:spcBef>
              <a:spcAft>
                <a:spcPts val="0"/>
              </a:spcAft>
              <a:buNone/>
            </a:pPr>
            <a:r>
              <a:rPr lang="en-US" sz="2800" b="0" i="0" dirty="0">
                <a:solidFill>
                  <a:srgbClr val="0C0C0C"/>
                </a:solidFill>
                <a:latin typeface="Times New Roman"/>
                <a:ea typeface="Times New Roman"/>
                <a:cs typeface="Times New Roman"/>
                <a:sym typeface="Times New Roman"/>
              </a:rPr>
              <a:t>3. 50 m</a:t>
            </a:r>
            <a:endParaRPr dirty="0"/>
          </a:p>
          <a:p>
            <a:pPr marL="0" marR="0" lvl="0" indent="0" algn="l" rtl="0">
              <a:spcBef>
                <a:spcPts val="0"/>
              </a:spcBef>
              <a:spcAft>
                <a:spcPts val="0"/>
              </a:spcAft>
              <a:buNone/>
            </a:pPr>
            <a:r>
              <a:rPr lang="en-US" sz="2800" b="0" i="0" dirty="0">
                <a:solidFill>
                  <a:srgbClr val="0C0C0C"/>
                </a:solidFill>
                <a:latin typeface="Times New Roman"/>
                <a:ea typeface="Times New Roman"/>
                <a:cs typeface="Times New Roman"/>
                <a:sym typeface="Times New Roman"/>
              </a:rPr>
              <a:t>4. 100 m</a:t>
            </a:r>
            <a:endParaRPr dirty="0"/>
          </a:p>
          <a:p>
            <a:pPr marL="0" marR="0" lvl="0" indent="0" algn="l" rtl="0">
              <a:spcBef>
                <a:spcPts val="0"/>
              </a:spcBef>
              <a:spcAft>
                <a:spcPts val="0"/>
              </a:spcAft>
              <a:buNone/>
            </a:pPr>
            <a:r>
              <a:rPr lang="en-US" sz="2800" b="0" i="0" dirty="0">
                <a:solidFill>
                  <a:srgbClr val="0C0C0C"/>
                </a:solidFill>
                <a:latin typeface="Times New Roman"/>
                <a:ea typeface="Times New Roman"/>
                <a:cs typeface="Times New Roman"/>
                <a:sym typeface="Times New Roman"/>
              </a:rPr>
              <a:t>5. 125 m</a:t>
            </a:r>
            <a:endParaRPr dirty="0"/>
          </a:p>
          <a:p>
            <a:pPr marL="0" marR="0" lvl="0" indent="0" algn="l" rtl="0">
              <a:spcBef>
                <a:spcPts val="0"/>
              </a:spcBef>
              <a:spcAft>
                <a:spcPts val="0"/>
              </a:spcAft>
              <a:buNone/>
            </a:pPr>
            <a:endParaRPr sz="2800" b="0" i="0" dirty="0">
              <a:solidFill>
                <a:srgbClr val="0C0C0C"/>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750933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23"/>
          <p:cNvSpPr txBox="1"/>
          <p:nvPr/>
        </p:nvSpPr>
        <p:spPr>
          <a:xfrm>
            <a:off x="563751" y="745956"/>
            <a:ext cx="10527256" cy="39702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dirty="0" smtClean="0">
                <a:solidFill>
                  <a:srgbClr val="0C0C0C"/>
                </a:solidFill>
                <a:latin typeface="Times New Roman"/>
                <a:ea typeface="Times New Roman"/>
                <a:cs typeface="Times New Roman"/>
                <a:sym typeface="Times New Roman"/>
              </a:rPr>
              <a:t>Q14.A </a:t>
            </a:r>
            <a:r>
              <a:rPr lang="en-US" sz="2800" b="1" i="0" dirty="0">
                <a:solidFill>
                  <a:srgbClr val="0C0C0C"/>
                </a:solidFill>
                <a:latin typeface="Times New Roman"/>
                <a:ea typeface="Times New Roman"/>
                <a:cs typeface="Times New Roman"/>
                <a:sym typeface="Times New Roman"/>
              </a:rPr>
              <a:t>contractor undertakes to do a piece of work in 40 days. He engages 100 men at the beginning and 100 more after 35 days and completes the work in stipulated time. If he had not engaged  the additional men, how many days behind schedule would it be finished?</a:t>
            </a:r>
            <a:endParaRPr dirty="0"/>
          </a:p>
          <a:p>
            <a:pPr marL="342900" marR="0" lvl="0" indent="-342900" algn="l" rtl="0">
              <a:spcBef>
                <a:spcPts val="0"/>
              </a:spcBef>
              <a:spcAft>
                <a:spcPts val="0"/>
              </a:spcAft>
              <a:buClr>
                <a:srgbClr val="0C0C0C"/>
              </a:buClr>
              <a:buSzPts val="2800"/>
              <a:buFont typeface="Century Gothic"/>
              <a:buAutoNum type="alphaLcParenR"/>
            </a:pPr>
            <a:r>
              <a:rPr lang="en-US" sz="2800" b="1" dirty="0">
                <a:solidFill>
                  <a:srgbClr val="0C0C0C"/>
                </a:solidFill>
                <a:latin typeface="Times New Roman"/>
                <a:ea typeface="Times New Roman"/>
                <a:cs typeface="Times New Roman"/>
                <a:sym typeface="Times New Roman"/>
              </a:rPr>
              <a:t>3</a:t>
            </a:r>
            <a:endParaRPr dirty="0"/>
          </a:p>
          <a:p>
            <a:pPr marL="342900" marR="0" lvl="0" indent="-342900" algn="l" rtl="0">
              <a:spcBef>
                <a:spcPts val="0"/>
              </a:spcBef>
              <a:spcAft>
                <a:spcPts val="0"/>
              </a:spcAft>
              <a:buClr>
                <a:srgbClr val="0C0C0C"/>
              </a:buClr>
              <a:buSzPts val="2800"/>
              <a:buFont typeface="Century Gothic"/>
              <a:buAutoNum type="alphaLcParenR"/>
            </a:pPr>
            <a:r>
              <a:rPr lang="en-US" sz="2800" b="1" dirty="0">
                <a:solidFill>
                  <a:srgbClr val="0C0C0C"/>
                </a:solidFill>
                <a:latin typeface="Times New Roman"/>
                <a:ea typeface="Times New Roman"/>
                <a:cs typeface="Times New Roman"/>
                <a:sym typeface="Times New Roman"/>
              </a:rPr>
              <a:t>5</a:t>
            </a:r>
            <a:endParaRPr dirty="0"/>
          </a:p>
          <a:p>
            <a:pPr marL="342900" marR="0" lvl="0" indent="-342900" algn="l" rtl="0">
              <a:spcBef>
                <a:spcPts val="0"/>
              </a:spcBef>
              <a:spcAft>
                <a:spcPts val="0"/>
              </a:spcAft>
              <a:buClr>
                <a:srgbClr val="0C0C0C"/>
              </a:buClr>
              <a:buSzPts val="2800"/>
              <a:buFont typeface="Century Gothic"/>
              <a:buAutoNum type="alphaLcParenR"/>
            </a:pPr>
            <a:r>
              <a:rPr lang="en-US" sz="2800" b="1" dirty="0">
                <a:solidFill>
                  <a:srgbClr val="0C0C0C"/>
                </a:solidFill>
                <a:latin typeface="Times New Roman"/>
                <a:ea typeface="Times New Roman"/>
                <a:cs typeface="Times New Roman"/>
                <a:sym typeface="Times New Roman"/>
              </a:rPr>
              <a:t>6</a:t>
            </a:r>
            <a:endParaRPr dirty="0"/>
          </a:p>
          <a:p>
            <a:pPr marL="342900" marR="0" lvl="0" indent="-342900" algn="l" rtl="0">
              <a:spcBef>
                <a:spcPts val="0"/>
              </a:spcBef>
              <a:spcAft>
                <a:spcPts val="0"/>
              </a:spcAft>
              <a:buClr>
                <a:srgbClr val="0C0C0C"/>
              </a:buClr>
              <a:buSzPts val="2800"/>
              <a:buFont typeface="Century Gothic"/>
              <a:buAutoNum type="alphaLcParenR"/>
            </a:pPr>
            <a:r>
              <a:rPr lang="en-US" sz="2800" b="1" dirty="0">
                <a:solidFill>
                  <a:srgbClr val="0C0C0C"/>
                </a:solidFill>
                <a:latin typeface="Times New Roman"/>
                <a:ea typeface="Times New Roman"/>
                <a:cs typeface="Times New Roman"/>
                <a:sym typeface="Times New Roman"/>
              </a:rPr>
              <a:t>9</a:t>
            </a:r>
            <a:endParaRPr sz="2800" b="1" dirty="0">
              <a:solidFill>
                <a:srgbClr val="0C0C0C"/>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211194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24"/>
          <p:cNvSpPr txBox="1"/>
          <p:nvPr/>
        </p:nvSpPr>
        <p:spPr>
          <a:xfrm>
            <a:off x="517728" y="733924"/>
            <a:ext cx="10584781" cy="3970277"/>
          </a:xfrm>
          <a:prstGeom prst="rect">
            <a:avLst/>
          </a:prstGeom>
          <a:noFill/>
          <a:ln>
            <a:noFill/>
          </a:ln>
        </p:spPr>
        <p:txBody>
          <a:bodyPr spcFirstLastPara="1" wrap="square" lIns="91425" tIns="45700" rIns="91425" bIns="45700" anchor="t" anchorCtr="0">
            <a:spAutoFit/>
          </a:bodyPr>
          <a:lstStyle/>
          <a:p>
            <a:r>
              <a:rPr lang="en-US" sz="2800" b="1" dirty="0" smtClean="0"/>
              <a:t>Q.15. A </a:t>
            </a:r>
            <a:r>
              <a:rPr lang="en-US" sz="2800" b="1" dirty="0"/>
              <a:t>contractor employed 30 men to do a piece of work in 38 days. After 25 days, he employed 5 men more and the work was finished one day earlier. How many days he would have been behind, if he had not employed additional men</a:t>
            </a:r>
            <a:r>
              <a:rPr lang="en-US" sz="2800" b="1" dirty="0" smtClean="0"/>
              <a:t>?</a:t>
            </a:r>
          </a:p>
          <a:p>
            <a:r>
              <a:rPr lang="en-US" sz="2800" dirty="0" smtClean="0"/>
              <a:t>A. </a:t>
            </a:r>
            <a:r>
              <a:rPr lang="en-US" sz="2800" dirty="0"/>
              <a:t>1</a:t>
            </a:r>
          </a:p>
          <a:p>
            <a:r>
              <a:rPr lang="en-US" sz="2800" dirty="0" smtClean="0"/>
              <a:t>B. </a:t>
            </a:r>
            <a:r>
              <a:rPr lang="en-US" sz="2800" dirty="0"/>
              <a:t>1.5</a:t>
            </a:r>
          </a:p>
          <a:p>
            <a:r>
              <a:rPr lang="en-US" sz="2800" dirty="0" smtClean="0"/>
              <a:t>C. </a:t>
            </a:r>
            <a:r>
              <a:rPr lang="en-US" sz="2800" dirty="0"/>
              <a:t>2</a:t>
            </a:r>
          </a:p>
          <a:p>
            <a:r>
              <a:rPr lang="en-US" sz="2800" dirty="0" smtClean="0"/>
              <a:t>D. </a:t>
            </a:r>
            <a:r>
              <a:rPr lang="en-US" sz="2800" dirty="0"/>
              <a:t>2.5</a:t>
            </a:r>
          </a:p>
          <a:p>
            <a:r>
              <a:rPr lang="en-US" sz="2800" dirty="0" smtClean="0"/>
              <a:t>E. </a:t>
            </a:r>
            <a:r>
              <a:rPr lang="en-US" sz="2800" dirty="0"/>
              <a:t>3</a:t>
            </a:r>
          </a:p>
        </p:txBody>
      </p:sp>
    </p:spTree>
    <p:extLst>
      <p:ext uri="{BB962C8B-B14F-4D97-AF65-F5344CB8AC3E}">
        <p14:creationId xmlns:p14="http://schemas.microsoft.com/office/powerpoint/2010/main" val="9261586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24"/>
          <p:cNvSpPr txBox="1"/>
          <p:nvPr/>
        </p:nvSpPr>
        <p:spPr>
          <a:xfrm>
            <a:off x="517728" y="733924"/>
            <a:ext cx="10584781" cy="2246729"/>
          </a:xfrm>
          <a:prstGeom prst="rect">
            <a:avLst/>
          </a:prstGeom>
          <a:noFill/>
          <a:ln>
            <a:noFill/>
          </a:ln>
        </p:spPr>
        <p:txBody>
          <a:bodyPr spcFirstLastPara="1" wrap="square" lIns="91425" tIns="45700" rIns="91425" bIns="45700" anchor="t" anchorCtr="0">
            <a:spAutoFit/>
          </a:bodyPr>
          <a:lstStyle/>
          <a:p>
            <a:r>
              <a:rPr lang="en-US" sz="2800" b="1" dirty="0" smtClean="0"/>
              <a:t>Q.16. </a:t>
            </a:r>
            <a:r>
              <a:rPr lang="en-US" sz="2800" b="1" dirty="0"/>
              <a:t>A contractor employed 300 men to complete a strip of highway in 300 days. After 100 days, he found that only 1/4th of the strip is complete. How many additional men should be employed to complete the work on time</a:t>
            </a:r>
            <a:r>
              <a:rPr lang="en-US" sz="2800" b="1" dirty="0" smtClean="0"/>
              <a:t>?</a:t>
            </a:r>
          </a:p>
          <a:p>
            <a:r>
              <a:rPr lang="en-US" sz="2800" b="1" dirty="0" smtClean="0"/>
              <a:t>A. 120	B.150		C.200		D. none of these</a:t>
            </a:r>
            <a:endParaRPr lang="en-US" sz="2800" dirty="0"/>
          </a:p>
        </p:txBody>
      </p:sp>
    </p:spTree>
    <p:extLst>
      <p:ext uri="{BB962C8B-B14F-4D97-AF65-F5344CB8AC3E}">
        <p14:creationId xmlns:p14="http://schemas.microsoft.com/office/powerpoint/2010/main" val="20391534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24"/>
          <p:cNvSpPr txBox="1"/>
          <p:nvPr/>
        </p:nvSpPr>
        <p:spPr>
          <a:xfrm>
            <a:off x="517728" y="733924"/>
            <a:ext cx="10584781" cy="1815841"/>
          </a:xfrm>
          <a:prstGeom prst="rect">
            <a:avLst/>
          </a:prstGeom>
          <a:noFill/>
          <a:ln>
            <a:noFill/>
          </a:ln>
        </p:spPr>
        <p:txBody>
          <a:bodyPr spcFirstLastPara="1" wrap="square" lIns="91425" tIns="45700" rIns="91425" bIns="45700" anchor="t" anchorCtr="0">
            <a:spAutoFit/>
          </a:bodyPr>
          <a:lstStyle/>
          <a:p>
            <a:r>
              <a:rPr lang="en-US" sz="2800" b="1" dirty="0" smtClean="0"/>
              <a:t>Q.17 If </a:t>
            </a:r>
            <a:r>
              <a:rPr lang="en-US" sz="2800" b="1" dirty="0"/>
              <a:t>12 men or 16 women can do a piece of work in 12 days, in how many days can the work be done by 9 men and 12 women working together</a:t>
            </a:r>
            <a:r>
              <a:rPr lang="en-US" sz="2800" b="1" dirty="0" smtClean="0"/>
              <a:t>?</a:t>
            </a:r>
          </a:p>
          <a:p>
            <a:r>
              <a:rPr lang="en-US" sz="2800" b="1" dirty="0" smtClean="0"/>
              <a:t>A. 6		B.8		C.10		D.12</a:t>
            </a:r>
            <a:endParaRPr lang="en-US" sz="2800" dirty="0"/>
          </a:p>
        </p:txBody>
      </p:sp>
    </p:spTree>
    <p:extLst>
      <p:ext uri="{BB962C8B-B14F-4D97-AF65-F5344CB8AC3E}">
        <p14:creationId xmlns:p14="http://schemas.microsoft.com/office/powerpoint/2010/main" val="271977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24"/>
          <p:cNvSpPr txBox="1"/>
          <p:nvPr/>
        </p:nvSpPr>
        <p:spPr>
          <a:xfrm>
            <a:off x="517728" y="733924"/>
            <a:ext cx="10584781" cy="31085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dirty="0" smtClean="0">
                <a:solidFill>
                  <a:srgbClr val="0C0C0C"/>
                </a:solidFill>
                <a:latin typeface="Times New Roman"/>
                <a:ea typeface="Times New Roman"/>
                <a:cs typeface="Times New Roman"/>
                <a:sym typeface="Times New Roman"/>
              </a:rPr>
              <a:t>Q18. 2 </a:t>
            </a:r>
            <a:r>
              <a:rPr lang="en-US" sz="2800" b="1" i="0" dirty="0">
                <a:solidFill>
                  <a:srgbClr val="0C0C0C"/>
                </a:solidFill>
                <a:latin typeface="Times New Roman"/>
                <a:ea typeface="Times New Roman"/>
                <a:cs typeface="Times New Roman"/>
                <a:sym typeface="Times New Roman"/>
              </a:rPr>
              <a:t>men and 7 boys can do a piece of work in 14 days; 3 men and 8 boys can do the same in 11 days. Then, 8 men and 6 boys can do three times the amount of this work in</a:t>
            </a:r>
            <a:endParaRPr dirty="0"/>
          </a:p>
          <a:p>
            <a:pPr marL="514350" marR="0" lvl="0" indent="-514350" algn="l" rtl="0">
              <a:spcBef>
                <a:spcPts val="0"/>
              </a:spcBef>
              <a:spcAft>
                <a:spcPts val="0"/>
              </a:spcAft>
              <a:buClr>
                <a:srgbClr val="0C0C0C"/>
              </a:buClr>
              <a:buSzPts val="2800"/>
              <a:buFont typeface="Century Gothic"/>
              <a:buAutoNum type="alphaLcParenR"/>
            </a:pPr>
            <a:r>
              <a:rPr lang="en-US" sz="2800" b="1" dirty="0">
                <a:solidFill>
                  <a:srgbClr val="0C0C0C"/>
                </a:solidFill>
                <a:latin typeface="Times New Roman"/>
                <a:ea typeface="Times New Roman"/>
                <a:cs typeface="Times New Roman"/>
                <a:sym typeface="Times New Roman"/>
              </a:rPr>
              <a:t>18days</a:t>
            </a:r>
            <a:endParaRPr dirty="0"/>
          </a:p>
          <a:p>
            <a:pPr marL="514350" marR="0" lvl="0" indent="-514350" algn="l" rtl="0">
              <a:spcBef>
                <a:spcPts val="0"/>
              </a:spcBef>
              <a:spcAft>
                <a:spcPts val="0"/>
              </a:spcAft>
              <a:buClr>
                <a:srgbClr val="0C0C0C"/>
              </a:buClr>
              <a:buSzPts val="2800"/>
              <a:buFont typeface="Century Gothic"/>
              <a:buAutoNum type="alphaLcParenR"/>
            </a:pPr>
            <a:r>
              <a:rPr lang="en-US" sz="2800" b="1" dirty="0">
                <a:solidFill>
                  <a:srgbClr val="0C0C0C"/>
                </a:solidFill>
                <a:latin typeface="Times New Roman"/>
                <a:ea typeface="Times New Roman"/>
                <a:cs typeface="Times New Roman"/>
                <a:sym typeface="Times New Roman"/>
              </a:rPr>
              <a:t>21days</a:t>
            </a:r>
            <a:endParaRPr dirty="0"/>
          </a:p>
          <a:p>
            <a:pPr marL="514350" marR="0" lvl="0" indent="-514350" algn="l" rtl="0">
              <a:spcBef>
                <a:spcPts val="0"/>
              </a:spcBef>
              <a:spcAft>
                <a:spcPts val="0"/>
              </a:spcAft>
              <a:buClr>
                <a:srgbClr val="0C0C0C"/>
              </a:buClr>
              <a:buSzPts val="2800"/>
              <a:buFont typeface="Century Gothic"/>
              <a:buAutoNum type="alphaLcParenR"/>
            </a:pPr>
            <a:r>
              <a:rPr lang="en-US" sz="2800" b="1" dirty="0">
                <a:solidFill>
                  <a:srgbClr val="0C0C0C"/>
                </a:solidFill>
                <a:latin typeface="Times New Roman"/>
                <a:ea typeface="Times New Roman"/>
                <a:cs typeface="Times New Roman"/>
                <a:sym typeface="Times New Roman"/>
              </a:rPr>
              <a:t>24days</a:t>
            </a:r>
            <a:endParaRPr dirty="0"/>
          </a:p>
          <a:p>
            <a:pPr marL="514350" marR="0" lvl="0" indent="-514350" algn="l" rtl="0">
              <a:spcBef>
                <a:spcPts val="0"/>
              </a:spcBef>
              <a:spcAft>
                <a:spcPts val="0"/>
              </a:spcAft>
              <a:buClr>
                <a:srgbClr val="0C0C0C"/>
              </a:buClr>
              <a:buSzPts val="2800"/>
              <a:buFont typeface="Century Gothic"/>
              <a:buAutoNum type="alphaLcParenR"/>
            </a:pPr>
            <a:r>
              <a:rPr lang="en-US" sz="2800" b="1" dirty="0">
                <a:solidFill>
                  <a:srgbClr val="0C0C0C"/>
                </a:solidFill>
                <a:latin typeface="Times New Roman"/>
                <a:ea typeface="Times New Roman"/>
                <a:cs typeface="Times New Roman"/>
                <a:sym typeface="Times New Roman"/>
              </a:rPr>
              <a:t>30days</a:t>
            </a:r>
            <a:endParaRPr sz="2800" b="1" dirty="0">
              <a:solidFill>
                <a:srgbClr val="0C0C0C"/>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9253000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6900" y="2743200"/>
            <a:ext cx="7383780" cy="838200"/>
          </a:xfrm>
        </p:spPr>
        <p:txBody>
          <a:bodyPr>
            <a:normAutofit/>
          </a:bodyPr>
          <a:lstStyle/>
          <a:p>
            <a:pPr algn="ctr"/>
            <a:r>
              <a:rPr lang="en-US" dirty="0"/>
              <a:t>Thank You</a:t>
            </a:r>
          </a:p>
        </p:txBody>
      </p:sp>
      <p:pic>
        <p:nvPicPr>
          <p:cNvPr id="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908050"/>
            <a:ext cx="10839450" cy="556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29487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4835</TotalTime>
  <Words>946</Words>
  <Application>Microsoft Office PowerPoint</Application>
  <PresentationFormat>Custom</PresentationFormat>
  <Paragraphs>225</Paragraphs>
  <Slides>22</Slides>
  <Notes>21</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Chain Rule</vt:lpstr>
      <vt:lpstr>Chain Rule is a subtopic of Time and work. The fundamental concept behind the Chain Rule is that a certain number of people will work for a certain number of days to complete the given piece of work. Generally, work depends upon various parameters like the number of people working, hours per day for which they work, and the number of days for which they operate. In dissimilar group problems, efficiency is also a parameter. Work done = Number of persons x Time ( Day * Hours ) W = M x T Here the unit of work is man days or man hours. The problems of time and work can primarily be divided into two types.  1. The first type includes problems where individuals work with different efficiencies, alone or in combination, to complete a task. 2. The second type includes problems where group efficiencies are involved. Chain Rule concepts can be applied to group efficiency problems.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 Skills 2023 Batch</dc:title>
  <dc:creator>Windows User</dc:creator>
  <cp:lastModifiedBy>Dell</cp:lastModifiedBy>
  <cp:revision>253</cp:revision>
  <dcterms:created xsi:type="dcterms:W3CDTF">2021-04-07T16:04:15Z</dcterms:created>
  <dcterms:modified xsi:type="dcterms:W3CDTF">2025-08-07T11:31:22Z</dcterms:modified>
</cp:coreProperties>
</file>