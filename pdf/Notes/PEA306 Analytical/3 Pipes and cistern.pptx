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6"/>
  </p:notesMasterIdLst>
  <p:sldIdLst>
    <p:sldId id="438" r:id="rId2"/>
    <p:sldId id="469" r:id="rId3"/>
    <p:sldId id="470" r:id="rId4"/>
    <p:sldId id="439" r:id="rId5"/>
    <p:sldId id="440" r:id="rId6"/>
    <p:sldId id="441" r:id="rId7"/>
    <p:sldId id="442" r:id="rId8"/>
    <p:sldId id="443" r:id="rId9"/>
    <p:sldId id="444" r:id="rId10"/>
    <p:sldId id="445" r:id="rId11"/>
    <p:sldId id="446" r:id="rId12"/>
    <p:sldId id="447" r:id="rId13"/>
    <p:sldId id="448" r:id="rId14"/>
    <p:sldId id="449" r:id="rId15"/>
    <p:sldId id="450" r:id="rId16"/>
    <p:sldId id="451" r:id="rId17"/>
    <p:sldId id="452" r:id="rId18"/>
    <p:sldId id="453"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297" r:id="rId35"/>
  </p:sldIdLst>
  <p:sldSz cx="116586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DE95EA-4FED-4B16-88AB-BC68232F066F}">
          <p14:sldIdLst>
            <p14:sldId id="438"/>
            <p14:sldId id="469"/>
            <p14:sldId id="470"/>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297"/>
          </p14:sldIdLst>
        </p14:section>
      </p14:sectionLst>
    </p:ext>
    <p:ext uri="{EFAFB233-063F-42B5-8137-9DF3F51BA10A}">
      <p15:sldGuideLst xmlns:p15="http://schemas.microsoft.com/office/powerpoint/2012/main" xmlns="">
        <p15:guide id="1" orient="horz" pos="2160">
          <p15:clr>
            <a:srgbClr val="A4A3A4"/>
          </p15:clr>
        </p15:guide>
        <p15:guide id="2" pos="36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3" autoAdjust="0"/>
    <p:restoredTop sz="94660"/>
  </p:normalViewPr>
  <p:slideViewPr>
    <p:cSldViewPr>
      <p:cViewPr>
        <p:scale>
          <a:sx n="76" d="100"/>
          <a:sy n="76" d="100"/>
        </p:scale>
        <p:origin x="-564" y="-72"/>
      </p:cViewPr>
      <p:guideLst>
        <p:guide orient="horz" pos="2160"/>
        <p:guide pos="36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Gurung" userId="9c5b12de17b6c17d" providerId="LiveId" clId="{99742CE8-321A-4AAA-AE57-9819C695C1C1}"/>
    <pc:docChg chg="undo custSel addSld delSld modSld modSection">
      <pc:chgData name="Priyanka Gurung" userId="9c5b12de17b6c17d" providerId="LiveId" clId="{99742CE8-321A-4AAA-AE57-9819C695C1C1}" dt="2021-06-10T12:21:25.962" v="488"/>
      <pc:docMkLst>
        <pc:docMk/>
      </pc:docMkLst>
      <pc:sldChg chg="addSp delSp modSp mod">
        <pc:chgData name="Priyanka Gurung" userId="9c5b12de17b6c17d" providerId="LiveId" clId="{99742CE8-321A-4AAA-AE57-9819C695C1C1}" dt="2021-06-10T10:50:23.620" v="174" actId="14100"/>
        <pc:sldMkLst>
          <pc:docMk/>
          <pc:sldMk cId="4083213734" sldId="256"/>
        </pc:sldMkLst>
        <pc:spChg chg="mod">
          <ac:chgData name="Priyanka Gurung" userId="9c5b12de17b6c17d" providerId="LiveId" clId="{99742CE8-321A-4AAA-AE57-9819C695C1C1}" dt="2021-06-10T10:14:23.790" v="46" actId="20577"/>
          <ac:spMkLst>
            <pc:docMk/>
            <pc:sldMk cId="4083213734" sldId="256"/>
            <ac:spMk id="2" creationId="{00000000-0000-0000-0000-000000000000}"/>
          </ac:spMkLst>
        </pc:spChg>
        <pc:spChg chg="add mod">
          <ac:chgData name="Priyanka Gurung" userId="9c5b12de17b6c17d" providerId="LiveId" clId="{99742CE8-321A-4AAA-AE57-9819C695C1C1}" dt="2021-06-10T10:27:48.857" v="70" actId="255"/>
          <ac:spMkLst>
            <pc:docMk/>
            <pc:sldMk cId="4083213734" sldId="256"/>
            <ac:spMk id="11" creationId="{7A9FD1C5-5898-4F1E-BFD1-A1AB7CC71E68}"/>
          </ac:spMkLst>
        </pc:spChg>
        <pc:spChg chg="add del mod">
          <ac:chgData name="Priyanka Gurung" userId="9c5b12de17b6c17d" providerId="LiveId" clId="{99742CE8-321A-4AAA-AE57-9819C695C1C1}" dt="2021-06-10T10:36:13.219" v="83" actId="478"/>
          <ac:spMkLst>
            <pc:docMk/>
            <pc:sldMk cId="4083213734" sldId="256"/>
            <ac:spMk id="16" creationId="{DBCE6E32-838E-4917-968B-C490B721B726}"/>
          </ac:spMkLst>
        </pc:spChg>
        <pc:graphicFrameChg chg="add del mod modGraphic">
          <ac:chgData name="Priyanka Gurung" userId="9c5b12de17b6c17d" providerId="LiveId" clId="{99742CE8-321A-4AAA-AE57-9819C695C1C1}" dt="2021-06-10T10:37:22.850" v="89" actId="1032"/>
          <ac:graphicFrameMkLst>
            <pc:docMk/>
            <pc:sldMk cId="4083213734" sldId="256"/>
            <ac:graphicFrameMk id="17" creationId="{7F30799E-001A-469D-A5E1-2E4A94565C36}"/>
          </ac:graphicFrameMkLst>
        </pc:graphicFrameChg>
        <pc:picChg chg="del">
          <ac:chgData name="Priyanka Gurung" userId="9c5b12de17b6c17d" providerId="LiveId" clId="{99742CE8-321A-4AAA-AE57-9819C695C1C1}" dt="2021-06-10T10:17:35.328" v="59" actId="478"/>
          <ac:picMkLst>
            <pc:docMk/>
            <pc:sldMk cId="4083213734" sldId="256"/>
            <ac:picMk id="4" creationId="{00000000-0000-0000-0000-000000000000}"/>
          </ac:picMkLst>
        </pc:picChg>
        <pc:picChg chg="add mod modCrop">
          <ac:chgData name="Priyanka Gurung" userId="9c5b12de17b6c17d" providerId="LiveId" clId="{99742CE8-321A-4AAA-AE57-9819C695C1C1}" dt="2021-06-10T10:44:16.911" v="140" actId="1076"/>
          <ac:picMkLst>
            <pc:docMk/>
            <pc:sldMk cId="4083213734" sldId="256"/>
            <ac:picMk id="5" creationId="{5711EAF4-184E-43E9-9CD7-DA221E72EEF2}"/>
          </ac:picMkLst>
        </pc:picChg>
        <pc:picChg chg="add mod modCrop">
          <ac:chgData name="Priyanka Gurung" userId="9c5b12de17b6c17d" providerId="LiveId" clId="{99742CE8-321A-4AAA-AE57-9819C695C1C1}" dt="2021-06-10T10:17:08.832" v="55" actId="1076"/>
          <ac:picMkLst>
            <pc:docMk/>
            <pc:sldMk cId="4083213734" sldId="256"/>
            <ac:picMk id="7" creationId="{1DA042BD-3F8A-4AB5-B933-A29D175A3C23}"/>
          </ac:picMkLst>
        </pc:picChg>
        <pc:picChg chg="add mod">
          <ac:chgData name="Priyanka Gurung" userId="9c5b12de17b6c17d" providerId="LiveId" clId="{99742CE8-321A-4AAA-AE57-9819C695C1C1}" dt="2021-06-10T10:45:10.352" v="148" actId="1076"/>
          <ac:picMkLst>
            <pc:docMk/>
            <pc:sldMk cId="4083213734" sldId="256"/>
            <ac:picMk id="8" creationId="{1D02146F-8985-4C93-8CF8-BFBC90D25D52}"/>
          </ac:picMkLst>
        </pc:picChg>
        <pc:picChg chg="add mod modCrop">
          <ac:chgData name="Priyanka Gurung" userId="9c5b12de17b6c17d" providerId="LiveId" clId="{99742CE8-321A-4AAA-AE57-9819C695C1C1}" dt="2021-06-10T10:44:52.416" v="145" actId="1076"/>
          <ac:picMkLst>
            <pc:docMk/>
            <pc:sldMk cId="4083213734" sldId="256"/>
            <ac:picMk id="9" creationId="{C0488E4A-1A97-4AB7-A53D-E22EE0F45688}"/>
          </ac:picMkLst>
        </pc:picChg>
        <pc:picChg chg="add del mod">
          <ac:chgData name="Priyanka Gurung" userId="9c5b12de17b6c17d" providerId="LiveId" clId="{99742CE8-321A-4AAA-AE57-9819C695C1C1}" dt="2021-06-10T10:42:41.710" v="126" actId="478"/>
          <ac:picMkLst>
            <pc:docMk/>
            <pc:sldMk cId="4083213734" sldId="256"/>
            <ac:picMk id="13" creationId="{31686CAF-9F73-4036-8F02-64A2BB082F1C}"/>
          </ac:picMkLst>
        </pc:picChg>
        <pc:picChg chg="add mod">
          <ac:chgData name="Priyanka Gurung" userId="9c5b12de17b6c17d" providerId="LiveId" clId="{99742CE8-321A-4AAA-AE57-9819C695C1C1}" dt="2021-06-10T10:50:23.620" v="174" actId="14100"/>
          <ac:picMkLst>
            <pc:docMk/>
            <pc:sldMk cId="4083213734" sldId="256"/>
            <ac:picMk id="15" creationId="{78C0E2B0-1D2A-4040-9E3F-A06BB3925462}"/>
          </ac:picMkLst>
        </pc:picChg>
      </pc:sldChg>
      <pc:sldChg chg="addSp delSp modSp mod modAnim">
        <pc:chgData name="Priyanka Gurung" userId="9c5b12de17b6c17d" providerId="LiveId" clId="{99742CE8-321A-4AAA-AE57-9819C695C1C1}" dt="2021-06-10T11:53:46.440" v="359"/>
        <pc:sldMkLst>
          <pc:docMk/>
          <pc:sldMk cId="3333479639" sldId="268"/>
        </pc:sldMkLst>
        <pc:spChg chg="del mod">
          <ac:chgData name="Priyanka Gurung" userId="9c5b12de17b6c17d" providerId="LiveId" clId="{99742CE8-321A-4AAA-AE57-9819C695C1C1}" dt="2021-06-10T10:09:38.355" v="4" actId="478"/>
          <ac:spMkLst>
            <pc:docMk/>
            <pc:sldMk cId="3333479639" sldId="268"/>
            <ac:spMk id="2" creationId="{00000000-0000-0000-0000-000000000000}"/>
          </ac:spMkLst>
        </pc:spChg>
        <pc:spChg chg="add mod">
          <ac:chgData name="Priyanka Gurung" userId="9c5b12de17b6c17d" providerId="LiveId" clId="{99742CE8-321A-4AAA-AE57-9819C695C1C1}" dt="2021-06-10T11:11:45.731" v="199" actId="20577"/>
          <ac:spMkLst>
            <pc:docMk/>
            <pc:sldMk cId="3333479639" sldId="268"/>
            <ac:spMk id="5" creationId="{B592BD44-2037-4ACB-939F-61FDBDB6CD56}"/>
          </ac:spMkLst>
        </pc:spChg>
        <pc:spChg chg="add mod">
          <ac:chgData name="Priyanka Gurung" userId="9c5b12de17b6c17d" providerId="LiveId" clId="{99742CE8-321A-4AAA-AE57-9819C695C1C1}" dt="2021-06-10T11:13:04.157" v="203" actId="1076"/>
          <ac:spMkLst>
            <pc:docMk/>
            <pc:sldMk cId="3333479639" sldId="268"/>
            <ac:spMk id="9" creationId="{5CF52572-2870-440F-8B98-A5E2DCD3EF91}"/>
          </ac:spMkLst>
        </pc:spChg>
        <pc:graphicFrameChg chg="del mod">
          <ac:chgData name="Priyanka Gurung" userId="9c5b12de17b6c17d" providerId="LiveId" clId="{99742CE8-321A-4AAA-AE57-9819C695C1C1}" dt="2021-06-10T10:09:32.253" v="2" actId="478"/>
          <ac:graphicFrameMkLst>
            <pc:docMk/>
            <pc:sldMk cId="3333479639" sldId="268"/>
            <ac:graphicFrameMk id="4" creationId="{8AF4D703-24D1-426A-B1DF-4519BB1FAB1A}"/>
          </ac:graphicFrameMkLst>
        </pc:graphicFrameChg>
        <pc:graphicFrameChg chg="add mod modGraphic">
          <ac:chgData name="Priyanka Gurung" userId="9c5b12de17b6c17d" providerId="LiveId" clId="{99742CE8-321A-4AAA-AE57-9819C695C1C1}" dt="2021-06-10T11:49:26.347" v="352" actId="255"/>
          <ac:graphicFrameMkLst>
            <pc:docMk/>
            <pc:sldMk cId="3333479639" sldId="268"/>
            <ac:graphicFrameMk id="11" creationId="{EC6A04C7-B3A9-4815-9DDE-B3EC6DC57E20}"/>
          </ac:graphicFrameMkLst>
        </pc:graphicFrameChg>
        <pc:picChg chg="del mod">
          <ac:chgData name="Priyanka Gurung" userId="9c5b12de17b6c17d" providerId="LiveId" clId="{99742CE8-321A-4AAA-AE57-9819C695C1C1}" dt="2021-06-10T10:45:20.291" v="149" actId="478"/>
          <ac:picMkLst>
            <pc:docMk/>
            <pc:sldMk cId="3333479639" sldId="268"/>
            <ac:picMk id="7" creationId="{00000000-0000-0000-0000-000000000000}"/>
          </ac:picMkLst>
        </pc:picChg>
        <pc:picChg chg="mod">
          <ac:chgData name="Priyanka Gurung" userId="9c5b12de17b6c17d" providerId="LiveId" clId="{99742CE8-321A-4AAA-AE57-9819C695C1C1}" dt="2021-06-10T10:45:32.974" v="153" actId="1076"/>
          <ac:picMkLst>
            <pc:docMk/>
            <pc:sldMk cId="3333479639" sldId="268"/>
            <ac:picMk id="8" creationId="{00000000-0000-0000-0000-000000000000}"/>
          </ac:picMkLst>
        </pc:picChg>
        <pc:picChg chg="add mod">
          <ac:chgData name="Priyanka Gurung" userId="9c5b12de17b6c17d" providerId="LiveId" clId="{99742CE8-321A-4AAA-AE57-9819C695C1C1}" dt="2021-06-10T10:53:24.117" v="175" actId="1076"/>
          <ac:picMkLst>
            <pc:docMk/>
            <pc:sldMk cId="3333479639" sldId="268"/>
            <ac:picMk id="10" creationId="{1DA52936-A33E-4ED0-92EE-8230A3BCB6E6}"/>
          </ac:picMkLst>
        </pc:picChg>
      </pc:sldChg>
      <pc:sldChg chg="addSp delSp modSp mod modAnim">
        <pc:chgData name="Priyanka Gurung" userId="9c5b12de17b6c17d" providerId="LiveId" clId="{99742CE8-321A-4AAA-AE57-9819C695C1C1}" dt="2021-06-10T11:55:24.047" v="365"/>
        <pc:sldMkLst>
          <pc:docMk/>
          <pc:sldMk cId="4106353213" sldId="269"/>
        </pc:sldMkLst>
        <pc:spChg chg="del mod">
          <ac:chgData name="Priyanka Gurung" userId="9c5b12de17b6c17d" providerId="LiveId" clId="{99742CE8-321A-4AAA-AE57-9819C695C1C1}" dt="2021-06-10T10:10:15.555" v="15" actId="478"/>
          <ac:spMkLst>
            <pc:docMk/>
            <pc:sldMk cId="4106353213" sldId="269"/>
            <ac:spMk id="2" creationId="{1F4606D0-AE6E-4095-A88A-FC72DDB05B19}"/>
          </ac:spMkLst>
        </pc:spChg>
        <pc:spChg chg="del mod">
          <ac:chgData name="Priyanka Gurung" userId="9c5b12de17b6c17d" providerId="LiveId" clId="{99742CE8-321A-4AAA-AE57-9819C695C1C1}" dt="2021-06-10T11:34:17.420" v="290"/>
          <ac:spMkLst>
            <pc:docMk/>
            <pc:sldMk cId="4106353213" sldId="269"/>
            <ac:spMk id="3" creationId="{F1FD07B9-20BF-4DEE-AC2E-709DA3C15423}"/>
          </ac:spMkLst>
        </pc:spChg>
        <pc:spChg chg="add mod">
          <ac:chgData name="Priyanka Gurung" userId="9c5b12de17b6c17d" providerId="LiveId" clId="{99742CE8-321A-4AAA-AE57-9819C695C1C1}" dt="2021-06-10T11:26:21.675" v="289" actId="108"/>
          <ac:spMkLst>
            <pc:docMk/>
            <pc:sldMk cId="4106353213" sldId="269"/>
            <ac:spMk id="5" creationId="{5BA3CC55-CD58-41BA-A80E-CF47C3CAE79F}"/>
          </ac:spMkLst>
        </pc:spChg>
        <pc:grpChg chg="del">
          <ac:chgData name="Priyanka Gurung" userId="9c5b12de17b6c17d" providerId="LiveId" clId="{99742CE8-321A-4AAA-AE57-9819C695C1C1}" dt="2021-06-10T10:10:06.403" v="12" actId="478"/>
          <ac:grpSpMkLst>
            <pc:docMk/>
            <pc:sldMk cId="4106353213" sldId="269"/>
            <ac:grpSpMk id="7" creationId="{F3D063C7-667A-4569-A028-D0D54AADD811}"/>
          </ac:grpSpMkLst>
        </pc:grpChg>
        <pc:graphicFrameChg chg="add mod modGraphic">
          <ac:chgData name="Priyanka Gurung" userId="9c5b12de17b6c17d" providerId="LiveId" clId="{99742CE8-321A-4AAA-AE57-9819C695C1C1}" dt="2021-06-10T11:41:13.218" v="323" actId="14100"/>
          <ac:graphicFrameMkLst>
            <pc:docMk/>
            <pc:sldMk cId="4106353213" sldId="269"/>
            <ac:graphicFrameMk id="6" creationId="{FF87A5D3-DC8C-46AF-AF3B-62CBB3BD1744}"/>
          </ac:graphicFrameMkLst>
        </pc:graphicFrameChg>
        <pc:graphicFrameChg chg="add mod modGraphic">
          <ac:chgData name="Priyanka Gurung" userId="9c5b12de17b6c17d" providerId="LiveId" clId="{99742CE8-321A-4AAA-AE57-9819C695C1C1}" dt="2021-06-10T11:43:24.938" v="342" actId="20577"/>
          <ac:graphicFrameMkLst>
            <pc:docMk/>
            <pc:sldMk cId="4106353213" sldId="269"/>
            <ac:graphicFrameMk id="13" creationId="{FC0C9E90-C4B1-442F-AD04-4B9491E96150}"/>
          </ac:graphicFrameMkLst>
        </pc:graphicFrameChg>
        <pc:picChg chg="del mod">
          <ac:chgData name="Priyanka Gurung" userId="9c5b12de17b6c17d" providerId="LiveId" clId="{99742CE8-321A-4AAA-AE57-9819C695C1C1}" dt="2021-06-10T10:53:30.980" v="177" actId="478"/>
          <ac:picMkLst>
            <pc:docMk/>
            <pc:sldMk cId="4106353213" sldId="269"/>
            <ac:picMk id="10" creationId="{00000000-0000-0000-0000-000000000000}"/>
          </ac:picMkLst>
        </pc:picChg>
        <pc:picChg chg="mod">
          <ac:chgData name="Priyanka Gurung" userId="9c5b12de17b6c17d" providerId="LiveId" clId="{99742CE8-321A-4AAA-AE57-9819C695C1C1}" dt="2021-06-10T10:53:41.926" v="180" actId="14100"/>
          <ac:picMkLst>
            <pc:docMk/>
            <pc:sldMk cId="4106353213" sldId="269"/>
            <ac:picMk id="11" creationId="{00000000-0000-0000-0000-000000000000}"/>
          </ac:picMkLst>
        </pc:picChg>
        <pc:picChg chg="add mod">
          <ac:chgData name="Priyanka Gurung" userId="9c5b12de17b6c17d" providerId="LiveId" clId="{99742CE8-321A-4AAA-AE57-9819C695C1C1}" dt="2021-06-10T10:53:35.403" v="179" actId="1076"/>
          <ac:picMkLst>
            <pc:docMk/>
            <pc:sldMk cId="4106353213" sldId="269"/>
            <ac:picMk id="12" creationId="{4B4DA62E-E0CB-4EBF-B092-CDA635F3DBD7}"/>
          </ac:picMkLst>
        </pc:picChg>
      </pc:sldChg>
      <pc:sldChg chg="addSp delSp modSp del mod">
        <pc:chgData name="Priyanka Gurung" userId="9c5b12de17b6c17d" providerId="LiveId" clId="{99742CE8-321A-4AAA-AE57-9819C695C1C1}" dt="2021-06-10T11:24:59.813" v="280" actId="47"/>
        <pc:sldMkLst>
          <pc:docMk/>
          <pc:sldMk cId="1602339068" sldId="270"/>
        </pc:sldMkLst>
        <pc:spChg chg="del">
          <ac:chgData name="Priyanka Gurung" userId="9c5b12de17b6c17d" providerId="LiveId" clId="{99742CE8-321A-4AAA-AE57-9819C695C1C1}" dt="2021-06-10T10:10:48.172" v="18" actId="478"/>
          <ac:spMkLst>
            <pc:docMk/>
            <pc:sldMk cId="1602339068" sldId="270"/>
            <ac:spMk id="2" creationId="{5553652C-84C0-4684-8C34-9EE1257C5D4C}"/>
          </ac:spMkLst>
        </pc:spChg>
        <pc:spChg chg="mod">
          <ac:chgData name="Priyanka Gurung" userId="9c5b12de17b6c17d" providerId="LiveId" clId="{99742CE8-321A-4AAA-AE57-9819C695C1C1}" dt="2021-06-10T10:10:26.287" v="17" actId="20577"/>
          <ac:spMkLst>
            <pc:docMk/>
            <pc:sldMk cId="1602339068" sldId="270"/>
            <ac:spMk id="3" creationId="{D7029786-FFC2-4505-8BCF-064861FE5A71}"/>
          </ac:spMkLst>
        </pc:spChg>
        <pc:spChg chg="add mod">
          <ac:chgData name="Priyanka Gurung" userId="9c5b12de17b6c17d" providerId="LiveId" clId="{99742CE8-321A-4AAA-AE57-9819C695C1C1}" dt="2021-06-10T10:10:48.172" v="18" actId="478"/>
          <ac:spMkLst>
            <pc:docMk/>
            <pc:sldMk cId="1602339068" sldId="270"/>
            <ac:spMk id="10" creationId="{F4D5128C-E8E1-42C1-8F43-75CB523E78CB}"/>
          </ac:spMkLst>
        </pc:spChg>
        <pc:grpChg chg="del">
          <ac:chgData name="Priyanka Gurung" userId="9c5b12de17b6c17d" providerId="LiveId" clId="{99742CE8-321A-4AAA-AE57-9819C695C1C1}" dt="2021-06-10T10:10:22.371" v="16" actId="478"/>
          <ac:grpSpMkLst>
            <pc:docMk/>
            <pc:sldMk cId="1602339068" sldId="270"/>
            <ac:grpSpMk id="4" creationId="{9224CD51-1D60-4B57-8481-0618BBA55FEA}"/>
          </ac:grpSpMkLst>
        </pc:grpChg>
      </pc:sldChg>
      <pc:sldChg chg="del">
        <pc:chgData name="Priyanka Gurung" userId="9c5b12de17b6c17d" providerId="LiveId" clId="{99742CE8-321A-4AAA-AE57-9819C695C1C1}" dt="2021-06-10T10:11:06.574" v="19" actId="47"/>
        <pc:sldMkLst>
          <pc:docMk/>
          <pc:sldMk cId="581648988" sldId="274"/>
        </pc:sldMkLst>
      </pc:sldChg>
      <pc:sldChg chg="del">
        <pc:chgData name="Priyanka Gurung" userId="9c5b12de17b6c17d" providerId="LiveId" clId="{99742CE8-321A-4AAA-AE57-9819C695C1C1}" dt="2021-06-10T10:11:06.574" v="19" actId="47"/>
        <pc:sldMkLst>
          <pc:docMk/>
          <pc:sldMk cId="2019419602" sldId="275"/>
        </pc:sldMkLst>
      </pc:sldChg>
      <pc:sldChg chg="del">
        <pc:chgData name="Priyanka Gurung" userId="9c5b12de17b6c17d" providerId="LiveId" clId="{99742CE8-321A-4AAA-AE57-9819C695C1C1}" dt="2021-06-10T10:11:06.574" v="19" actId="47"/>
        <pc:sldMkLst>
          <pc:docMk/>
          <pc:sldMk cId="928946342" sldId="276"/>
        </pc:sldMkLst>
      </pc:sldChg>
      <pc:sldChg chg="del">
        <pc:chgData name="Priyanka Gurung" userId="9c5b12de17b6c17d" providerId="LiveId" clId="{99742CE8-321A-4AAA-AE57-9819C695C1C1}" dt="2021-06-10T10:11:06.574" v="19" actId="47"/>
        <pc:sldMkLst>
          <pc:docMk/>
          <pc:sldMk cId="328277159" sldId="277"/>
        </pc:sldMkLst>
      </pc:sldChg>
      <pc:sldChg chg="del">
        <pc:chgData name="Priyanka Gurung" userId="9c5b12de17b6c17d" providerId="LiveId" clId="{99742CE8-321A-4AAA-AE57-9819C695C1C1}" dt="2021-06-10T10:11:06.574" v="19" actId="47"/>
        <pc:sldMkLst>
          <pc:docMk/>
          <pc:sldMk cId="3547408945" sldId="278"/>
        </pc:sldMkLst>
      </pc:sldChg>
      <pc:sldChg chg="del">
        <pc:chgData name="Priyanka Gurung" userId="9c5b12de17b6c17d" providerId="LiveId" clId="{99742CE8-321A-4AAA-AE57-9819C695C1C1}" dt="2021-06-10T10:11:06.574" v="19" actId="47"/>
        <pc:sldMkLst>
          <pc:docMk/>
          <pc:sldMk cId="1864178243" sldId="279"/>
        </pc:sldMkLst>
      </pc:sldChg>
      <pc:sldChg chg="del">
        <pc:chgData name="Priyanka Gurung" userId="9c5b12de17b6c17d" providerId="LiveId" clId="{99742CE8-321A-4AAA-AE57-9819C695C1C1}" dt="2021-06-10T10:11:06.574" v="19" actId="47"/>
        <pc:sldMkLst>
          <pc:docMk/>
          <pc:sldMk cId="2130962335" sldId="280"/>
        </pc:sldMkLst>
      </pc:sldChg>
      <pc:sldChg chg="del">
        <pc:chgData name="Priyanka Gurung" userId="9c5b12de17b6c17d" providerId="LiveId" clId="{99742CE8-321A-4AAA-AE57-9819C695C1C1}" dt="2021-06-10T10:11:06.574" v="19" actId="47"/>
        <pc:sldMkLst>
          <pc:docMk/>
          <pc:sldMk cId="3653271404" sldId="281"/>
        </pc:sldMkLst>
      </pc:sldChg>
      <pc:sldChg chg="del">
        <pc:chgData name="Priyanka Gurung" userId="9c5b12de17b6c17d" providerId="LiveId" clId="{99742CE8-321A-4AAA-AE57-9819C695C1C1}" dt="2021-06-10T10:11:06.574" v="19" actId="47"/>
        <pc:sldMkLst>
          <pc:docMk/>
          <pc:sldMk cId="4104368850" sldId="282"/>
        </pc:sldMkLst>
      </pc:sldChg>
      <pc:sldChg chg="del">
        <pc:chgData name="Priyanka Gurung" userId="9c5b12de17b6c17d" providerId="LiveId" clId="{99742CE8-321A-4AAA-AE57-9819C695C1C1}" dt="2021-06-10T10:11:06.574" v="19" actId="47"/>
        <pc:sldMkLst>
          <pc:docMk/>
          <pc:sldMk cId="841728484" sldId="283"/>
        </pc:sldMkLst>
      </pc:sldChg>
      <pc:sldChg chg="del">
        <pc:chgData name="Priyanka Gurung" userId="9c5b12de17b6c17d" providerId="LiveId" clId="{99742CE8-321A-4AAA-AE57-9819C695C1C1}" dt="2021-06-10T10:11:06.574" v="19" actId="47"/>
        <pc:sldMkLst>
          <pc:docMk/>
          <pc:sldMk cId="724797726" sldId="284"/>
        </pc:sldMkLst>
      </pc:sldChg>
      <pc:sldChg chg="del">
        <pc:chgData name="Priyanka Gurung" userId="9c5b12de17b6c17d" providerId="LiveId" clId="{99742CE8-321A-4AAA-AE57-9819C695C1C1}" dt="2021-06-10T10:11:06.574" v="19" actId="47"/>
        <pc:sldMkLst>
          <pc:docMk/>
          <pc:sldMk cId="3012492546" sldId="285"/>
        </pc:sldMkLst>
      </pc:sldChg>
      <pc:sldChg chg="del">
        <pc:chgData name="Priyanka Gurung" userId="9c5b12de17b6c17d" providerId="LiveId" clId="{99742CE8-321A-4AAA-AE57-9819C695C1C1}" dt="2021-06-10T10:11:06.574" v="19" actId="47"/>
        <pc:sldMkLst>
          <pc:docMk/>
          <pc:sldMk cId="1583617802" sldId="286"/>
        </pc:sldMkLst>
      </pc:sldChg>
      <pc:sldChg chg="del">
        <pc:chgData name="Priyanka Gurung" userId="9c5b12de17b6c17d" providerId="LiveId" clId="{99742CE8-321A-4AAA-AE57-9819C695C1C1}" dt="2021-06-10T10:11:06.574" v="19" actId="47"/>
        <pc:sldMkLst>
          <pc:docMk/>
          <pc:sldMk cId="4264806073" sldId="287"/>
        </pc:sldMkLst>
      </pc:sldChg>
      <pc:sldChg chg="del">
        <pc:chgData name="Priyanka Gurung" userId="9c5b12de17b6c17d" providerId="LiveId" clId="{99742CE8-321A-4AAA-AE57-9819C695C1C1}" dt="2021-06-10T10:11:06.574" v="19" actId="47"/>
        <pc:sldMkLst>
          <pc:docMk/>
          <pc:sldMk cId="2599977885" sldId="288"/>
        </pc:sldMkLst>
      </pc:sldChg>
      <pc:sldChg chg="del">
        <pc:chgData name="Priyanka Gurung" userId="9c5b12de17b6c17d" providerId="LiveId" clId="{99742CE8-321A-4AAA-AE57-9819C695C1C1}" dt="2021-06-10T10:11:06.574" v="19" actId="47"/>
        <pc:sldMkLst>
          <pc:docMk/>
          <pc:sldMk cId="419716999" sldId="289"/>
        </pc:sldMkLst>
      </pc:sldChg>
      <pc:sldChg chg="del">
        <pc:chgData name="Priyanka Gurung" userId="9c5b12de17b6c17d" providerId="LiveId" clId="{99742CE8-321A-4AAA-AE57-9819C695C1C1}" dt="2021-06-10T10:11:06.574" v="19" actId="47"/>
        <pc:sldMkLst>
          <pc:docMk/>
          <pc:sldMk cId="1157408572" sldId="291"/>
        </pc:sldMkLst>
      </pc:sldChg>
      <pc:sldChg chg="del">
        <pc:chgData name="Priyanka Gurung" userId="9c5b12de17b6c17d" providerId="LiveId" clId="{99742CE8-321A-4AAA-AE57-9819C695C1C1}" dt="2021-06-10T10:11:06.574" v="19" actId="47"/>
        <pc:sldMkLst>
          <pc:docMk/>
          <pc:sldMk cId="2842879942" sldId="292"/>
        </pc:sldMkLst>
      </pc:sldChg>
      <pc:sldChg chg="del">
        <pc:chgData name="Priyanka Gurung" userId="9c5b12de17b6c17d" providerId="LiveId" clId="{99742CE8-321A-4AAA-AE57-9819C695C1C1}" dt="2021-06-10T10:11:06.574" v="19" actId="47"/>
        <pc:sldMkLst>
          <pc:docMk/>
          <pc:sldMk cId="1524923737" sldId="293"/>
        </pc:sldMkLst>
      </pc:sldChg>
      <pc:sldChg chg="del">
        <pc:chgData name="Priyanka Gurung" userId="9c5b12de17b6c17d" providerId="LiveId" clId="{99742CE8-321A-4AAA-AE57-9819C695C1C1}" dt="2021-06-10T10:11:06.574" v="19" actId="47"/>
        <pc:sldMkLst>
          <pc:docMk/>
          <pc:sldMk cId="3750723770" sldId="294"/>
        </pc:sldMkLst>
      </pc:sldChg>
      <pc:sldChg chg="del">
        <pc:chgData name="Priyanka Gurung" userId="9c5b12de17b6c17d" providerId="LiveId" clId="{99742CE8-321A-4AAA-AE57-9819C695C1C1}" dt="2021-06-10T10:11:06.574" v="19" actId="47"/>
        <pc:sldMkLst>
          <pc:docMk/>
          <pc:sldMk cId="192104566" sldId="295"/>
        </pc:sldMkLst>
      </pc:sldChg>
      <pc:sldChg chg="del">
        <pc:chgData name="Priyanka Gurung" userId="9c5b12de17b6c17d" providerId="LiveId" clId="{99742CE8-321A-4AAA-AE57-9819C695C1C1}" dt="2021-06-10T10:11:06.574" v="19" actId="47"/>
        <pc:sldMkLst>
          <pc:docMk/>
          <pc:sldMk cId="3890576088" sldId="296"/>
        </pc:sldMkLst>
      </pc:sldChg>
      <pc:sldChg chg="del">
        <pc:chgData name="Priyanka Gurung" userId="9c5b12de17b6c17d" providerId="LiveId" clId="{99742CE8-321A-4AAA-AE57-9819C695C1C1}" dt="2021-06-10T10:11:06.574" v="19" actId="47"/>
        <pc:sldMkLst>
          <pc:docMk/>
          <pc:sldMk cId="1681197193" sldId="299"/>
        </pc:sldMkLst>
      </pc:sldChg>
      <pc:sldChg chg="del">
        <pc:chgData name="Priyanka Gurung" userId="9c5b12de17b6c17d" providerId="LiveId" clId="{99742CE8-321A-4AAA-AE57-9819C695C1C1}" dt="2021-06-10T10:11:06.574" v="19" actId="47"/>
        <pc:sldMkLst>
          <pc:docMk/>
          <pc:sldMk cId="2203872609" sldId="300"/>
        </pc:sldMkLst>
      </pc:sldChg>
      <pc:sldChg chg="del">
        <pc:chgData name="Priyanka Gurung" userId="9c5b12de17b6c17d" providerId="LiveId" clId="{99742CE8-321A-4AAA-AE57-9819C695C1C1}" dt="2021-06-10T10:11:06.574" v="19" actId="47"/>
        <pc:sldMkLst>
          <pc:docMk/>
          <pc:sldMk cId="1324478830" sldId="303"/>
        </pc:sldMkLst>
      </pc:sldChg>
      <pc:sldChg chg="del">
        <pc:chgData name="Priyanka Gurung" userId="9c5b12de17b6c17d" providerId="LiveId" clId="{99742CE8-321A-4AAA-AE57-9819C695C1C1}" dt="2021-06-10T10:11:06.574" v="19" actId="47"/>
        <pc:sldMkLst>
          <pc:docMk/>
          <pc:sldMk cId="2186234943" sldId="304"/>
        </pc:sldMkLst>
      </pc:sldChg>
      <pc:sldChg chg="del">
        <pc:chgData name="Priyanka Gurung" userId="9c5b12de17b6c17d" providerId="LiveId" clId="{99742CE8-321A-4AAA-AE57-9819C695C1C1}" dt="2021-06-10T10:11:06.574" v="19" actId="47"/>
        <pc:sldMkLst>
          <pc:docMk/>
          <pc:sldMk cId="264977113" sldId="305"/>
        </pc:sldMkLst>
      </pc:sldChg>
      <pc:sldChg chg="del">
        <pc:chgData name="Priyanka Gurung" userId="9c5b12de17b6c17d" providerId="LiveId" clId="{99742CE8-321A-4AAA-AE57-9819C695C1C1}" dt="2021-06-10T10:11:06.574" v="19" actId="47"/>
        <pc:sldMkLst>
          <pc:docMk/>
          <pc:sldMk cId="3154324693" sldId="306"/>
        </pc:sldMkLst>
      </pc:sldChg>
      <pc:sldChg chg="del">
        <pc:chgData name="Priyanka Gurung" userId="9c5b12de17b6c17d" providerId="LiveId" clId="{99742CE8-321A-4AAA-AE57-9819C695C1C1}" dt="2021-06-10T10:11:06.574" v="19" actId="47"/>
        <pc:sldMkLst>
          <pc:docMk/>
          <pc:sldMk cId="895887469" sldId="307"/>
        </pc:sldMkLst>
      </pc:sldChg>
      <pc:sldChg chg="del">
        <pc:chgData name="Priyanka Gurung" userId="9c5b12de17b6c17d" providerId="LiveId" clId="{99742CE8-321A-4AAA-AE57-9819C695C1C1}" dt="2021-06-10T10:11:06.574" v="19" actId="47"/>
        <pc:sldMkLst>
          <pc:docMk/>
          <pc:sldMk cId="2155052551" sldId="308"/>
        </pc:sldMkLst>
      </pc:sldChg>
      <pc:sldChg chg="del">
        <pc:chgData name="Priyanka Gurung" userId="9c5b12de17b6c17d" providerId="LiveId" clId="{99742CE8-321A-4AAA-AE57-9819C695C1C1}" dt="2021-06-10T10:11:06.574" v="19" actId="47"/>
        <pc:sldMkLst>
          <pc:docMk/>
          <pc:sldMk cId="2713527677" sldId="309"/>
        </pc:sldMkLst>
      </pc:sldChg>
      <pc:sldChg chg="del">
        <pc:chgData name="Priyanka Gurung" userId="9c5b12de17b6c17d" providerId="LiveId" clId="{99742CE8-321A-4AAA-AE57-9819C695C1C1}" dt="2021-06-10T10:11:06.574" v="19" actId="47"/>
        <pc:sldMkLst>
          <pc:docMk/>
          <pc:sldMk cId="1365257145" sldId="310"/>
        </pc:sldMkLst>
      </pc:sldChg>
      <pc:sldChg chg="del">
        <pc:chgData name="Priyanka Gurung" userId="9c5b12de17b6c17d" providerId="LiveId" clId="{99742CE8-321A-4AAA-AE57-9819C695C1C1}" dt="2021-06-10T10:11:06.574" v="19" actId="47"/>
        <pc:sldMkLst>
          <pc:docMk/>
          <pc:sldMk cId="3261187754" sldId="312"/>
        </pc:sldMkLst>
      </pc:sldChg>
      <pc:sldChg chg="del">
        <pc:chgData name="Priyanka Gurung" userId="9c5b12de17b6c17d" providerId="LiveId" clId="{99742CE8-321A-4AAA-AE57-9819C695C1C1}" dt="2021-06-10T10:11:06.574" v="19" actId="47"/>
        <pc:sldMkLst>
          <pc:docMk/>
          <pc:sldMk cId="2894194594" sldId="313"/>
        </pc:sldMkLst>
      </pc:sldChg>
      <pc:sldChg chg="addSp delSp modSp mod modAnim">
        <pc:chgData name="Priyanka Gurung" userId="9c5b12de17b6c17d" providerId="LiveId" clId="{99742CE8-321A-4AAA-AE57-9819C695C1C1}" dt="2021-06-10T11:54:33.069" v="363"/>
        <pc:sldMkLst>
          <pc:docMk/>
          <pc:sldMk cId="4186136812" sldId="314"/>
        </pc:sldMkLst>
        <pc:spChg chg="del mod">
          <ac:chgData name="Priyanka Gurung" userId="9c5b12de17b6c17d" providerId="LiveId" clId="{99742CE8-321A-4AAA-AE57-9819C695C1C1}" dt="2021-06-10T10:10:01.288" v="11" actId="478"/>
          <ac:spMkLst>
            <pc:docMk/>
            <pc:sldMk cId="4186136812" sldId="314"/>
            <ac:spMk id="2" creationId="{00000000-0000-0000-0000-000000000000}"/>
          </ac:spMkLst>
        </pc:spChg>
        <pc:spChg chg="del mod">
          <ac:chgData name="Priyanka Gurung" userId="9c5b12de17b6c17d" providerId="LiveId" clId="{99742CE8-321A-4AAA-AE57-9819C695C1C1}" dt="2021-06-10T10:09:47.211" v="6" actId="478"/>
          <ac:spMkLst>
            <pc:docMk/>
            <pc:sldMk cId="4186136812" sldId="314"/>
            <ac:spMk id="3" creationId="{00000000-0000-0000-0000-000000000000}"/>
          </ac:spMkLst>
        </pc:spChg>
        <pc:spChg chg="add del mod">
          <ac:chgData name="Priyanka Gurung" userId="9c5b12de17b6c17d" providerId="LiveId" clId="{99742CE8-321A-4AAA-AE57-9819C695C1C1}" dt="2021-06-10T10:09:54.115" v="8" actId="478"/>
          <ac:spMkLst>
            <pc:docMk/>
            <pc:sldMk cId="4186136812" sldId="314"/>
            <ac:spMk id="6" creationId="{26C61845-09F5-4AE2-BAA5-41B864865922}"/>
          </ac:spMkLst>
        </pc:spChg>
        <pc:spChg chg="add mod">
          <ac:chgData name="Priyanka Gurung" userId="9c5b12de17b6c17d" providerId="LiveId" clId="{99742CE8-321A-4AAA-AE57-9819C695C1C1}" dt="2021-06-10T11:12:55.958" v="202" actId="1076"/>
          <ac:spMkLst>
            <pc:docMk/>
            <pc:sldMk cId="4186136812" sldId="314"/>
            <ac:spMk id="12" creationId="{F6DD009F-4ED6-49E2-9351-F29C4D8B4C61}"/>
          </ac:spMkLst>
        </pc:spChg>
        <pc:grpChg chg="del">
          <ac:chgData name="Priyanka Gurung" userId="9c5b12de17b6c17d" providerId="LiveId" clId="{99742CE8-321A-4AAA-AE57-9819C695C1C1}" dt="2021-06-10T10:09:56.321" v="9" actId="478"/>
          <ac:grpSpMkLst>
            <pc:docMk/>
            <pc:sldMk cId="4186136812" sldId="314"/>
            <ac:grpSpMk id="5" creationId="{F678E969-3832-4BE9-9368-B4C16EF929C9}"/>
          </ac:grpSpMkLst>
        </pc:grpChg>
        <pc:graphicFrameChg chg="add mod modGraphic">
          <ac:chgData name="Priyanka Gurung" userId="9c5b12de17b6c17d" providerId="LiveId" clId="{99742CE8-321A-4AAA-AE57-9819C695C1C1}" dt="2021-06-10T11:53:58.494" v="360" actId="14100"/>
          <ac:graphicFrameMkLst>
            <pc:docMk/>
            <pc:sldMk cId="4186136812" sldId="314"/>
            <ac:graphicFrameMk id="14" creationId="{F730786A-A4E1-491B-8204-4B1D0C3826ED}"/>
          </ac:graphicFrameMkLst>
        </pc:graphicFrameChg>
        <pc:picChg chg="del">
          <ac:chgData name="Priyanka Gurung" userId="9c5b12de17b6c17d" providerId="LiveId" clId="{99742CE8-321A-4AAA-AE57-9819C695C1C1}" dt="2021-06-10T10:46:11.540" v="161" actId="478"/>
          <ac:picMkLst>
            <pc:docMk/>
            <pc:sldMk cId="4186136812" sldId="314"/>
            <ac:picMk id="7" creationId="{00000000-0000-0000-0000-000000000000}"/>
          </ac:picMkLst>
        </pc:picChg>
        <pc:picChg chg="mod">
          <ac:chgData name="Priyanka Gurung" userId="9c5b12de17b6c17d" providerId="LiveId" clId="{99742CE8-321A-4AAA-AE57-9819C695C1C1}" dt="2021-06-10T10:46:47.575" v="173" actId="1076"/>
          <ac:picMkLst>
            <pc:docMk/>
            <pc:sldMk cId="4186136812" sldId="314"/>
            <ac:picMk id="8" creationId="{00000000-0000-0000-0000-000000000000}"/>
          </ac:picMkLst>
        </pc:picChg>
        <pc:picChg chg="add mod">
          <ac:chgData name="Priyanka Gurung" userId="9c5b12de17b6c17d" providerId="LiveId" clId="{99742CE8-321A-4AAA-AE57-9819C695C1C1}" dt="2021-06-10T10:46:16.735" v="163" actId="1076"/>
          <ac:picMkLst>
            <pc:docMk/>
            <pc:sldMk cId="4186136812" sldId="314"/>
            <ac:picMk id="13" creationId="{9140207F-3D3A-42DD-8C76-30C59A35207F}"/>
          </ac:picMkLst>
        </pc:picChg>
      </pc:sldChg>
      <pc:sldChg chg="addSp modSp add mod modAnim">
        <pc:chgData name="Priyanka Gurung" userId="9c5b12de17b6c17d" providerId="LiveId" clId="{99742CE8-321A-4AAA-AE57-9819C695C1C1}" dt="2021-06-10T12:21:25.962" v="488"/>
        <pc:sldMkLst>
          <pc:docMk/>
          <pc:sldMk cId="3097647543" sldId="315"/>
        </pc:sldMkLst>
        <pc:spChg chg="add mod">
          <ac:chgData name="Priyanka Gurung" userId="9c5b12de17b6c17d" providerId="LiveId" clId="{99742CE8-321A-4AAA-AE57-9819C695C1C1}" dt="2021-06-10T12:19:13.045" v="484" actId="1076"/>
          <ac:spMkLst>
            <pc:docMk/>
            <pc:sldMk cId="3097647543" sldId="315"/>
            <ac:spMk id="2" creationId="{56F0D845-32D9-48D7-A3D5-AA87BCAB7020}"/>
          </ac:spMkLst>
        </pc:spChg>
        <pc:spChg chg="mod">
          <ac:chgData name="Priyanka Gurung" userId="9c5b12de17b6c17d" providerId="LiveId" clId="{99742CE8-321A-4AAA-AE57-9819C695C1C1}" dt="2021-06-10T12:18:16.190" v="475" actId="27636"/>
          <ac:spMkLst>
            <pc:docMk/>
            <pc:sldMk cId="3097647543" sldId="315"/>
            <ac:spMk id="3" creationId="{F1FD07B9-20BF-4DEE-AC2E-709DA3C15423}"/>
          </ac:spMkLst>
        </pc:spChg>
        <pc:spChg chg="mod">
          <ac:chgData name="Priyanka Gurung" userId="9c5b12de17b6c17d" providerId="LiveId" clId="{99742CE8-321A-4AAA-AE57-9819C695C1C1}" dt="2021-06-10T11:56:39.509" v="379" actId="1076"/>
          <ac:spMkLst>
            <pc:docMk/>
            <pc:sldMk cId="3097647543" sldId="315"/>
            <ac:spMk id="5" creationId="{5BA3CC55-CD58-41BA-A80E-CF47C3CAE79F}"/>
          </ac:spMkLst>
        </pc:spChg>
      </pc:sldChg>
      <pc:sldChg chg="del">
        <pc:chgData name="Priyanka Gurung" userId="9c5b12de17b6c17d" providerId="LiveId" clId="{99742CE8-321A-4AAA-AE57-9819C695C1C1}" dt="2021-06-10T10:11:06.574" v="19" actId="47"/>
        <pc:sldMkLst>
          <pc:docMk/>
          <pc:sldMk cId="3948884088" sldId="315"/>
        </pc:sldMkLst>
      </pc:sldChg>
      <pc:sldChg chg="add">
        <pc:chgData name="Priyanka Gurung" userId="9c5b12de17b6c17d" providerId="LiveId" clId="{99742CE8-321A-4AAA-AE57-9819C695C1C1}" dt="2021-06-10T11:25:06.319" v="281" actId="2890"/>
        <pc:sldMkLst>
          <pc:docMk/>
          <pc:sldMk cId="568565938" sldId="316"/>
        </pc:sldMkLst>
      </pc:sldChg>
      <pc:sldChg chg="del">
        <pc:chgData name="Priyanka Gurung" userId="9c5b12de17b6c17d" providerId="LiveId" clId="{99742CE8-321A-4AAA-AE57-9819C695C1C1}" dt="2021-06-10T10:11:06.574" v="19" actId="47"/>
        <pc:sldMkLst>
          <pc:docMk/>
          <pc:sldMk cId="1880150835" sldId="316"/>
        </pc:sldMkLst>
      </pc:sldChg>
      <pc:sldChg chg="add">
        <pc:chgData name="Priyanka Gurung" userId="9c5b12de17b6c17d" providerId="LiveId" clId="{99742CE8-321A-4AAA-AE57-9819C695C1C1}" dt="2021-06-10T11:25:10.401" v="282" actId="2890"/>
        <pc:sldMkLst>
          <pc:docMk/>
          <pc:sldMk cId="1423307753" sldId="317"/>
        </pc:sldMkLst>
      </pc:sldChg>
      <pc:sldChg chg="del">
        <pc:chgData name="Priyanka Gurung" userId="9c5b12de17b6c17d" providerId="LiveId" clId="{99742CE8-321A-4AAA-AE57-9819C695C1C1}" dt="2021-06-10T10:11:06.574" v="19" actId="47"/>
        <pc:sldMkLst>
          <pc:docMk/>
          <pc:sldMk cId="3980979128" sldId="317"/>
        </pc:sldMkLst>
      </pc:sldChg>
      <pc:sldChg chg="del">
        <pc:chgData name="Priyanka Gurung" userId="9c5b12de17b6c17d" providerId="LiveId" clId="{99742CE8-321A-4AAA-AE57-9819C695C1C1}" dt="2021-06-10T10:11:06.574" v="19" actId="47"/>
        <pc:sldMkLst>
          <pc:docMk/>
          <pc:sldMk cId="57346370" sldId="318"/>
        </pc:sldMkLst>
      </pc:sldChg>
      <pc:sldChg chg="add">
        <pc:chgData name="Priyanka Gurung" userId="9c5b12de17b6c17d" providerId="LiveId" clId="{99742CE8-321A-4AAA-AE57-9819C695C1C1}" dt="2021-06-10T11:25:13.209" v="283" actId="2890"/>
        <pc:sldMkLst>
          <pc:docMk/>
          <pc:sldMk cId="977710417" sldId="318"/>
        </pc:sldMkLst>
      </pc:sldChg>
      <pc:sldChg chg="add">
        <pc:chgData name="Priyanka Gurung" userId="9c5b12de17b6c17d" providerId="LiveId" clId="{99742CE8-321A-4AAA-AE57-9819C695C1C1}" dt="2021-06-10T11:25:16.924" v="284" actId="2890"/>
        <pc:sldMkLst>
          <pc:docMk/>
          <pc:sldMk cId="2167412694" sldId="319"/>
        </pc:sldMkLst>
      </pc:sldChg>
      <pc:sldChg chg="del">
        <pc:chgData name="Priyanka Gurung" userId="9c5b12de17b6c17d" providerId="LiveId" clId="{99742CE8-321A-4AAA-AE57-9819C695C1C1}" dt="2021-06-10T10:11:06.574" v="19" actId="47"/>
        <pc:sldMkLst>
          <pc:docMk/>
          <pc:sldMk cId="2414779878" sldId="319"/>
        </pc:sldMkLst>
      </pc:sldChg>
      <pc:sldChg chg="del">
        <pc:chgData name="Priyanka Gurung" userId="9c5b12de17b6c17d" providerId="LiveId" clId="{99742CE8-321A-4AAA-AE57-9819C695C1C1}" dt="2021-06-10T10:11:06.574" v="19" actId="47"/>
        <pc:sldMkLst>
          <pc:docMk/>
          <pc:sldMk cId="2035877006" sldId="320"/>
        </pc:sldMkLst>
      </pc:sldChg>
      <pc:sldChg chg="del">
        <pc:chgData name="Priyanka Gurung" userId="9c5b12de17b6c17d" providerId="LiveId" clId="{99742CE8-321A-4AAA-AE57-9819C695C1C1}" dt="2021-06-10T10:11:06.574" v="19" actId="47"/>
        <pc:sldMkLst>
          <pc:docMk/>
          <pc:sldMk cId="3247055070" sldId="321"/>
        </pc:sldMkLst>
      </pc:sldChg>
      <pc:sldChg chg="del">
        <pc:chgData name="Priyanka Gurung" userId="9c5b12de17b6c17d" providerId="LiveId" clId="{99742CE8-321A-4AAA-AE57-9819C695C1C1}" dt="2021-06-10T10:11:06.574" v="19" actId="47"/>
        <pc:sldMkLst>
          <pc:docMk/>
          <pc:sldMk cId="2542356150" sldId="322"/>
        </pc:sldMkLst>
      </pc:sldChg>
    </pc:docChg>
  </pc:docChgLst>
  <pc:docChgLst>
    <pc:chgData name="Priyanka Gurung" userId="9c5b12de17b6c17d" providerId="LiveId" clId="{D25FCF02-0274-4597-B310-AB4635631CFF}"/>
    <pc:docChg chg="undo custSel addSld delSld modSld sldOrd modSection">
      <pc:chgData name="Priyanka Gurung" userId="9c5b12de17b6c17d" providerId="LiveId" clId="{D25FCF02-0274-4597-B310-AB4635631CFF}" dt="2021-06-08T06:12:21.994" v="774" actId="20577"/>
      <pc:docMkLst>
        <pc:docMk/>
      </pc:docMkLst>
      <pc:sldChg chg="addSp delSp modSp mod">
        <pc:chgData name="Priyanka Gurung" userId="9c5b12de17b6c17d" providerId="LiveId" clId="{D25FCF02-0274-4597-B310-AB4635631CFF}" dt="2021-06-03T07:11:54.440" v="615" actId="1076"/>
        <pc:sldMkLst>
          <pc:docMk/>
          <pc:sldMk cId="3333479639" sldId="268"/>
        </pc:sldMkLst>
        <pc:spChg chg="mod">
          <ac:chgData name="Priyanka Gurung" userId="9c5b12de17b6c17d" providerId="LiveId" clId="{D25FCF02-0274-4597-B310-AB4635631CFF}" dt="2021-06-03T07:11:54.440" v="615" actId="1076"/>
          <ac:spMkLst>
            <pc:docMk/>
            <pc:sldMk cId="3333479639" sldId="268"/>
            <ac:spMk id="2" creationId="{00000000-0000-0000-0000-000000000000}"/>
          </ac:spMkLst>
        </pc:spChg>
        <pc:spChg chg="del mod">
          <ac:chgData name="Priyanka Gurung" userId="9c5b12de17b6c17d" providerId="LiveId" clId="{D25FCF02-0274-4597-B310-AB4635631CFF}" dt="2021-06-03T07:05:14.991" v="527" actId="1032"/>
          <ac:spMkLst>
            <pc:docMk/>
            <pc:sldMk cId="3333479639" sldId="268"/>
            <ac:spMk id="3" creationId="{00000000-0000-0000-0000-000000000000}"/>
          </ac:spMkLst>
        </pc:spChg>
        <pc:grpChg chg="del">
          <ac:chgData name="Priyanka Gurung" userId="9c5b12de17b6c17d" providerId="LiveId" clId="{D25FCF02-0274-4597-B310-AB4635631CFF}" dt="2021-06-03T07:04:11.476" v="514" actId="478"/>
          <ac:grpSpMkLst>
            <pc:docMk/>
            <pc:sldMk cId="3333479639" sldId="268"/>
            <ac:grpSpMk id="5" creationId="{F678E969-3832-4BE9-9368-B4C16EF929C9}"/>
          </ac:grpSpMkLst>
        </pc:grpChg>
        <pc:graphicFrameChg chg="add mod modGraphic">
          <ac:chgData name="Priyanka Gurung" userId="9c5b12de17b6c17d" providerId="LiveId" clId="{D25FCF02-0274-4597-B310-AB4635631CFF}" dt="2021-06-03T07:11:52.735" v="614" actId="20577"/>
          <ac:graphicFrameMkLst>
            <pc:docMk/>
            <pc:sldMk cId="3333479639" sldId="268"/>
            <ac:graphicFrameMk id="4" creationId="{8AF4D703-24D1-426A-B1DF-4519BB1FAB1A}"/>
          </ac:graphicFrameMkLst>
        </pc:graphicFrameChg>
      </pc:sldChg>
      <pc:sldChg chg="modSp">
        <pc:chgData name="Priyanka Gurung" userId="9c5b12de17b6c17d" providerId="LiveId" clId="{D25FCF02-0274-4597-B310-AB4635631CFF}" dt="2021-06-08T06:05:14.857" v="739" actId="20577"/>
        <pc:sldMkLst>
          <pc:docMk/>
          <pc:sldMk cId="841728484" sldId="283"/>
        </pc:sldMkLst>
        <pc:graphicFrameChg chg="mod">
          <ac:chgData name="Priyanka Gurung" userId="9c5b12de17b6c17d" providerId="LiveId" clId="{D25FCF02-0274-4597-B310-AB4635631CFF}" dt="2021-06-08T06:05:14.857" v="739" actId="20577"/>
          <ac:graphicFrameMkLst>
            <pc:docMk/>
            <pc:sldMk cId="841728484" sldId="283"/>
            <ac:graphicFrameMk id="5" creationId="{95161713-019F-4BD2-846B-2B06ADB7CD59}"/>
          </ac:graphicFrameMkLst>
        </pc:graphicFrameChg>
      </pc:sldChg>
      <pc:sldChg chg="modSp mod">
        <pc:chgData name="Priyanka Gurung" userId="9c5b12de17b6c17d" providerId="LiveId" clId="{D25FCF02-0274-4597-B310-AB4635631CFF}" dt="2021-05-27T10:44:16.113" v="489" actId="14734"/>
        <pc:sldMkLst>
          <pc:docMk/>
          <pc:sldMk cId="419716999" sldId="289"/>
        </pc:sldMkLst>
        <pc:spChg chg="mod">
          <ac:chgData name="Priyanka Gurung" userId="9c5b12de17b6c17d" providerId="LiveId" clId="{D25FCF02-0274-4597-B310-AB4635631CFF}" dt="2021-05-27T10:43:33.900" v="484" actId="1076"/>
          <ac:spMkLst>
            <pc:docMk/>
            <pc:sldMk cId="419716999" sldId="289"/>
            <ac:spMk id="2" creationId="{00000000-0000-0000-0000-000000000000}"/>
          </ac:spMkLst>
        </pc:spChg>
        <pc:graphicFrameChg chg="mod modGraphic">
          <ac:chgData name="Priyanka Gurung" userId="9c5b12de17b6c17d" providerId="LiveId" clId="{D25FCF02-0274-4597-B310-AB4635631CFF}" dt="2021-05-27T10:44:16.113" v="489" actId="14734"/>
          <ac:graphicFrameMkLst>
            <pc:docMk/>
            <pc:sldMk cId="419716999" sldId="289"/>
            <ac:graphicFrameMk id="5" creationId="{00000000-0000-0000-0000-000000000000}"/>
          </ac:graphicFrameMkLst>
        </pc:graphicFrameChg>
      </pc:sldChg>
      <pc:sldChg chg="modSp mod">
        <pc:chgData name="Priyanka Gurung" userId="9c5b12de17b6c17d" providerId="LiveId" clId="{D25FCF02-0274-4597-B310-AB4635631CFF}" dt="2021-05-26T08:25:32.245" v="43" actId="20577"/>
        <pc:sldMkLst>
          <pc:docMk/>
          <pc:sldMk cId="3890576088" sldId="296"/>
        </pc:sldMkLst>
        <pc:graphicFrameChg chg="modGraphic">
          <ac:chgData name="Priyanka Gurung" userId="9c5b12de17b6c17d" providerId="LiveId" clId="{D25FCF02-0274-4597-B310-AB4635631CFF}" dt="2021-05-26T08:25:32.245" v="43" actId="20577"/>
          <ac:graphicFrameMkLst>
            <pc:docMk/>
            <pc:sldMk cId="3890576088" sldId="296"/>
            <ac:graphicFrameMk id="5" creationId="{00000000-0000-0000-0000-000000000000}"/>
          </ac:graphicFrameMkLst>
        </pc:graphicFrameChg>
      </pc:sldChg>
      <pc:sldChg chg="add">
        <pc:chgData name="Priyanka Gurung" userId="9c5b12de17b6c17d" providerId="LiveId" clId="{D25FCF02-0274-4597-B310-AB4635631CFF}" dt="2021-06-03T07:03:21.786" v="502" actId="2890"/>
        <pc:sldMkLst>
          <pc:docMk/>
          <pc:sldMk cId="4186136812" sldId="314"/>
        </pc:sldMkLst>
      </pc:sldChg>
      <pc:sldChg chg="addSp delSp modSp add mod">
        <pc:chgData name="Priyanka Gurung" userId="9c5b12de17b6c17d" providerId="LiveId" clId="{D25FCF02-0274-4597-B310-AB4635631CFF}" dt="2021-06-08T05:01:20.202" v="720"/>
        <pc:sldMkLst>
          <pc:docMk/>
          <pc:sldMk cId="3948884088" sldId="315"/>
        </pc:sldMkLst>
        <pc:spChg chg="mod">
          <ac:chgData name="Priyanka Gurung" userId="9c5b12de17b6c17d" providerId="LiveId" clId="{D25FCF02-0274-4597-B310-AB4635631CFF}" dt="2021-06-03T08:46:59.272" v="619" actId="20577"/>
          <ac:spMkLst>
            <pc:docMk/>
            <pc:sldMk cId="3948884088" sldId="315"/>
            <ac:spMk id="2" creationId="{00000000-0000-0000-0000-000000000000}"/>
          </ac:spMkLst>
        </pc:spChg>
        <pc:spChg chg="add del mod">
          <ac:chgData name="Priyanka Gurung" userId="9c5b12de17b6c17d" providerId="LiveId" clId="{D25FCF02-0274-4597-B310-AB4635631CFF}" dt="2021-06-03T08:47:17.831" v="622" actId="478"/>
          <ac:spMkLst>
            <pc:docMk/>
            <pc:sldMk cId="3948884088" sldId="315"/>
            <ac:spMk id="5" creationId="{6C5ABBB8-6A8F-4988-B45E-96B4B2E7AEF0}"/>
          </ac:spMkLst>
        </pc:spChg>
        <pc:graphicFrameChg chg="add del mod">
          <ac:chgData name="Priyanka Gurung" userId="9c5b12de17b6c17d" providerId="LiveId" clId="{D25FCF02-0274-4597-B310-AB4635631CFF}" dt="2021-06-08T05:01:20.202" v="720"/>
          <ac:graphicFrameMkLst>
            <pc:docMk/>
            <pc:sldMk cId="3948884088" sldId="315"/>
            <ac:graphicFrameMk id="4" creationId="{8AF4D703-24D1-426A-B1DF-4519BB1FAB1A}"/>
          </ac:graphicFrameMkLst>
        </pc:graphicFrameChg>
      </pc:sldChg>
      <pc:sldChg chg="modSp add mod">
        <pc:chgData name="Priyanka Gurung" userId="9c5b12de17b6c17d" providerId="LiveId" clId="{D25FCF02-0274-4597-B310-AB4635631CFF}" dt="2021-06-03T09:07:58.498" v="651" actId="14100"/>
        <pc:sldMkLst>
          <pc:docMk/>
          <pc:sldMk cId="1880150835" sldId="316"/>
        </pc:sldMkLst>
        <pc:spChg chg="mod">
          <ac:chgData name="Priyanka Gurung" userId="9c5b12de17b6c17d" providerId="LiveId" clId="{D25FCF02-0274-4597-B310-AB4635631CFF}" dt="2021-06-03T08:55:28.611" v="646" actId="20577"/>
          <ac:spMkLst>
            <pc:docMk/>
            <pc:sldMk cId="1880150835" sldId="316"/>
            <ac:spMk id="2" creationId="{00000000-0000-0000-0000-000000000000}"/>
          </ac:spMkLst>
        </pc:spChg>
        <pc:spChg chg="mod">
          <ac:chgData name="Priyanka Gurung" userId="9c5b12de17b6c17d" providerId="LiveId" clId="{D25FCF02-0274-4597-B310-AB4635631CFF}" dt="2021-06-03T09:07:58.498" v="651" actId="14100"/>
          <ac:spMkLst>
            <pc:docMk/>
            <pc:sldMk cId="1880150835" sldId="316"/>
            <ac:spMk id="10" creationId="{AF1A2A8F-3C2E-4F02-8B4A-79FCBAE212C4}"/>
          </ac:spMkLst>
        </pc:spChg>
        <pc:spChg chg="mod">
          <ac:chgData name="Priyanka Gurung" userId="9c5b12de17b6c17d" providerId="LiveId" clId="{D25FCF02-0274-4597-B310-AB4635631CFF}" dt="2021-06-03T09:07:50.485" v="649" actId="14100"/>
          <ac:spMkLst>
            <pc:docMk/>
            <pc:sldMk cId="1880150835" sldId="316"/>
            <ac:spMk id="11" creationId="{CA2A772D-AB8A-400F-99AC-01E53FC7D715}"/>
          </ac:spMkLst>
        </pc:spChg>
      </pc:sldChg>
      <pc:sldChg chg="modSp add mod">
        <pc:chgData name="Priyanka Gurung" userId="9c5b12de17b6c17d" providerId="LiveId" clId="{D25FCF02-0274-4597-B310-AB4635631CFF}" dt="2021-06-03T09:12:06.231" v="680" actId="20577"/>
        <pc:sldMkLst>
          <pc:docMk/>
          <pc:sldMk cId="3980979128" sldId="317"/>
        </pc:sldMkLst>
        <pc:spChg chg="mod">
          <ac:chgData name="Priyanka Gurung" userId="9c5b12de17b6c17d" providerId="LiveId" clId="{D25FCF02-0274-4597-B310-AB4635631CFF}" dt="2021-06-03T09:12:06.231" v="680" actId="20577"/>
          <ac:spMkLst>
            <pc:docMk/>
            <pc:sldMk cId="3980979128" sldId="317"/>
            <ac:spMk id="2" creationId="{1F4606D0-AE6E-4095-A88A-FC72DDB05B19}"/>
          </ac:spMkLst>
        </pc:spChg>
        <pc:spChg chg="mod">
          <ac:chgData name="Priyanka Gurung" userId="9c5b12de17b6c17d" providerId="LiveId" clId="{D25FCF02-0274-4597-B310-AB4635631CFF}" dt="2021-06-03T09:09:21.188" v="656" actId="14100"/>
          <ac:spMkLst>
            <pc:docMk/>
            <pc:sldMk cId="3980979128" sldId="317"/>
            <ac:spMk id="8" creationId="{DB93BB70-B3CD-447D-9000-D8AD7FA5076B}"/>
          </ac:spMkLst>
        </pc:spChg>
        <pc:spChg chg="mod">
          <ac:chgData name="Priyanka Gurung" userId="9c5b12de17b6c17d" providerId="LiveId" clId="{D25FCF02-0274-4597-B310-AB4635631CFF}" dt="2021-06-03T09:11:42.766" v="676" actId="1076"/>
          <ac:spMkLst>
            <pc:docMk/>
            <pc:sldMk cId="3980979128" sldId="317"/>
            <ac:spMk id="9" creationId="{EABA60E1-AF48-4123-ACC9-62AF8D349C77}"/>
          </ac:spMkLst>
        </pc:spChg>
      </pc:sldChg>
      <pc:sldChg chg="modSp add mod">
        <pc:chgData name="Priyanka Gurung" userId="9c5b12de17b6c17d" providerId="LiveId" clId="{D25FCF02-0274-4597-B310-AB4635631CFF}" dt="2021-06-03T09:14:19.622" v="701" actId="1076"/>
        <pc:sldMkLst>
          <pc:docMk/>
          <pc:sldMk cId="57346370" sldId="318"/>
        </pc:sldMkLst>
        <pc:spChg chg="mod">
          <ac:chgData name="Priyanka Gurung" userId="9c5b12de17b6c17d" providerId="LiveId" clId="{D25FCF02-0274-4597-B310-AB4635631CFF}" dt="2021-06-03T09:14:19.622" v="701" actId="1076"/>
          <ac:spMkLst>
            <pc:docMk/>
            <pc:sldMk cId="57346370" sldId="318"/>
            <ac:spMk id="2" creationId="{D6DA396E-DA00-4F61-BB74-C3990AC29299}"/>
          </ac:spMkLst>
        </pc:spChg>
        <pc:spChg chg="mod">
          <ac:chgData name="Priyanka Gurung" userId="9c5b12de17b6c17d" providerId="LiveId" clId="{D25FCF02-0274-4597-B310-AB4635631CFF}" dt="2021-06-03T09:13:44.310" v="694" actId="14100"/>
          <ac:spMkLst>
            <pc:docMk/>
            <pc:sldMk cId="57346370" sldId="318"/>
            <ac:spMk id="5" creationId="{CF2E5C32-A6D4-4683-A07B-03A9E4223D92}"/>
          </ac:spMkLst>
        </pc:spChg>
        <pc:spChg chg="mod">
          <ac:chgData name="Priyanka Gurung" userId="9c5b12de17b6c17d" providerId="LiveId" clId="{D25FCF02-0274-4597-B310-AB4635631CFF}" dt="2021-06-03T09:14:16.562" v="700" actId="14100"/>
          <ac:spMkLst>
            <pc:docMk/>
            <pc:sldMk cId="57346370" sldId="318"/>
            <ac:spMk id="6" creationId="{B548BBE0-B5A0-4127-91A4-5D2E0BF71EEF}"/>
          </ac:spMkLst>
        </pc:spChg>
      </pc:sldChg>
      <pc:sldChg chg="modSp add mod">
        <pc:chgData name="Priyanka Gurung" userId="9c5b12de17b6c17d" providerId="LiveId" clId="{D25FCF02-0274-4597-B310-AB4635631CFF}" dt="2021-06-03T09:19:26.897" v="714"/>
        <pc:sldMkLst>
          <pc:docMk/>
          <pc:sldMk cId="2414779878" sldId="319"/>
        </pc:sldMkLst>
        <pc:spChg chg="mod">
          <ac:chgData name="Priyanka Gurung" userId="9c5b12de17b6c17d" providerId="LiveId" clId="{D25FCF02-0274-4597-B310-AB4635631CFF}" dt="2021-06-03T09:15:02.231" v="703" actId="20577"/>
          <ac:spMkLst>
            <pc:docMk/>
            <pc:sldMk cId="2414779878" sldId="319"/>
            <ac:spMk id="2" creationId="{3E4B9F69-5E41-4C4A-8BDB-7724030E477C}"/>
          </ac:spMkLst>
        </pc:spChg>
        <pc:graphicFrameChg chg="mod">
          <ac:chgData name="Priyanka Gurung" userId="9c5b12de17b6c17d" providerId="LiveId" clId="{D25FCF02-0274-4597-B310-AB4635631CFF}" dt="2021-06-03T09:19:26.897" v="714"/>
          <ac:graphicFrameMkLst>
            <pc:docMk/>
            <pc:sldMk cId="2414779878" sldId="319"/>
            <ac:graphicFrameMk id="5" creationId="{CC3BBA09-BA74-4852-A890-DF58437552B7}"/>
          </ac:graphicFrameMkLst>
        </pc:graphicFrameChg>
      </pc:sldChg>
      <pc:sldChg chg="modSp add mod ord">
        <pc:chgData name="Priyanka Gurung" userId="9c5b12de17b6c17d" providerId="LiveId" clId="{D25FCF02-0274-4597-B310-AB4635631CFF}" dt="2021-06-08T06:12:21.994" v="774" actId="20577"/>
        <pc:sldMkLst>
          <pc:docMk/>
          <pc:sldMk cId="2035877006" sldId="320"/>
        </pc:sldMkLst>
        <pc:spChg chg="mod">
          <ac:chgData name="Priyanka Gurung" userId="9c5b12de17b6c17d" providerId="LiveId" clId="{D25FCF02-0274-4597-B310-AB4635631CFF}" dt="2021-06-03T10:45:50.151" v="717" actId="20577"/>
          <ac:spMkLst>
            <pc:docMk/>
            <pc:sldMk cId="2035877006" sldId="320"/>
            <ac:spMk id="2" creationId="{AFEEB885-0541-4E93-9BF0-8304936362AC}"/>
          </ac:spMkLst>
        </pc:spChg>
        <pc:graphicFrameChg chg="mod">
          <ac:chgData name="Priyanka Gurung" userId="9c5b12de17b6c17d" providerId="LiveId" clId="{D25FCF02-0274-4597-B310-AB4635631CFF}" dt="2021-06-08T06:12:21.994" v="774" actId="20577"/>
          <ac:graphicFrameMkLst>
            <pc:docMk/>
            <pc:sldMk cId="2035877006" sldId="320"/>
            <ac:graphicFrameMk id="4" creationId="{046AD70E-86B6-4FB7-9190-63927484AA06}"/>
          </ac:graphicFrameMkLst>
        </pc:graphicFrameChg>
      </pc:sldChg>
      <pc:sldChg chg="add del">
        <pc:chgData name="Priyanka Gurung" userId="9c5b12de17b6c17d" providerId="LiveId" clId="{D25FCF02-0274-4597-B310-AB4635631CFF}" dt="2021-06-08T06:07:57.491" v="740" actId="47"/>
        <pc:sldMkLst>
          <pc:docMk/>
          <pc:sldMk cId="1894658006" sldId="321"/>
        </pc:sldMkLst>
      </pc:sldChg>
      <pc:sldChg chg="modSp add ord">
        <pc:chgData name="Priyanka Gurung" userId="9c5b12de17b6c17d" providerId="LiveId" clId="{D25FCF02-0274-4597-B310-AB4635631CFF}" dt="2021-06-08T06:11:05.478" v="773" actId="20577"/>
        <pc:sldMkLst>
          <pc:docMk/>
          <pc:sldMk cId="3247055070" sldId="321"/>
        </pc:sldMkLst>
        <pc:graphicFrameChg chg="mod">
          <ac:chgData name="Priyanka Gurung" userId="9c5b12de17b6c17d" providerId="LiveId" clId="{D25FCF02-0274-4597-B310-AB4635631CFF}" dt="2021-06-08T06:11:05.478" v="773" actId="20577"/>
          <ac:graphicFrameMkLst>
            <pc:docMk/>
            <pc:sldMk cId="3247055070" sldId="321"/>
            <ac:graphicFrameMk id="7" creationId="{BFA282B9-3733-437C-B1FF-9CF38A239D17}"/>
          </ac:graphicFrameMkLst>
        </pc:graphicFrameChg>
      </pc:sldChg>
      <pc:sldChg chg="add ord">
        <pc:chgData name="Priyanka Gurung" userId="9c5b12de17b6c17d" providerId="LiveId" clId="{D25FCF02-0274-4597-B310-AB4635631CFF}" dt="2021-06-08T06:10:03.464" v="748"/>
        <pc:sldMkLst>
          <pc:docMk/>
          <pc:sldMk cId="2542356150"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09A1FB-A6B9-439F-ADA5-0B7138BD27C7}" type="datetimeFigureOut">
              <a:rPr lang="en-US" smtClean="0"/>
              <a:pPr/>
              <a:t>8/8/2025</a:t>
            </a:fld>
            <a:endParaRPr lang="en-US"/>
          </a:p>
        </p:txBody>
      </p:sp>
      <p:sp>
        <p:nvSpPr>
          <p:cNvPr id="4" name="Slide Image Placeholder 3"/>
          <p:cNvSpPr>
            <a:spLocks noGrp="1" noRot="1" noChangeAspect="1"/>
          </p:cNvSpPr>
          <p:nvPr>
            <p:ph type="sldImg" idx="2"/>
          </p:nvPr>
        </p:nvSpPr>
        <p:spPr>
          <a:xfrm>
            <a:off x="514350" y="685800"/>
            <a:ext cx="58293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483CDB-D3DD-4E96-AB9E-A70ABDA3AA69}" type="slidenum">
              <a:rPr lang="en-US" smtClean="0"/>
              <a:pPr/>
              <a:t>‹#›</a:t>
            </a:fld>
            <a:endParaRPr lang="en-US"/>
          </a:p>
        </p:txBody>
      </p:sp>
    </p:spTree>
    <p:extLst>
      <p:ext uri="{BB962C8B-B14F-4D97-AF65-F5344CB8AC3E}">
        <p14:creationId xmlns:p14="http://schemas.microsoft.com/office/powerpoint/2010/main" val="201413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(Basic)</a:t>
            </a:r>
            <a:endParaRPr/>
          </a:p>
          <a:p>
            <a:pPr marL="0" lvl="0" indent="0" algn="l" rtl="0">
              <a:spcBef>
                <a:spcPts val="0"/>
              </a:spcBef>
              <a:spcAft>
                <a:spcPts val="0"/>
              </a:spcAft>
              <a:buNone/>
            </a:pPr>
            <a:r>
              <a:rPr lang="en-US"/>
              <a:t>Pipe P fills the tank in 3 hours</a:t>
            </a:r>
            <a:endParaRPr/>
          </a:p>
          <a:p>
            <a:pPr marL="0" marR="0" lvl="0" indent="0" algn="l" rtl="0">
              <a:lnSpc>
                <a:spcPct val="100000"/>
              </a:lnSpc>
              <a:spcBef>
                <a:spcPts val="0"/>
              </a:spcBef>
              <a:spcAft>
                <a:spcPts val="0"/>
              </a:spcAft>
              <a:buClr>
                <a:schemeClr val="dk1"/>
              </a:buClr>
              <a:buSzPts val="1200"/>
              <a:buFont typeface="Calibri"/>
              <a:buNone/>
            </a:pPr>
            <a:r>
              <a:rPr lang="en-US"/>
              <a:t>Pipe Q fills the tank in 5 hours</a:t>
            </a:r>
            <a:endParaRPr/>
          </a:p>
          <a:p>
            <a:pPr marL="0" marR="0" lvl="0" indent="0" algn="l" rtl="0">
              <a:lnSpc>
                <a:spcPct val="100000"/>
              </a:lnSpc>
              <a:spcBef>
                <a:spcPts val="0"/>
              </a:spcBef>
              <a:spcAft>
                <a:spcPts val="0"/>
              </a:spcAft>
              <a:buClr>
                <a:schemeClr val="dk1"/>
              </a:buClr>
              <a:buSzPts val="1200"/>
              <a:buFont typeface="Calibri"/>
              <a:buNone/>
            </a:pPr>
            <a:r>
              <a:rPr lang="en-US"/>
              <a:t>Pipe R fills the tank in 6 hours</a:t>
            </a:r>
            <a:endParaRPr/>
          </a:p>
          <a:p>
            <a:pPr marL="0" marR="0" lvl="0" indent="0" algn="l" rtl="0">
              <a:lnSpc>
                <a:spcPct val="100000"/>
              </a:lnSpc>
              <a:spcBef>
                <a:spcPts val="0"/>
              </a:spcBef>
              <a:spcAft>
                <a:spcPts val="0"/>
              </a:spcAft>
              <a:buClr>
                <a:schemeClr val="dk1"/>
              </a:buClr>
              <a:buSzPts val="1200"/>
              <a:buFont typeface="Calibri"/>
              <a:buNone/>
            </a:pPr>
            <a:r>
              <a:rPr lang="en-US"/>
              <a:t>Pipe S fills the tank in 10 hours</a:t>
            </a:r>
            <a:endParaRPr/>
          </a:p>
          <a:p>
            <a:pPr marL="0" lvl="0" indent="0" algn="l" rtl="0">
              <a:spcBef>
                <a:spcPts val="0"/>
              </a:spcBef>
              <a:spcAft>
                <a:spcPts val="0"/>
              </a:spcAft>
              <a:buNone/>
            </a:pPr>
            <a:r>
              <a:rPr lang="en-US"/>
              <a:t>Let the tank capacity as the LCM of 3,5,6,10 = 30lts</a:t>
            </a:r>
            <a:endParaRPr/>
          </a:p>
          <a:p>
            <a:pPr marL="0" lvl="0" indent="0" algn="l" rtl="0">
              <a:spcBef>
                <a:spcPts val="0"/>
              </a:spcBef>
              <a:spcAft>
                <a:spcPts val="0"/>
              </a:spcAft>
              <a:buNone/>
            </a:pPr>
            <a:r>
              <a:rPr lang="en-US"/>
              <a:t>Hence the efficiencies of </a:t>
            </a:r>
            <a:endParaRPr/>
          </a:p>
          <a:p>
            <a:pPr marL="0" lvl="0" indent="0" algn="l" rtl="0">
              <a:spcBef>
                <a:spcPts val="0"/>
              </a:spcBef>
              <a:spcAft>
                <a:spcPts val="0"/>
              </a:spcAft>
              <a:buNone/>
            </a:pPr>
            <a:r>
              <a:rPr lang="en-US"/>
              <a:t>Pipe P= 10ltrs/hour</a:t>
            </a:r>
            <a:endParaRPr/>
          </a:p>
          <a:p>
            <a:pPr marL="0" lvl="0" indent="0" algn="l" rtl="0">
              <a:spcBef>
                <a:spcPts val="0"/>
              </a:spcBef>
              <a:spcAft>
                <a:spcPts val="0"/>
              </a:spcAft>
              <a:buNone/>
            </a:pPr>
            <a:r>
              <a:rPr lang="en-US"/>
              <a:t>Pipe Q= 6ltrs/hour</a:t>
            </a:r>
            <a:endParaRPr/>
          </a:p>
          <a:p>
            <a:pPr marL="0" lvl="0" indent="0" algn="l" rtl="0">
              <a:spcBef>
                <a:spcPts val="0"/>
              </a:spcBef>
              <a:spcAft>
                <a:spcPts val="0"/>
              </a:spcAft>
              <a:buNone/>
            </a:pPr>
            <a:r>
              <a:rPr lang="en-US"/>
              <a:t>Pipe R= 5ltrs/hour</a:t>
            </a:r>
            <a:endParaRPr/>
          </a:p>
          <a:p>
            <a:pPr marL="0" lvl="0" indent="0" algn="l" rtl="0">
              <a:spcBef>
                <a:spcPts val="0"/>
              </a:spcBef>
              <a:spcAft>
                <a:spcPts val="0"/>
              </a:spcAft>
              <a:buNone/>
            </a:pPr>
            <a:r>
              <a:rPr lang="en-US"/>
              <a:t>Pipe S= 3ltrs/hour </a:t>
            </a:r>
            <a:endParaRPr/>
          </a:p>
          <a:p>
            <a:pPr marL="0" lvl="0" indent="0" algn="l" rtl="0">
              <a:spcBef>
                <a:spcPts val="0"/>
              </a:spcBef>
              <a:spcAft>
                <a:spcPts val="0"/>
              </a:spcAft>
              <a:buNone/>
            </a:pPr>
            <a:r>
              <a:rPr lang="en-US"/>
              <a:t>Combined efficiency = 24lts/hour</a:t>
            </a:r>
            <a:endParaRPr/>
          </a:p>
          <a:p>
            <a:pPr marL="0" lvl="0" indent="0" algn="l" rtl="0">
              <a:spcBef>
                <a:spcPts val="0"/>
              </a:spcBef>
              <a:spcAft>
                <a:spcPts val="0"/>
              </a:spcAft>
              <a:buNone/>
            </a:pPr>
            <a:r>
              <a:rPr lang="en-US"/>
              <a:t>Therefore time taken by all pipes together is 30/24=1.25hours</a:t>
            </a:r>
            <a:endParaRPr/>
          </a:p>
          <a:p>
            <a:pPr marL="0" lvl="0" indent="0" algn="l" rtl="0">
              <a:spcBef>
                <a:spcPts val="0"/>
              </a:spcBef>
              <a:spcAft>
                <a:spcPts val="0"/>
              </a:spcAft>
              <a:buNone/>
            </a:pPr>
            <a:r>
              <a:rPr lang="en-US"/>
              <a:t>Or 1hour 15 mins</a:t>
            </a:r>
            <a:endParaRPr/>
          </a:p>
        </p:txBody>
      </p:sp>
      <p:sp>
        <p:nvSpPr>
          <p:cNvPr id="95" name="Google Shape;9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(Basic)</a:t>
            </a:r>
            <a:endParaRPr/>
          </a:p>
          <a:p>
            <a:pPr marL="0" lvl="0" indent="0" algn="l" rtl="0">
              <a:spcBef>
                <a:spcPts val="0"/>
              </a:spcBef>
              <a:spcAft>
                <a:spcPts val="0"/>
              </a:spcAft>
              <a:buNone/>
            </a:pPr>
            <a:r>
              <a:rPr lang="en-US" sz="1800" b="0" i="0" u="none" strike="noStrike">
                <a:solidFill>
                  <a:srgbClr val="000000"/>
                </a:solidFill>
                <a:latin typeface="Georgia"/>
                <a:ea typeface="Georgia"/>
                <a:cs typeface="Georgia"/>
                <a:sym typeface="Georgia"/>
              </a:rPr>
              <a:t>B </a:t>
            </a:r>
            <a:r>
              <a:rPr lang="en-US" sz="1800" b="0" i="0" u="none" strike="noStrike">
                <a:solidFill>
                  <a:srgbClr val="000000"/>
                </a:solidFill>
                <a:latin typeface="Times New Roman"/>
                <a:ea typeface="Times New Roman"/>
                <a:cs typeface="Times New Roman"/>
                <a:sym typeface="Times New Roman"/>
              </a:rPr>
              <a:t>→ </a:t>
            </a:r>
            <a:r>
              <a:rPr lang="en-US" sz="1800" b="0" i="0" u="none" strike="noStrike">
                <a:solidFill>
                  <a:srgbClr val="000000"/>
                </a:solidFill>
                <a:latin typeface="Georgia"/>
                <a:ea typeface="Georgia"/>
                <a:cs typeface="Georgia"/>
                <a:sym typeface="Georgia"/>
              </a:rPr>
              <a:t>Time Taken = 24 Mins </a:t>
            </a:r>
            <a:r>
              <a:rPr lang="en-US" sz="1800" b="0" i="0" u="none" strike="noStrike">
                <a:solidFill>
                  <a:srgbClr val="000000"/>
                </a:solidFill>
                <a:latin typeface="Times New Roman"/>
                <a:ea typeface="Times New Roman"/>
                <a:cs typeface="Times New Roman"/>
                <a:sym typeface="Times New Roman"/>
              </a:rPr>
              <a:t>→ </a:t>
            </a:r>
            <a:r>
              <a:rPr lang="en-US" sz="1800" b="0" i="0" u="none" strike="noStrike">
                <a:solidFill>
                  <a:srgbClr val="000000"/>
                </a:solidFill>
                <a:latin typeface="Georgia"/>
                <a:ea typeface="Georgia"/>
                <a:cs typeface="Georgia"/>
                <a:sym typeface="Georgia"/>
              </a:rPr>
              <a:t>Efficiency = ‘x’ (x=1/24) </a:t>
            </a:r>
            <a:endParaRPr/>
          </a:p>
          <a:p>
            <a:pPr marL="0" lvl="0" indent="0" algn="l" rtl="0">
              <a:spcBef>
                <a:spcPts val="0"/>
              </a:spcBef>
              <a:spcAft>
                <a:spcPts val="0"/>
              </a:spcAft>
              <a:buNone/>
            </a:pPr>
            <a:r>
              <a:rPr lang="en-US" sz="1800" b="0" i="0" u="none" strike="noStrike">
                <a:solidFill>
                  <a:srgbClr val="000000"/>
                </a:solidFill>
                <a:latin typeface="Georgia"/>
                <a:ea typeface="Georgia"/>
                <a:cs typeface="Georgia"/>
                <a:sym typeface="Georgia"/>
              </a:rPr>
              <a:t>A </a:t>
            </a:r>
            <a:r>
              <a:rPr lang="en-US" sz="1800" b="0" i="0" u="none" strike="noStrike">
                <a:solidFill>
                  <a:srgbClr val="000000"/>
                </a:solidFill>
                <a:latin typeface="Times New Roman"/>
                <a:ea typeface="Times New Roman"/>
                <a:cs typeface="Times New Roman"/>
                <a:sym typeface="Times New Roman"/>
              </a:rPr>
              <a:t>→ </a:t>
            </a:r>
            <a:r>
              <a:rPr lang="en-US" sz="1800" b="0" i="0" u="none" strike="noStrike">
                <a:solidFill>
                  <a:srgbClr val="000000"/>
                </a:solidFill>
                <a:latin typeface="Georgia"/>
                <a:ea typeface="Georgia"/>
                <a:cs typeface="Georgia"/>
                <a:sym typeface="Georgia"/>
              </a:rPr>
              <a:t>Time Taken = 12 Mins </a:t>
            </a:r>
            <a:r>
              <a:rPr lang="en-US" sz="1800" b="0" i="0" u="none" strike="noStrike">
                <a:solidFill>
                  <a:srgbClr val="000000"/>
                </a:solidFill>
                <a:latin typeface="Times New Roman"/>
                <a:ea typeface="Times New Roman"/>
                <a:cs typeface="Times New Roman"/>
                <a:sym typeface="Times New Roman"/>
              </a:rPr>
              <a:t>→ </a:t>
            </a:r>
            <a:r>
              <a:rPr lang="en-US" sz="1800" b="0" i="0" u="none" strike="noStrike">
                <a:solidFill>
                  <a:srgbClr val="000000"/>
                </a:solidFill>
                <a:latin typeface="Georgia"/>
                <a:ea typeface="Georgia"/>
                <a:cs typeface="Georgia"/>
                <a:sym typeface="Georgia"/>
              </a:rPr>
              <a:t>Efficiency = 2x </a:t>
            </a:r>
            <a:endParaRPr/>
          </a:p>
          <a:p>
            <a:pPr marL="0" lvl="0" indent="0" algn="l" rtl="0">
              <a:spcBef>
                <a:spcPts val="0"/>
              </a:spcBef>
              <a:spcAft>
                <a:spcPts val="0"/>
              </a:spcAft>
              <a:buNone/>
            </a:pPr>
            <a:r>
              <a:rPr lang="en-US" sz="1800" b="0" i="0" u="none" strike="noStrike">
                <a:solidFill>
                  <a:srgbClr val="000000"/>
                </a:solidFill>
                <a:latin typeface="Georgia"/>
                <a:ea typeface="Georgia"/>
                <a:cs typeface="Georgia"/>
                <a:sym typeface="Georgia"/>
              </a:rPr>
              <a:t>Total Efficiency = 3x </a:t>
            </a:r>
            <a:endParaRPr/>
          </a:p>
          <a:p>
            <a:pPr marL="0" lvl="0" indent="0" algn="l" rtl="0">
              <a:spcBef>
                <a:spcPts val="0"/>
              </a:spcBef>
              <a:spcAft>
                <a:spcPts val="0"/>
              </a:spcAft>
              <a:buNone/>
            </a:pPr>
            <a:r>
              <a:rPr lang="en-US" sz="1800" b="0" i="0" u="none" strike="noStrike">
                <a:solidFill>
                  <a:srgbClr val="000000"/>
                </a:solidFill>
                <a:latin typeface="Georgia"/>
                <a:ea typeface="Georgia"/>
                <a:cs typeface="Georgia"/>
                <a:sym typeface="Georgia"/>
              </a:rPr>
              <a:t>Work Done = Efficiency × Time </a:t>
            </a:r>
            <a:endParaRPr/>
          </a:p>
          <a:p>
            <a:pPr marL="0" lvl="0" indent="0" algn="l" rtl="0">
              <a:spcBef>
                <a:spcPts val="0"/>
              </a:spcBef>
              <a:spcAft>
                <a:spcPts val="0"/>
              </a:spcAft>
              <a:buNone/>
            </a:pPr>
            <a:r>
              <a:rPr lang="en-US" sz="1800" b="0" i="0" u="none" strike="noStrike">
                <a:solidFill>
                  <a:srgbClr val="000000"/>
                </a:solidFill>
                <a:latin typeface="Cambria Math"/>
                <a:ea typeface="Cambria Math"/>
                <a:cs typeface="Cambria Math"/>
                <a:sym typeface="Cambria Math"/>
              </a:rPr>
              <a:t>∴ </a:t>
            </a:r>
            <a:r>
              <a:rPr lang="en-US" sz="1800" b="0" i="0" u="none" strike="noStrike">
                <a:solidFill>
                  <a:srgbClr val="000000"/>
                </a:solidFill>
                <a:latin typeface="Georgia"/>
                <a:ea typeface="Georgia"/>
                <a:cs typeface="Georgia"/>
                <a:sym typeface="Georgia"/>
              </a:rPr>
              <a:t>Work Done by End of 1st 2 minutes = 3x × 2 = 6x </a:t>
            </a:r>
            <a:endParaRPr/>
          </a:p>
          <a:p>
            <a:pPr marL="0" lvl="0" indent="0" algn="l" rtl="0">
              <a:spcBef>
                <a:spcPts val="0"/>
              </a:spcBef>
              <a:spcAft>
                <a:spcPts val="0"/>
              </a:spcAft>
              <a:buNone/>
            </a:pPr>
            <a:r>
              <a:rPr lang="en-US" sz="1800" b="0" i="0" u="none" strike="noStrike">
                <a:solidFill>
                  <a:srgbClr val="000000"/>
                </a:solidFill>
                <a:latin typeface="Cambria Math"/>
                <a:ea typeface="Cambria Math"/>
                <a:cs typeface="Cambria Math"/>
                <a:sym typeface="Cambria Math"/>
              </a:rPr>
              <a:t>∴ </a:t>
            </a:r>
            <a:r>
              <a:rPr lang="en-US" sz="1800" b="0" i="0" u="none" strike="noStrike">
                <a:solidFill>
                  <a:srgbClr val="000000"/>
                </a:solidFill>
                <a:latin typeface="Georgia"/>
                <a:ea typeface="Georgia"/>
                <a:cs typeface="Georgia"/>
                <a:sym typeface="Georgia"/>
              </a:rPr>
              <a:t>Work Remaining = 1 – 6x This work is done by B alone at efficiency ‘x’.</a:t>
            </a:r>
            <a:endParaRPr/>
          </a:p>
          <a:p>
            <a:pPr marL="0" lvl="0" indent="0" algn="l" rtl="0">
              <a:spcBef>
                <a:spcPts val="0"/>
              </a:spcBef>
              <a:spcAft>
                <a:spcPts val="0"/>
              </a:spcAft>
              <a:buNone/>
            </a:pPr>
            <a:r>
              <a:rPr lang="en-US" sz="1800" b="0" i="0" u="none" strike="noStrike">
                <a:solidFill>
                  <a:srgbClr val="000000"/>
                </a:solidFill>
                <a:latin typeface="Georgia"/>
                <a:ea typeface="Georgia"/>
                <a:cs typeface="Georgia"/>
                <a:sym typeface="Georgia"/>
              </a:rPr>
              <a:t>So time further taken by B = (1-6x)/x = 1/x – 6 = 24 – 6 = 18 minutes. </a:t>
            </a:r>
            <a:endParaRPr/>
          </a:p>
        </p:txBody>
      </p:sp>
      <p:sp>
        <p:nvSpPr>
          <p:cNvPr id="105" name="Google Shape;10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Option D (Basic)</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Pipe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Time Taken = 5 hours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Efficiency = ‘x’ (x=1/5)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Hole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Time Taken = 6 hours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Efficiency = 5x/6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Efficiency up to midpoint = x,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After midpoint = x – 5x/6 = x/6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Work Done = Efficiency × Time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Work done up to midpoint = ½ = x × t1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t1 = 0.5/x </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Work done after the midpoint = ½ = x/6 × t2 </a:t>
            </a:r>
            <a:r>
              <a:rPr lang="en-US" sz="1800" b="0" i="0" u="none" strike="noStrike" dirty="0">
                <a:solidFill>
                  <a:srgbClr val="000000"/>
                </a:solidFill>
                <a:latin typeface="Times New Roman"/>
                <a:ea typeface="Times New Roman"/>
                <a:cs typeface="Times New Roman"/>
                <a:sym typeface="Times New Roman"/>
              </a:rPr>
              <a:t>→ </a:t>
            </a:r>
            <a:r>
              <a:rPr lang="en-US" sz="1800" b="0" i="0" u="none" strike="noStrike" dirty="0">
                <a:solidFill>
                  <a:srgbClr val="000000"/>
                </a:solidFill>
                <a:latin typeface="Georgia"/>
                <a:ea typeface="Georgia"/>
                <a:cs typeface="Georgia"/>
                <a:sym typeface="Georgia"/>
              </a:rPr>
              <a:t>t2 = 3/x</a:t>
            </a:r>
            <a:endParaRPr dirty="0"/>
          </a:p>
          <a:p>
            <a:pPr marL="0" lvl="0" indent="0" algn="l" rtl="0">
              <a:spcBef>
                <a:spcPts val="0"/>
              </a:spcBef>
              <a:spcAft>
                <a:spcPts val="0"/>
              </a:spcAft>
              <a:buNone/>
            </a:pPr>
            <a:r>
              <a:rPr lang="en-US" sz="1800" b="0" i="0" u="none" strike="noStrike" dirty="0">
                <a:solidFill>
                  <a:srgbClr val="000000"/>
                </a:solidFill>
                <a:latin typeface="Georgia"/>
                <a:ea typeface="Georgia"/>
                <a:cs typeface="Georgia"/>
                <a:sym typeface="Georgia"/>
              </a:rPr>
              <a:t> Total time taken = t1 + t2 = 0.5/x + 3/x = 17.5 hours </a:t>
            </a:r>
            <a:endParaRPr dirty="0"/>
          </a:p>
        </p:txBody>
      </p:sp>
      <p:sp>
        <p:nvSpPr>
          <p:cNvPr id="115" name="Google Shape;11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(Basic)</a:t>
            </a:r>
            <a:endParaRPr/>
          </a:p>
          <a:p>
            <a:pPr marL="0" lvl="0" indent="0" algn="l" rtl="0">
              <a:spcBef>
                <a:spcPts val="0"/>
              </a:spcBef>
              <a:spcAft>
                <a:spcPts val="0"/>
              </a:spcAft>
              <a:buNone/>
            </a:pPr>
            <a:r>
              <a:rPr lang="en-US"/>
              <a:t>Pipe 1 fills the tank in 10 hours</a:t>
            </a:r>
            <a:endParaRPr/>
          </a:p>
          <a:p>
            <a:pPr marL="0" marR="0" lvl="0" indent="0" algn="l" rtl="0">
              <a:lnSpc>
                <a:spcPct val="100000"/>
              </a:lnSpc>
              <a:spcBef>
                <a:spcPts val="0"/>
              </a:spcBef>
              <a:spcAft>
                <a:spcPts val="0"/>
              </a:spcAft>
              <a:buClr>
                <a:schemeClr val="dk1"/>
              </a:buClr>
              <a:buSzPts val="1200"/>
              <a:buFont typeface="Calibri"/>
              <a:buNone/>
            </a:pPr>
            <a:r>
              <a:rPr lang="en-US"/>
              <a:t>Pipe 2 fills the tank in 15 hours</a:t>
            </a:r>
            <a:endParaRPr/>
          </a:p>
          <a:p>
            <a:pPr marL="0" marR="0" lvl="0" indent="0" algn="l" rtl="0">
              <a:lnSpc>
                <a:spcPct val="100000"/>
              </a:lnSpc>
              <a:spcBef>
                <a:spcPts val="0"/>
              </a:spcBef>
              <a:spcAft>
                <a:spcPts val="0"/>
              </a:spcAft>
              <a:buClr>
                <a:schemeClr val="dk1"/>
              </a:buClr>
              <a:buSzPts val="1200"/>
              <a:buFont typeface="Calibri"/>
              <a:buNone/>
            </a:pPr>
            <a:r>
              <a:rPr lang="en-US"/>
              <a:t>Pipe 3 fills the tank in 20 hours</a:t>
            </a:r>
            <a:endParaRPr/>
          </a:p>
          <a:p>
            <a:pPr marL="0" lvl="0" indent="0" algn="l" rtl="0">
              <a:spcBef>
                <a:spcPts val="0"/>
              </a:spcBef>
              <a:spcAft>
                <a:spcPts val="0"/>
              </a:spcAft>
              <a:buNone/>
            </a:pPr>
            <a:r>
              <a:rPr lang="en-US"/>
              <a:t>Let the tank capacity as the LCM of 10, 15, 20 = 60lts</a:t>
            </a:r>
            <a:endParaRPr/>
          </a:p>
          <a:p>
            <a:pPr marL="0" lvl="0" indent="0" algn="l" rtl="0">
              <a:spcBef>
                <a:spcPts val="0"/>
              </a:spcBef>
              <a:spcAft>
                <a:spcPts val="0"/>
              </a:spcAft>
              <a:buNone/>
            </a:pPr>
            <a:r>
              <a:rPr lang="en-US"/>
              <a:t>Hence the efficiencies of </a:t>
            </a:r>
            <a:endParaRPr/>
          </a:p>
          <a:p>
            <a:pPr marL="0" lvl="0" indent="0" algn="l" rtl="0">
              <a:spcBef>
                <a:spcPts val="0"/>
              </a:spcBef>
              <a:spcAft>
                <a:spcPts val="0"/>
              </a:spcAft>
              <a:buNone/>
            </a:pPr>
            <a:r>
              <a:rPr lang="en-US"/>
              <a:t>Pipe 1= 6ltrs/hour</a:t>
            </a:r>
            <a:endParaRPr/>
          </a:p>
          <a:p>
            <a:pPr marL="0" lvl="0" indent="0" algn="l" rtl="0">
              <a:spcBef>
                <a:spcPts val="0"/>
              </a:spcBef>
              <a:spcAft>
                <a:spcPts val="0"/>
              </a:spcAft>
              <a:buNone/>
            </a:pPr>
            <a:r>
              <a:rPr lang="en-US"/>
              <a:t>Pipe 2= 4ltrs/hour</a:t>
            </a:r>
            <a:endParaRPr/>
          </a:p>
          <a:p>
            <a:pPr marL="0" lvl="0" indent="0" algn="l" rtl="0">
              <a:spcBef>
                <a:spcPts val="0"/>
              </a:spcBef>
              <a:spcAft>
                <a:spcPts val="0"/>
              </a:spcAft>
              <a:buNone/>
            </a:pPr>
            <a:r>
              <a:rPr lang="en-US"/>
              <a:t>Pipe 3= 3ltrs/hour</a:t>
            </a:r>
            <a:endParaRPr/>
          </a:p>
          <a:p>
            <a:pPr marL="0" lvl="0" indent="0" algn="l" rtl="0">
              <a:spcBef>
                <a:spcPts val="0"/>
              </a:spcBef>
              <a:spcAft>
                <a:spcPts val="0"/>
              </a:spcAft>
              <a:buNone/>
            </a:pPr>
            <a:r>
              <a:rPr lang="en-US"/>
              <a:t>Combined efficiency = 13lts/hour</a:t>
            </a:r>
            <a:endParaRPr/>
          </a:p>
          <a:p>
            <a:pPr marL="0" lvl="0" indent="0" algn="l" rtl="0">
              <a:spcBef>
                <a:spcPts val="0"/>
              </a:spcBef>
              <a:spcAft>
                <a:spcPts val="0"/>
              </a:spcAft>
              <a:buNone/>
            </a:pPr>
            <a:r>
              <a:rPr lang="en-US"/>
              <a:t>Therefore time taken by all pipes together is 60/13=4 8/13 hours</a:t>
            </a:r>
            <a:endParaRPr/>
          </a:p>
          <a:p>
            <a:pPr marL="0" lvl="0" indent="0" algn="l" rtl="0">
              <a:spcBef>
                <a:spcPts val="0"/>
              </a:spcBef>
              <a:spcAft>
                <a:spcPts val="0"/>
              </a:spcAft>
              <a:buNone/>
            </a:pPr>
            <a:endParaRPr/>
          </a:p>
        </p:txBody>
      </p:sp>
      <p:sp>
        <p:nvSpPr>
          <p:cNvPr id="125" name="Google Shape;12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D (Basic)</a:t>
            </a:r>
            <a:endParaRPr/>
          </a:p>
          <a:p>
            <a:pPr marL="0" lvl="0" indent="0" algn="l" rtl="0">
              <a:spcBef>
                <a:spcPts val="0"/>
              </a:spcBef>
              <a:spcAft>
                <a:spcPts val="0"/>
              </a:spcAft>
              <a:buNone/>
            </a:pPr>
            <a:r>
              <a:rPr lang="en-US"/>
              <a:t>Pipe A+B fills the tank in 12 hours</a:t>
            </a:r>
            <a:endParaRPr/>
          </a:p>
          <a:p>
            <a:pPr marL="0" marR="0" lvl="0" indent="0" algn="l" rtl="0">
              <a:lnSpc>
                <a:spcPct val="100000"/>
              </a:lnSpc>
              <a:spcBef>
                <a:spcPts val="0"/>
              </a:spcBef>
              <a:spcAft>
                <a:spcPts val="0"/>
              </a:spcAft>
              <a:buClr>
                <a:schemeClr val="dk1"/>
              </a:buClr>
              <a:buSzPts val="1200"/>
              <a:buFont typeface="Calibri"/>
              <a:buNone/>
            </a:pPr>
            <a:r>
              <a:rPr lang="en-US"/>
              <a:t>Pipe A fills the tank in X hours</a:t>
            </a:r>
            <a:endParaRPr/>
          </a:p>
          <a:p>
            <a:pPr marL="0" marR="0" lvl="0" indent="0" algn="l" rtl="0">
              <a:lnSpc>
                <a:spcPct val="100000"/>
              </a:lnSpc>
              <a:spcBef>
                <a:spcPts val="0"/>
              </a:spcBef>
              <a:spcAft>
                <a:spcPts val="0"/>
              </a:spcAft>
              <a:buClr>
                <a:schemeClr val="dk1"/>
              </a:buClr>
              <a:buSzPts val="1200"/>
              <a:buFont typeface="Calibri"/>
              <a:buNone/>
            </a:pPr>
            <a:r>
              <a:rPr lang="en-US"/>
              <a:t>Pipe B fills the tank in X+10 hours</a:t>
            </a:r>
            <a:endParaRPr/>
          </a:p>
          <a:p>
            <a:pPr marL="0" marR="0" lvl="0" indent="0" algn="l" rtl="0">
              <a:lnSpc>
                <a:spcPct val="100000"/>
              </a:lnSpc>
              <a:spcBef>
                <a:spcPts val="0"/>
              </a:spcBef>
              <a:spcAft>
                <a:spcPts val="0"/>
              </a:spcAft>
              <a:buClr>
                <a:schemeClr val="dk1"/>
              </a:buClr>
              <a:buSzPts val="1200"/>
              <a:buFont typeface="Calibri"/>
              <a:buNone/>
            </a:pPr>
            <a:r>
              <a:rPr lang="en-US"/>
              <a:t>Using option consider X =30</a:t>
            </a:r>
            <a:endParaRPr/>
          </a:p>
          <a:p>
            <a:pPr marL="0" marR="0" lvl="0" indent="0" algn="l" rtl="0">
              <a:lnSpc>
                <a:spcPct val="100000"/>
              </a:lnSpc>
              <a:spcBef>
                <a:spcPts val="0"/>
              </a:spcBef>
              <a:spcAft>
                <a:spcPts val="0"/>
              </a:spcAft>
              <a:buClr>
                <a:schemeClr val="dk1"/>
              </a:buClr>
              <a:buSzPts val="1200"/>
              <a:buFont typeface="Calibri"/>
              <a:buNone/>
            </a:pPr>
            <a:r>
              <a:rPr lang="en-US"/>
              <a:t>Hence Pipe A fills the tank in 20 hours</a:t>
            </a:r>
            <a:endParaRPr/>
          </a:p>
          <a:p>
            <a:pPr marL="0" marR="0" lvl="0" indent="0" algn="l" rtl="0">
              <a:lnSpc>
                <a:spcPct val="100000"/>
              </a:lnSpc>
              <a:spcBef>
                <a:spcPts val="0"/>
              </a:spcBef>
              <a:spcAft>
                <a:spcPts val="0"/>
              </a:spcAft>
              <a:buClr>
                <a:schemeClr val="dk1"/>
              </a:buClr>
              <a:buSzPts val="1200"/>
              <a:buFont typeface="Calibri"/>
              <a:buNone/>
            </a:pPr>
            <a:r>
              <a:rPr lang="en-US"/>
              <a:t>Pipe B fills the tank in 30 hours</a:t>
            </a:r>
            <a:endParaRPr/>
          </a:p>
          <a:p>
            <a:pPr marL="0" marR="0" lvl="0" indent="0" algn="l" rtl="0">
              <a:lnSpc>
                <a:spcPct val="100000"/>
              </a:lnSpc>
              <a:spcBef>
                <a:spcPts val="0"/>
              </a:spcBef>
              <a:spcAft>
                <a:spcPts val="0"/>
              </a:spcAft>
              <a:buClr>
                <a:schemeClr val="dk1"/>
              </a:buClr>
              <a:buSzPts val="1200"/>
              <a:buFont typeface="Calibri"/>
              <a:buNone/>
            </a:pPr>
            <a:r>
              <a:rPr lang="en-US"/>
              <a:t>Tank capacity = LCM of 20 and 30 = 60Lts</a:t>
            </a:r>
            <a:endParaRPr/>
          </a:p>
          <a:p>
            <a:pPr marL="0" marR="0" lvl="0" indent="0" algn="l" rtl="0">
              <a:lnSpc>
                <a:spcPct val="100000"/>
              </a:lnSpc>
              <a:spcBef>
                <a:spcPts val="0"/>
              </a:spcBef>
              <a:spcAft>
                <a:spcPts val="0"/>
              </a:spcAft>
              <a:buClr>
                <a:schemeClr val="dk1"/>
              </a:buClr>
              <a:buSzPts val="1200"/>
              <a:buFont typeface="Calibri"/>
              <a:buNone/>
            </a:pPr>
            <a:r>
              <a:rPr lang="en-US"/>
              <a:t>Combined efficiency = 60/20 + 60/30 = 3+2=5lts/hour</a:t>
            </a:r>
            <a:endParaRPr/>
          </a:p>
          <a:p>
            <a:pPr marL="0" marR="0" lvl="0" indent="0" algn="l" rtl="0">
              <a:lnSpc>
                <a:spcPct val="100000"/>
              </a:lnSpc>
              <a:spcBef>
                <a:spcPts val="0"/>
              </a:spcBef>
              <a:spcAft>
                <a:spcPts val="0"/>
              </a:spcAft>
              <a:buClr>
                <a:schemeClr val="dk1"/>
              </a:buClr>
              <a:buSzPts val="1200"/>
              <a:buFont typeface="Calibri"/>
              <a:buNone/>
            </a:pPr>
            <a:r>
              <a:rPr lang="en-US"/>
              <a:t>Time tanken by A and B = 60/5 = 12 hours </a:t>
            </a:r>
            <a:endParaRPr/>
          </a:p>
          <a:p>
            <a:pPr marL="0" marR="0" lvl="0" indent="0" algn="l" rtl="0">
              <a:lnSpc>
                <a:spcPct val="100000"/>
              </a:lnSpc>
              <a:spcBef>
                <a:spcPts val="0"/>
              </a:spcBef>
              <a:spcAft>
                <a:spcPts val="0"/>
              </a:spcAft>
              <a:buClr>
                <a:schemeClr val="dk1"/>
              </a:buClr>
              <a:buSzPts val="1200"/>
              <a:buFont typeface="Calibri"/>
              <a:buNone/>
            </a:pPr>
            <a:r>
              <a:rPr lang="en-US"/>
              <a:t>As option D satisfy the given condition hence it is the right answer</a:t>
            </a:r>
            <a:endParaRPr/>
          </a:p>
        </p:txBody>
      </p:sp>
      <p:sp>
        <p:nvSpPr>
          <p:cNvPr id="135" name="Google Shape;13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(Basic)</a:t>
            </a:r>
            <a:endParaRPr/>
          </a:p>
          <a:p>
            <a:pPr marL="0" lvl="0" indent="0" algn="l" rtl="0">
              <a:spcBef>
                <a:spcPts val="0"/>
              </a:spcBef>
              <a:spcAft>
                <a:spcPts val="0"/>
              </a:spcAft>
              <a:buNone/>
            </a:pPr>
            <a:r>
              <a:rPr lang="en-US"/>
              <a:t>Time taken by pump to fill the tank: 3 hours</a:t>
            </a:r>
            <a:endParaRPr/>
          </a:p>
          <a:p>
            <a:pPr marL="0" marR="0" lvl="0" indent="0" algn="l" rtl="0">
              <a:lnSpc>
                <a:spcPct val="100000"/>
              </a:lnSpc>
              <a:spcBef>
                <a:spcPts val="0"/>
              </a:spcBef>
              <a:spcAft>
                <a:spcPts val="0"/>
              </a:spcAft>
              <a:buClr>
                <a:schemeClr val="dk1"/>
              </a:buClr>
              <a:buSzPts val="1200"/>
              <a:buFont typeface="Calibri"/>
              <a:buNone/>
            </a:pPr>
            <a:r>
              <a:rPr lang="en-US"/>
              <a:t>Time taken by pump and leak together is 4 hours</a:t>
            </a:r>
            <a:endParaRPr/>
          </a:p>
          <a:p>
            <a:pPr marL="0" marR="0" lvl="0" indent="0" algn="l" rtl="0">
              <a:lnSpc>
                <a:spcPct val="100000"/>
              </a:lnSpc>
              <a:spcBef>
                <a:spcPts val="0"/>
              </a:spcBef>
              <a:spcAft>
                <a:spcPts val="0"/>
              </a:spcAft>
              <a:buClr>
                <a:schemeClr val="dk1"/>
              </a:buClr>
              <a:buSzPts val="1200"/>
              <a:buFont typeface="Calibri"/>
              <a:buNone/>
            </a:pPr>
            <a:r>
              <a:rPr lang="en-US"/>
              <a:t>Tank efficiency is the lcm of 3 and4 = 12ltrs</a:t>
            </a:r>
            <a:endParaRPr/>
          </a:p>
          <a:p>
            <a:pPr marL="0" marR="0" lvl="0" indent="0" algn="l" rtl="0">
              <a:lnSpc>
                <a:spcPct val="100000"/>
              </a:lnSpc>
              <a:spcBef>
                <a:spcPts val="0"/>
              </a:spcBef>
              <a:spcAft>
                <a:spcPts val="0"/>
              </a:spcAft>
              <a:buClr>
                <a:schemeClr val="dk1"/>
              </a:buClr>
              <a:buSzPts val="1200"/>
              <a:buFont typeface="Calibri"/>
              <a:buNone/>
            </a:pPr>
            <a:r>
              <a:rPr lang="en-US"/>
              <a:t>Efficiency of pump = 4lts/hour</a:t>
            </a:r>
            <a:endParaRPr/>
          </a:p>
          <a:p>
            <a:pPr marL="0" marR="0" lvl="0" indent="0" algn="l" rtl="0">
              <a:lnSpc>
                <a:spcPct val="100000"/>
              </a:lnSpc>
              <a:spcBef>
                <a:spcPts val="0"/>
              </a:spcBef>
              <a:spcAft>
                <a:spcPts val="0"/>
              </a:spcAft>
              <a:buClr>
                <a:schemeClr val="dk1"/>
              </a:buClr>
              <a:buSzPts val="1200"/>
              <a:buFont typeface="Calibri"/>
              <a:buNone/>
            </a:pPr>
            <a:r>
              <a:rPr lang="en-US"/>
              <a:t>Efficiency of leak and pump together= 3lts/hour</a:t>
            </a:r>
            <a:endParaRPr/>
          </a:p>
          <a:p>
            <a:pPr marL="0" marR="0" lvl="0" indent="0" algn="l" rtl="0">
              <a:lnSpc>
                <a:spcPct val="100000"/>
              </a:lnSpc>
              <a:spcBef>
                <a:spcPts val="0"/>
              </a:spcBef>
              <a:spcAft>
                <a:spcPts val="0"/>
              </a:spcAft>
              <a:buClr>
                <a:schemeClr val="dk1"/>
              </a:buClr>
              <a:buSzPts val="1200"/>
              <a:buFont typeface="Calibri"/>
              <a:buNone/>
            </a:pPr>
            <a:r>
              <a:rPr lang="en-US"/>
              <a:t>Hence leak alone empty the tank =1lts/hour</a:t>
            </a:r>
            <a:endParaRPr/>
          </a:p>
          <a:p>
            <a:pPr marL="0" marR="0" lvl="0" indent="0" algn="l" rtl="0">
              <a:lnSpc>
                <a:spcPct val="100000"/>
              </a:lnSpc>
              <a:spcBef>
                <a:spcPts val="0"/>
              </a:spcBef>
              <a:spcAft>
                <a:spcPts val="0"/>
              </a:spcAft>
              <a:buClr>
                <a:schemeClr val="dk1"/>
              </a:buClr>
              <a:buSzPts val="1200"/>
              <a:buFont typeface="Calibri"/>
              <a:buNone/>
            </a:pPr>
            <a:r>
              <a:rPr lang="en-US"/>
              <a:t>Time taken by leak alone =12/1 = 12 hours</a:t>
            </a:r>
            <a:endParaRPr/>
          </a:p>
          <a:p>
            <a:pPr marL="0" marR="0" lvl="0" indent="0" algn="l" rtl="0">
              <a:lnSpc>
                <a:spcPct val="100000"/>
              </a:lnSpc>
              <a:spcBef>
                <a:spcPts val="0"/>
              </a:spcBef>
              <a:spcAft>
                <a:spcPts val="0"/>
              </a:spcAft>
              <a:buClr>
                <a:schemeClr val="dk1"/>
              </a:buClr>
              <a:buSzPts val="1200"/>
              <a:buFont typeface="Calibri"/>
              <a:buNone/>
            </a:pPr>
            <a:r>
              <a:rPr lang="en-US"/>
              <a:t>And for half of the tank = 6 hours</a:t>
            </a:r>
            <a:endParaRPr/>
          </a:p>
          <a:p>
            <a:pPr marL="0" marR="0" lvl="0" indent="0" algn="l" rtl="0">
              <a:lnSpc>
                <a:spcPct val="100000"/>
              </a:lnSpc>
              <a:spcBef>
                <a:spcPts val="0"/>
              </a:spcBef>
              <a:spcAft>
                <a:spcPts val="0"/>
              </a:spcAft>
              <a:buClr>
                <a:schemeClr val="dk1"/>
              </a:buClr>
              <a:buSzPts val="1200"/>
              <a:buFont typeface="Calibri"/>
              <a:buNone/>
            </a:pPr>
            <a:r>
              <a:rPr lang="en-US"/>
              <a:t>Time taken by leak to empty the tank is 12/3=</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Pipe R fills the tank in 6 hours</a:t>
            </a:r>
            <a:endParaRPr/>
          </a:p>
          <a:p>
            <a:pPr marL="0" marR="0" lvl="0" indent="0" algn="l" rtl="0">
              <a:lnSpc>
                <a:spcPct val="100000"/>
              </a:lnSpc>
              <a:spcBef>
                <a:spcPts val="0"/>
              </a:spcBef>
              <a:spcAft>
                <a:spcPts val="0"/>
              </a:spcAft>
              <a:buClr>
                <a:schemeClr val="dk1"/>
              </a:buClr>
              <a:buSzPts val="1200"/>
              <a:buFont typeface="Calibri"/>
              <a:buNone/>
            </a:pPr>
            <a:r>
              <a:rPr lang="en-US"/>
              <a:t>Pipe S fills the tank in 10 hours</a:t>
            </a:r>
            <a:endParaRPr/>
          </a:p>
          <a:p>
            <a:pPr marL="0" lvl="0" indent="0" algn="l" rtl="0">
              <a:spcBef>
                <a:spcPts val="0"/>
              </a:spcBef>
              <a:spcAft>
                <a:spcPts val="0"/>
              </a:spcAft>
              <a:buNone/>
            </a:pPr>
            <a:r>
              <a:rPr lang="en-US"/>
              <a:t>Let the tank capacity as the LCM of 3,5,6,10 = 30lts</a:t>
            </a:r>
            <a:endParaRPr/>
          </a:p>
          <a:p>
            <a:pPr marL="0" lvl="0" indent="0" algn="l" rtl="0">
              <a:spcBef>
                <a:spcPts val="0"/>
              </a:spcBef>
              <a:spcAft>
                <a:spcPts val="0"/>
              </a:spcAft>
              <a:buNone/>
            </a:pPr>
            <a:r>
              <a:rPr lang="en-US"/>
              <a:t>Hence the efficiencies of </a:t>
            </a:r>
            <a:endParaRPr/>
          </a:p>
          <a:p>
            <a:pPr marL="0" lvl="0" indent="0" algn="l" rtl="0">
              <a:spcBef>
                <a:spcPts val="0"/>
              </a:spcBef>
              <a:spcAft>
                <a:spcPts val="0"/>
              </a:spcAft>
              <a:buNone/>
            </a:pPr>
            <a:r>
              <a:rPr lang="en-US"/>
              <a:t>Pipe P= 10ltrs/hour</a:t>
            </a:r>
            <a:endParaRPr/>
          </a:p>
          <a:p>
            <a:pPr marL="0" lvl="0" indent="0" algn="l" rtl="0">
              <a:spcBef>
                <a:spcPts val="0"/>
              </a:spcBef>
              <a:spcAft>
                <a:spcPts val="0"/>
              </a:spcAft>
              <a:buNone/>
            </a:pPr>
            <a:r>
              <a:rPr lang="en-US"/>
              <a:t>Pipe Q= 6ltrs/hour</a:t>
            </a:r>
            <a:endParaRPr/>
          </a:p>
          <a:p>
            <a:pPr marL="0" lvl="0" indent="0" algn="l" rtl="0">
              <a:spcBef>
                <a:spcPts val="0"/>
              </a:spcBef>
              <a:spcAft>
                <a:spcPts val="0"/>
              </a:spcAft>
              <a:buNone/>
            </a:pPr>
            <a:r>
              <a:rPr lang="en-US"/>
              <a:t>Pipe R= 5ltrs/hour</a:t>
            </a:r>
            <a:endParaRPr/>
          </a:p>
          <a:p>
            <a:pPr marL="0" lvl="0" indent="0" algn="l" rtl="0">
              <a:spcBef>
                <a:spcPts val="0"/>
              </a:spcBef>
              <a:spcAft>
                <a:spcPts val="0"/>
              </a:spcAft>
              <a:buNone/>
            </a:pPr>
            <a:r>
              <a:rPr lang="en-US"/>
              <a:t>Pipe S= 3ltrs/hour </a:t>
            </a:r>
            <a:endParaRPr/>
          </a:p>
          <a:p>
            <a:pPr marL="0" lvl="0" indent="0" algn="l" rtl="0">
              <a:spcBef>
                <a:spcPts val="0"/>
              </a:spcBef>
              <a:spcAft>
                <a:spcPts val="0"/>
              </a:spcAft>
              <a:buNone/>
            </a:pPr>
            <a:r>
              <a:rPr lang="en-US"/>
              <a:t>Combined efficiency = 24lts/hour</a:t>
            </a:r>
            <a:endParaRPr/>
          </a:p>
          <a:p>
            <a:pPr marL="0" lvl="0" indent="0" algn="l" rtl="0">
              <a:spcBef>
                <a:spcPts val="0"/>
              </a:spcBef>
              <a:spcAft>
                <a:spcPts val="0"/>
              </a:spcAft>
              <a:buNone/>
            </a:pPr>
            <a:r>
              <a:rPr lang="en-US"/>
              <a:t>Therefore time taken by all pipes together is 30/24=1.25hours</a:t>
            </a:r>
            <a:endParaRPr/>
          </a:p>
          <a:p>
            <a:pPr marL="0" lvl="0" indent="0" algn="l" rtl="0">
              <a:spcBef>
                <a:spcPts val="0"/>
              </a:spcBef>
              <a:spcAft>
                <a:spcPts val="0"/>
              </a:spcAft>
              <a:buNone/>
            </a:pPr>
            <a:r>
              <a:rPr lang="en-US"/>
              <a:t>Or 1hour 15 mins</a:t>
            </a:r>
            <a:endParaRPr/>
          </a:p>
        </p:txBody>
      </p:sp>
      <p:sp>
        <p:nvSpPr>
          <p:cNvPr id="145" name="Google Shape;14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Option C (Basic)</a:t>
            </a:r>
            <a:endParaRPr dirty="0"/>
          </a:p>
        </p:txBody>
      </p:sp>
      <p:sp>
        <p:nvSpPr>
          <p:cNvPr id="155" name="Google Shape;15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(Basic)</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pipe B is faster than pipe A and so,the tank will be emptied. part to be emptied = 2/5 part emptied by (A+B) in 1 minute= (1/6 – 1/10) = 1/15 1/15 : 2/5 :: 1: x 2/5 * 15 = 6 minutes. </a:t>
            </a:r>
            <a:endParaRPr/>
          </a:p>
        </p:txBody>
      </p:sp>
      <p:sp>
        <p:nvSpPr>
          <p:cNvPr id="165" name="Google Shape;16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(Basic)</a:t>
            </a:r>
            <a:endParaRPr/>
          </a:p>
          <a:p>
            <a:pPr marL="0" lvl="0" indent="0" algn="l" rtl="0">
              <a:spcBef>
                <a:spcPts val="0"/>
              </a:spcBef>
              <a:spcAft>
                <a:spcPts val="0"/>
              </a:spcAft>
              <a:buNone/>
            </a:pPr>
            <a:r>
              <a:rPr lang="en-US" sz="1200" b="1" i="1" u="none" strike="noStrike">
                <a:solidFill>
                  <a:srgbClr val="323232"/>
                </a:solidFill>
                <a:latin typeface="Times New Roman"/>
                <a:ea typeface="Times New Roman"/>
                <a:cs typeface="Times New Roman"/>
                <a:sym typeface="Times New Roman"/>
              </a:rPr>
              <a:t>128 minutes Explanation : </a:t>
            </a:r>
            <a:r>
              <a:rPr lang="en-US" sz="1200" b="0" i="1" u="none" strike="noStrike">
                <a:solidFill>
                  <a:srgbClr val="323232"/>
                </a:solidFill>
                <a:latin typeface="Times New Roman"/>
                <a:ea typeface="Times New Roman"/>
                <a:cs typeface="Times New Roman"/>
                <a:sym typeface="Times New Roman"/>
              </a:rPr>
              <a:t>Time is taken by pipe A = x Time is taken by pipe B = x/3 1/x + 3/x = 1/32 x = 128 minutes </a:t>
            </a:r>
            <a:endParaRPr sz="1600">
              <a:latin typeface="Times New Roman"/>
              <a:ea typeface="Times New Roman"/>
              <a:cs typeface="Times New Roman"/>
              <a:sym typeface="Times New Roman"/>
            </a:endParaRPr>
          </a:p>
        </p:txBody>
      </p:sp>
      <p:sp>
        <p:nvSpPr>
          <p:cNvPr id="175" name="Google Shape;17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(Basic)</a:t>
            </a:r>
            <a:endParaRPr/>
          </a:p>
          <a:p>
            <a:pPr marL="0" lvl="0" indent="0" algn="l" rtl="0">
              <a:spcBef>
                <a:spcPts val="0"/>
              </a:spcBef>
              <a:spcAft>
                <a:spcPts val="0"/>
              </a:spcAft>
              <a:buNone/>
            </a:pPr>
            <a:r>
              <a:rPr lang="en-US" sz="1200" b="1" i="1" u="none" strike="noStrike">
                <a:solidFill>
                  <a:srgbClr val="323232"/>
                </a:solidFill>
                <a:latin typeface="Times New Roman"/>
                <a:ea typeface="Times New Roman"/>
                <a:cs typeface="Times New Roman"/>
                <a:sym typeface="Times New Roman"/>
              </a:rPr>
              <a:t> </a:t>
            </a:r>
            <a:r>
              <a:rPr lang="en-US" sz="1200" b="0" i="1" u="none" strike="noStrike">
                <a:solidFill>
                  <a:srgbClr val="323232"/>
                </a:solidFill>
                <a:latin typeface="Times New Roman"/>
                <a:ea typeface="Times New Roman"/>
                <a:cs typeface="Times New Roman"/>
                <a:sym typeface="Times New Roman"/>
              </a:rPr>
              <a:t>3x – x = 32 x = 16 1/16 + 1/48 = 4/48 Time taken to fill the tank = 48/4 = 12 minutes </a:t>
            </a:r>
            <a:endParaRPr/>
          </a:p>
        </p:txBody>
      </p:sp>
      <p:sp>
        <p:nvSpPr>
          <p:cNvPr id="185" name="Google Shape;18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Option D (Basic)</a:t>
            </a:r>
            <a:endParaRPr dirty="0"/>
          </a:p>
        </p:txBody>
      </p:sp>
      <p:sp>
        <p:nvSpPr>
          <p:cNvPr id="195" name="Google Shape;19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(Basic)</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 a = 8; b = 9; C = 12 Capacity of a tank = a*b*c/c-a = 8*9*12/4 = 216 Litre </a:t>
            </a:r>
            <a:endParaRPr/>
          </a:p>
        </p:txBody>
      </p:sp>
      <p:sp>
        <p:nvSpPr>
          <p:cNvPr id="205" name="Google Shape;20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Option B (Intermediate)</a:t>
            </a:r>
            <a:endParaRPr dirty="0"/>
          </a:p>
          <a:p>
            <a:pPr marL="0" lvl="0" indent="0" algn="l" rtl="0">
              <a:spcBef>
                <a:spcPts val="0"/>
              </a:spcBef>
              <a:spcAft>
                <a:spcPts val="0"/>
              </a:spcAft>
              <a:buNone/>
            </a:pPr>
            <a:r>
              <a:rPr lang="en-US" sz="1200" u="none" strike="noStrike" dirty="0">
                <a:solidFill>
                  <a:srgbClr val="323232"/>
                </a:solidFill>
                <a:latin typeface="Times New Roman"/>
                <a:ea typeface="Times New Roman"/>
                <a:cs typeface="Times New Roman"/>
                <a:sym typeface="Times New Roman"/>
              </a:rPr>
              <a:t> Part filled by P and Q = 1/15 + 1/10 = 1/6 Part filled by Q = 1/10 x/2(1/6 + 1/10) = 2/15 = 15/2 = 7.5 minutes </a:t>
            </a:r>
            <a:endParaRPr sz="1200" dirty="0">
              <a:latin typeface="Times New Roman"/>
              <a:ea typeface="Times New Roman"/>
              <a:cs typeface="Times New Roman"/>
              <a:sym typeface="Times New Roman"/>
            </a:endParaRPr>
          </a:p>
        </p:txBody>
      </p:sp>
      <p:sp>
        <p:nvSpPr>
          <p:cNvPr id="215" name="Google Shape;21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5: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In One hour pipe can fill = 1/8 Time is taken to fill half of the tank = 1/2 * 8 = 4 hours Part filled by four pipes in one hour = (4*1/8) = 1/2 Required Remaining Part = 1/2 Total time = 4 + 1 = 5 </a:t>
            </a:r>
            <a:endParaRPr/>
          </a:p>
        </p:txBody>
      </p:sp>
      <p:sp>
        <p:nvSpPr>
          <p:cNvPr id="225" name="Google Shape;22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6: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Inlet pipe Efficiency = 100/(8/6) = 75% Outlet pipe Efficiency = 100/(6) = 16.66% Efficiency of leakage = half of the rate of the outlet pipe = 8.33% Net Efficiency = 75 – (16.66 + 8.33) = 50% Required time = 100/50 = 2 hours </a:t>
            </a:r>
            <a:endParaRPr/>
          </a:p>
        </p:txBody>
      </p:sp>
      <p:sp>
        <p:nvSpPr>
          <p:cNvPr id="235" name="Google Shape;23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7: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D (Intermediate)</a:t>
            </a:r>
            <a:endParaRPr/>
          </a:p>
          <a:p>
            <a:pPr marL="0" lvl="0" indent="0" algn="l" rtl="0">
              <a:spcBef>
                <a:spcPts val="0"/>
              </a:spcBef>
              <a:spcAft>
                <a:spcPts val="0"/>
              </a:spcAft>
              <a:buNone/>
            </a:pPr>
            <a:r>
              <a:rPr lang="en-US" sz="1200" b="1" i="1" u="none" strike="noStrike">
                <a:solidFill>
                  <a:srgbClr val="323232"/>
                </a:solidFill>
                <a:latin typeface="Times New Roman"/>
                <a:ea typeface="Times New Roman"/>
                <a:cs typeface="Times New Roman"/>
                <a:sym typeface="Times New Roman"/>
              </a:rPr>
              <a:t> </a:t>
            </a:r>
            <a:r>
              <a:rPr lang="en-US" sz="1200" b="0" i="1" u="none" strike="noStrike">
                <a:solidFill>
                  <a:srgbClr val="323232"/>
                </a:solidFill>
                <a:latin typeface="Times New Roman"/>
                <a:ea typeface="Times New Roman"/>
                <a:cs typeface="Times New Roman"/>
                <a:sym typeface="Times New Roman"/>
              </a:rPr>
              <a:t>Time is taken by pipe A = x Time is taken by pipe B = x/3 1/x + 3/x = 1/42 x = 168 minutes</a:t>
            </a:r>
            <a:endParaRPr/>
          </a:p>
        </p:txBody>
      </p:sp>
      <p:sp>
        <p:nvSpPr>
          <p:cNvPr id="245" name="Google Shape;24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Pipe P Efficiency = 100/10 = 10% Pipe Q Efficiency = 100/20 = 5% Net Efficiency = 15% 15x + 10(5-x) = 100 x = 10 </a:t>
            </a:r>
            <a:endParaRPr/>
          </a:p>
        </p:txBody>
      </p:sp>
      <p:sp>
        <p:nvSpPr>
          <p:cNvPr id="255" name="Google Shape;25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Total Capacity = 90L. Tank filled in 1 minute by A = 3L Tank filled in 1 minute by B = 15L The capacity of the tank filled with both A and B in 1 minute = 18L. overflow = 90/18 = 5 minutes.</a:t>
            </a:r>
            <a:endParaRPr sz="1600">
              <a:latin typeface="Times New Roman"/>
              <a:ea typeface="Times New Roman"/>
              <a:cs typeface="Times New Roman"/>
              <a:sym typeface="Times New Roman"/>
            </a:endParaRPr>
          </a:p>
        </p:txBody>
      </p:sp>
      <p:sp>
        <p:nvSpPr>
          <p:cNvPr id="265" name="Google Shape;26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0: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(Intermediate)</a:t>
            </a:r>
            <a:endParaRPr/>
          </a:p>
          <a:p>
            <a:pPr marL="0" lvl="0" indent="0" algn="l" rtl="0">
              <a:spcBef>
                <a:spcPts val="0"/>
              </a:spcBef>
              <a:spcAft>
                <a:spcPts val="0"/>
              </a:spcAft>
              <a:buNone/>
            </a:pPr>
            <a:r>
              <a:rPr lang="en-US" sz="1200" b="1" i="1" u="none" strike="noStrike">
                <a:solidFill>
                  <a:srgbClr val="323232"/>
                </a:solidFill>
                <a:latin typeface="Times New Roman"/>
                <a:ea typeface="Times New Roman"/>
                <a:cs typeface="Times New Roman"/>
                <a:sym typeface="Times New Roman"/>
              </a:rPr>
              <a:t> </a:t>
            </a:r>
            <a:r>
              <a:rPr lang="en-US" sz="1200" b="0" i="1" u="none" strike="noStrike">
                <a:solidFill>
                  <a:srgbClr val="323232"/>
                </a:solidFill>
                <a:latin typeface="Times New Roman"/>
                <a:ea typeface="Times New Roman"/>
                <a:cs typeface="Times New Roman"/>
                <a:sym typeface="Times New Roman"/>
              </a:rPr>
              <a:t>(P + Q)’s 1 hour work = 1/12 + 1/15 = 3/20 (P + R)’s 1 hour work = 1/12 + 1/20 = 2/15 For 2 hrs = (3/20 + 2/15) = 17/60 For 6 hrs = (3*17/60) = 17/20 Remaining Part = 1 – 17/20 = 3/20 filled by P and Q in 1 hour </a:t>
            </a:r>
            <a:endParaRPr/>
          </a:p>
        </p:txBody>
      </p:sp>
      <p:sp>
        <p:nvSpPr>
          <p:cNvPr id="275" name="Google Shape;27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1: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Time is taken to fill the tank by both Pipes x = √a*b x = √25*49 = 5 * 7 = 35 </a:t>
            </a:r>
            <a:endParaRPr sz="1600">
              <a:latin typeface="Times New Roman"/>
              <a:ea typeface="Times New Roman"/>
              <a:cs typeface="Times New Roman"/>
              <a:sym typeface="Times New Roman"/>
            </a:endParaRPr>
          </a:p>
        </p:txBody>
      </p:sp>
      <p:sp>
        <p:nvSpPr>
          <p:cNvPr id="285" name="Google Shape;28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2: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(Intermediate)</a:t>
            </a:r>
            <a:endParaRPr/>
          </a:p>
          <a:p>
            <a:pPr marL="0" lvl="0" indent="0" algn="l" rtl="0">
              <a:spcBef>
                <a:spcPts val="0"/>
              </a:spcBef>
              <a:spcAft>
                <a:spcPts val="0"/>
              </a:spcAft>
              <a:buNone/>
            </a:pPr>
            <a:r>
              <a:rPr lang="en-US" sz="1200" b="0" i="1" u="none" strike="noStrike">
                <a:solidFill>
                  <a:srgbClr val="323232"/>
                </a:solidFill>
                <a:latin typeface="Times New Roman"/>
                <a:ea typeface="Times New Roman"/>
                <a:cs typeface="Times New Roman"/>
                <a:sym typeface="Times New Roman"/>
              </a:rPr>
              <a:t>Part filled by P and Q = 1/15 + 1/20 = 7/60 Part filled by Q = 1/20 x/2(7/60 + 1/20) = 12 minutes </a:t>
            </a:r>
            <a:endParaRPr sz="1600">
              <a:latin typeface="Times New Roman"/>
              <a:ea typeface="Times New Roman"/>
              <a:cs typeface="Times New Roman"/>
              <a:sym typeface="Times New Roman"/>
            </a:endParaRPr>
          </a:p>
        </p:txBody>
      </p:sp>
      <p:sp>
        <p:nvSpPr>
          <p:cNvPr id="295" name="Google Shape;29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3: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(Intermediate)</a:t>
            </a:r>
            <a:r>
              <a:rPr lang="en-US" sz="1800" b="0" i="1" u="none" strike="noStrike">
                <a:solidFill>
                  <a:srgbClr val="323232"/>
                </a:solidFill>
                <a:latin typeface="Times New Roman"/>
                <a:ea typeface="Times New Roman"/>
                <a:cs typeface="Times New Roman"/>
                <a:sym typeface="Times New Roman"/>
              </a:rPr>
              <a:t> </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Part filled in 2 hours = 2/6 = 1/3 Remaining Part = (1-1/3) = 2/3 (P + Q)’s 7 hour work = 2/3 (P + Q)’s 1 hour work = 2/21 R’s 1 hour work = (P + Q + R) 1 hour work – (P + Q) 1 hour work = (1/6 – 2/21) = 1/14 = 14 hours</a:t>
            </a:r>
            <a:endParaRPr/>
          </a:p>
        </p:txBody>
      </p:sp>
      <p:sp>
        <p:nvSpPr>
          <p:cNvPr id="305" name="Google Shape;30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4: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Option B (Intermediate)</a:t>
            </a:r>
            <a:endParaRPr dirty="0"/>
          </a:p>
          <a:p>
            <a:pPr marL="0" lvl="0" indent="0" algn="l" rtl="0">
              <a:spcBef>
                <a:spcPts val="0"/>
              </a:spcBef>
              <a:spcAft>
                <a:spcPts val="0"/>
              </a:spcAft>
              <a:buNone/>
            </a:pPr>
            <a:r>
              <a:rPr lang="en-US" sz="1800" b="0" i="1" u="none" strike="noStrike" dirty="0">
                <a:solidFill>
                  <a:srgbClr val="323232"/>
                </a:solidFill>
                <a:latin typeface="Times New Roman"/>
                <a:ea typeface="Times New Roman"/>
                <a:cs typeface="Times New Roman"/>
                <a:sym typeface="Times New Roman"/>
              </a:rPr>
              <a:t>Filling Capacity of the Pump = x m/min Emptying Capacity of the pump = (x+10) m/min 2400/x – 2400/x+10 = 8 (x – 50) + (x + 60) = 0 x = 50 </a:t>
            </a:r>
            <a:endParaRPr dirty="0"/>
          </a:p>
        </p:txBody>
      </p:sp>
      <p:sp>
        <p:nvSpPr>
          <p:cNvPr id="315" name="Google Shape;31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C (Intermediate)</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1/x-40 – 1/x-30 = 1/x x= 60 min </a:t>
            </a:r>
            <a:endParaRPr/>
          </a:p>
        </p:txBody>
      </p:sp>
      <p:sp>
        <p:nvSpPr>
          <p:cNvPr id="325" name="Google Shape;32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6: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(Expert)</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3 Hours work = (1/48+1/24-1/36) = 5/144 28* 3hours = 140/144 remaining part = 4/144 = 1/36 Now it’s A turn = 1/36-1/48 = 1/144 left</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Now it’s B turn = 1/144*24 = 1/6 hour = 10 min Total B = 28 Hours + 10 Min </a:t>
            </a:r>
            <a:endParaRPr/>
          </a:p>
        </p:txBody>
      </p:sp>
      <p:sp>
        <p:nvSpPr>
          <p:cNvPr id="335" name="Google Shape;33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7: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D (Expert)</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3 hours work = 1/12+ 1/6 – 1/9 = 5/36 7*3 hours work = 35/36 remaining work = 1/36 Now its pipe A turn = 1/36*12 = 1/3 hour Total = 7 hours + 20 min </a:t>
            </a:r>
            <a:endParaRPr/>
          </a:p>
        </p:txBody>
      </p:sp>
      <p:sp>
        <p:nvSpPr>
          <p:cNvPr id="345" name="Google Shape;34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8: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(Expert)</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In First Hour Tank filled = 1/6+1/18 Second Hour = 1/6+1/18-1/12 Third Hour = 1/6+1/18-1/12+1/6 = 11/36 is filled 25/36 is left From then 3 hours work = 1/18-1/12+1/6 = 5/36 5*3 Hours = 5*5/36 = 25/36 Total = 5*3+3 = 18 Hours </a:t>
            </a:r>
            <a:endParaRPr/>
          </a:p>
        </p:txBody>
      </p:sp>
      <p:sp>
        <p:nvSpPr>
          <p:cNvPr id="355" name="Google Shape;35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9: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A (Expert)</a:t>
            </a:r>
            <a:endParaRPr/>
          </a:p>
          <a:p>
            <a:pPr marL="0" lvl="0" indent="0" algn="l" rtl="0">
              <a:spcBef>
                <a:spcPts val="0"/>
              </a:spcBef>
              <a:spcAft>
                <a:spcPts val="0"/>
              </a:spcAft>
              <a:buNone/>
            </a:pPr>
            <a:r>
              <a:rPr lang="en-US" sz="1800" b="0" i="1" u="none" strike="noStrike">
                <a:solidFill>
                  <a:srgbClr val="323232"/>
                </a:solidFill>
                <a:latin typeface="Times New Roman"/>
                <a:ea typeface="Times New Roman"/>
                <a:cs typeface="Times New Roman"/>
                <a:sym typeface="Times New Roman"/>
              </a:rPr>
              <a:t>Time taken by two pipes to fill full Tank is = √ab min = 63 min 5/7 Tank = 63*5/7 = 45 min </a:t>
            </a:r>
            <a:endParaRPr/>
          </a:p>
        </p:txBody>
      </p:sp>
      <p:sp>
        <p:nvSpPr>
          <p:cNvPr id="365" name="Google Shape;36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0: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 B (Expert)</a:t>
            </a:r>
            <a:endParaRPr/>
          </a:p>
          <a:p>
            <a:pPr marL="0" lvl="0" indent="0" algn="l" rtl="0">
              <a:spcBef>
                <a:spcPts val="0"/>
              </a:spcBef>
              <a:spcAft>
                <a:spcPts val="0"/>
              </a:spcAft>
              <a:buNone/>
            </a:pPr>
            <a:endParaRPr sz="1800" b="0" i="0" u="none" strike="noStrike">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r>
              <a:rPr lang="en-US" sz="1800" b="0" i="0" u="none" strike="noStrike">
                <a:solidFill>
                  <a:srgbClr val="000000"/>
                </a:solidFill>
                <a:latin typeface="Times New Roman"/>
                <a:ea typeface="Times New Roman"/>
                <a:cs typeface="Times New Roman"/>
                <a:sym typeface="Times New Roman"/>
              </a:rPr>
              <a:t> </a:t>
            </a:r>
            <a:r>
              <a:rPr lang="en-US" sz="1800" b="0" i="1" u="none" strike="noStrike">
                <a:solidFill>
                  <a:srgbClr val="323232"/>
                </a:solidFill>
                <a:latin typeface="Times New Roman"/>
                <a:ea typeface="Times New Roman"/>
                <a:cs typeface="Times New Roman"/>
                <a:sym typeface="Times New Roman"/>
              </a:rPr>
              <a:t>2 hours work = 1/5-1/7 = 2/35 34 hours work = 34/35 remaining work = 1/35 Now its inlet pipe turn = 1/35*5 = 1/7 = 34 hours + 60/7 min </a:t>
            </a:r>
            <a:endParaRPr/>
          </a:p>
        </p:txBody>
      </p:sp>
      <p:sp>
        <p:nvSpPr>
          <p:cNvPr id="375" name="Google Shape;37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1:notes"/>
          <p:cNvSpPr>
            <a:spLocks noGrp="1" noRot="1" noChangeAspect="1"/>
          </p:cNvSpPr>
          <p:nvPr>
            <p:ph type="sldImg" idx="2"/>
          </p:nvPr>
        </p:nvSpPr>
        <p:spPr>
          <a:xfrm>
            <a:off x="806450" y="1143000"/>
            <a:ext cx="5245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i="0"/>
              <a:t>Option C (Expert)</a:t>
            </a:r>
            <a:endParaRPr/>
          </a:p>
          <a:p>
            <a:pPr marL="0" lvl="0" indent="0" algn="l" rtl="0">
              <a:spcBef>
                <a:spcPts val="0"/>
              </a:spcBef>
              <a:spcAft>
                <a:spcPts val="0"/>
              </a:spcAft>
              <a:buNone/>
            </a:pPr>
            <a:r>
              <a:rPr lang="en-US" sz="1800" b="0" i="0" u="none" strike="noStrike">
                <a:solidFill>
                  <a:srgbClr val="323232"/>
                </a:solidFill>
                <a:latin typeface="Times New Roman"/>
                <a:ea typeface="Times New Roman"/>
                <a:cs typeface="Times New Roman"/>
                <a:sym typeface="Times New Roman"/>
              </a:rPr>
              <a:t>Initial Milk = 2/5*250*3/5 = 60 L Water = 2/5*250*2/5 = 40 L Rest of Tank =150 L Pipes are opened then can fill rest of tank in 108/25 hours H/W = constant then (108/25)/12/x = (108/25)/18(150-x) X = 90 = Milk, Water = 60 Final ratio = 3:2 </a:t>
            </a:r>
            <a:endParaRPr i="0"/>
          </a:p>
        </p:txBody>
      </p:sp>
      <p:sp>
        <p:nvSpPr>
          <p:cNvPr id="385" name="Google Shape;38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74395" y="2130426"/>
            <a:ext cx="990981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748790" y="3886200"/>
            <a:ext cx="816102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863988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098568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0949" y="4406901"/>
            <a:ext cx="990981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20949" y="2906713"/>
            <a:ext cx="990981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8F8766-88CF-4AEB-8778-30160AFEB1F2}"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817135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82930" y="1600201"/>
            <a:ext cx="51492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926455" y="1600201"/>
            <a:ext cx="514921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8F8766-88CF-4AEB-8778-30160AFEB1F2}"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25800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82930" y="1535113"/>
            <a:ext cx="51512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82930" y="2174875"/>
            <a:ext cx="51512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922408" y="1535113"/>
            <a:ext cx="51532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922408" y="2174875"/>
            <a:ext cx="51532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8F8766-88CF-4AEB-8778-30160AFEB1F2}" type="datetimeFigureOut">
              <a:rPr lang="en-US" smtClean="0"/>
              <a:pPr/>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72858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8F8766-88CF-4AEB-8778-30160AFEB1F2}" type="datetimeFigureOut">
              <a:rPr lang="en-US" smtClean="0"/>
              <a:pPr/>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825125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F8766-88CF-4AEB-8778-30160AFEB1F2}" type="datetimeFigureOut">
              <a:rPr lang="en-US" smtClean="0"/>
              <a:pPr/>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6676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2931" y="273050"/>
            <a:ext cx="3835599"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558189" y="273051"/>
            <a:ext cx="651748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82931" y="1435101"/>
            <a:ext cx="383559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8F8766-88CF-4AEB-8778-30160AFEB1F2}"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808363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5167" y="4800600"/>
            <a:ext cx="699516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285167" y="612775"/>
            <a:ext cx="69951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85167" y="5367338"/>
            <a:ext cx="69951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8F8766-88CF-4AEB-8778-30160AFEB1F2}" type="datetimeFigureOut">
              <a:rPr lang="en-US" smtClean="0"/>
              <a:pPr/>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167321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128357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2485" y="274639"/>
            <a:ext cx="2623185"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82930" y="274639"/>
            <a:ext cx="767524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8F8766-88CF-4AEB-8778-30160AFEB1F2}" type="datetimeFigureOut">
              <a:rPr lang="en-US" smtClean="0"/>
              <a:pPr/>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90713-EA14-47EC-8E99-A14A9C35C767}" type="slidenum">
              <a:rPr lang="en-US" smtClean="0"/>
              <a:pPr/>
              <a:t>‹#›</a:t>
            </a:fld>
            <a:endParaRPr lang="en-US"/>
          </a:p>
        </p:txBody>
      </p:sp>
    </p:spTree>
    <p:extLst>
      <p:ext uri="{BB962C8B-B14F-4D97-AF65-F5344CB8AC3E}">
        <p14:creationId xmlns:p14="http://schemas.microsoft.com/office/powerpoint/2010/main" val="3070714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2930" y="274638"/>
            <a:ext cx="1049274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82930" y="1600201"/>
            <a:ext cx="1049274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82930" y="6356351"/>
            <a:ext cx="27203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F8766-88CF-4AEB-8778-30160AFEB1F2}" type="datetimeFigureOut">
              <a:rPr lang="en-US" smtClean="0"/>
              <a:pPr/>
              <a:t>8/8/2025</a:t>
            </a:fld>
            <a:endParaRPr lang="en-US"/>
          </a:p>
        </p:txBody>
      </p:sp>
      <p:sp>
        <p:nvSpPr>
          <p:cNvPr id="5" name="Footer Placeholder 4"/>
          <p:cNvSpPr>
            <a:spLocks noGrp="1"/>
          </p:cNvSpPr>
          <p:nvPr>
            <p:ph type="ftr" sz="quarter" idx="3"/>
          </p:nvPr>
        </p:nvSpPr>
        <p:spPr>
          <a:xfrm>
            <a:off x="3983355" y="6356351"/>
            <a:ext cx="369189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355330" y="6356351"/>
            <a:ext cx="27203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90713-EA14-47EC-8E99-A14A9C35C767}" type="slidenum">
              <a:rPr lang="en-US" smtClean="0"/>
              <a:pPr/>
              <a:t>‹#›</a:t>
            </a:fld>
            <a:endParaRPr lang="en-US"/>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1658600" cy="638175"/>
          </a:xfrm>
          <a:prstGeom prst="rect">
            <a:avLst/>
          </a:prstGeom>
        </p:spPr>
      </p:pic>
    </p:spTree>
    <p:extLst>
      <p:ext uri="{BB962C8B-B14F-4D97-AF65-F5344CB8AC3E}">
        <p14:creationId xmlns:p14="http://schemas.microsoft.com/office/powerpoint/2010/main" val="918722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1644731" y="2392439"/>
            <a:ext cx="7924374" cy="207312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ct val="100000"/>
              <a:buFont typeface="Calibri"/>
              <a:buNone/>
            </a:pPr>
            <a:r>
              <a:rPr lang="en-US" sz="8000" b="1" dirty="0">
                <a:latin typeface="Times New Roman" pitchFamily="18" charset="0"/>
                <a:cs typeface="Times New Roman" pitchFamily="18" charset="0"/>
              </a:rPr>
              <a:t>Pipes and </a:t>
            </a:r>
            <a:r>
              <a:rPr lang="en-US" sz="8000" b="1" dirty="0" smtClean="0">
                <a:latin typeface="Times New Roman" pitchFamily="18" charset="0"/>
                <a:cs typeface="Times New Roman" pitchFamily="18" charset="0"/>
              </a:rPr>
              <a:t>cistern</a:t>
            </a:r>
            <a:endParaRPr sz="8000" b="1" dirty="0">
              <a:latin typeface="Times New Roman" pitchFamily="18" charset="0"/>
              <a:cs typeface="Times New Roman" pitchFamily="18" charset="0"/>
            </a:endParaRPr>
          </a:p>
        </p:txBody>
      </p:sp>
    </p:spTree>
    <p:extLst>
      <p:ext uri="{BB962C8B-B14F-4D97-AF65-F5344CB8AC3E}">
        <p14:creationId xmlns:p14="http://schemas.microsoft.com/office/powerpoint/2010/main" val="174404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628" y="4983163"/>
            <a:ext cx="10434042" cy="1052512"/>
          </a:xfrm>
        </p:spPr>
        <p:txBody>
          <a:bodyPr/>
          <a:lstStyle/>
          <a:p>
            <a:pPr>
              <a:defRPr/>
            </a:pPr>
            <a:r>
              <a:rPr lang="en-US" dirty="0"/>
              <a:t> </a:t>
            </a:r>
          </a:p>
        </p:txBody>
      </p:sp>
      <p:sp>
        <p:nvSpPr>
          <p:cNvPr id="5123" name="Content Placeholder 4"/>
          <p:cNvSpPr>
            <a:spLocks noGrp="1"/>
          </p:cNvSpPr>
          <p:nvPr>
            <p:ph idx="1"/>
          </p:nvPr>
        </p:nvSpPr>
        <p:spPr>
          <a:xfrm>
            <a:off x="641628" y="530226"/>
            <a:ext cx="10434042" cy="4187825"/>
          </a:xfrm>
        </p:spPr>
        <p:txBody>
          <a:bodyPr/>
          <a:lstStyle/>
          <a:p>
            <a:pPr marL="0" indent="0" algn="ctr">
              <a:buFont typeface="Wingdings 2" pitchFamily="18" charset="2"/>
              <a:buNone/>
            </a:pPr>
            <a:endParaRPr lang="en-US" altLang="en-US" sz="4000" b="1" u="sng" smtClean="0">
              <a:solidFill>
                <a:schemeClr val="bg1"/>
              </a:solidFill>
              <a:latin typeface="Algerian" pitchFamily="82" charset="0"/>
            </a:endParaRPr>
          </a:p>
          <a:p>
            <a:pPr marL="0" indent="0" algn="ctr">
              <a:buFont typeface="Wingdings 2" pitchFamily="18" charset="2"/>
              <a:buNone/>
            </a:pPr>
            <a:r>
              <a:rPr lang="en-US" altLang="en-US" sz="4000" b="1" u="sng" smtClean="0">
                <a:solidFill>
                  <a:schemeClr val="bg1"/>
                </a:solidFill>
                <a:latin typeface="Algerian" pitchFamily="82" charset="0"/>
              </a:rPr>
              <a:t>Pipes and Cistern</a:t>
            </a:r>
          </a:p>
        </p:txBody>
      </p:sp>
      <p:pic>
        <p:nvPicPr>
          <p:cNvPr id="5124" name="Picture 6" descr="Pipes and Cistern - Aptitude Concepts Made Simple (With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372" y="2492375"/>
            <a:ext cx="10144601"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535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292" y="5002213"/>
            <a:ext cx="10432018" cy="1052512"/>
          </a:xfrm>
        </p:spPr>
        <p:txBody>
          <a:bodyPr/>
          <a:lstStyle/>
          <a:p>
            <a:pPr>
              <a:defRPr/>
            </a:pPr>
            <a:r>
              <a:rPr lang="en-US" dirty="0"/>
              <a:t> </a:t>
            </a:r>
          </a:p>
        </p:txBody>
      </p:sp>
      <p:sp>
        <p:nvSpPr>
          <p:cNvPr id="3" name="Content Placeholder 2"/>
          <p:cNvSpPr>
            <a:spLocks noGrp="1"/>
          </p:cNvSpPr>
          <p:nvPr>
            <p:ph idx="1"/>
          </p:nvPr>
        </p:nvSpPr>
        <p:spPr>
          <a:xfrm>
            <a:off x="613292" y="620714"/>
            <a:ext cx="10432018" cy="4116387"/>
          </a:xfrm>
        </p:spPr>
        <p:txBody>
          <a:bodyPr/>
          <a:lstStyle/>
          <a:p>
            <a:pPr marL="0" indent="0">
              <a:buFont typeface="Wingdings 2" pitchFamily="18" charset="2"/>
              <a:buNone/>
              <a:defRPr/>
            </a:pPr>
            <a:endParaRPr lang="en-US" sz="2400" dirty="0">
              <a:solidFill>
                <a:srgbClr val="212529"/>
              </a:solidFill>
              <a:latin typeface="Arial" panose="020B0604020202020204" pitchFamily="34" charset="0"/>
              <a:cs typeface="Arial" panose="020B0604020202020204" pitchFamily="34" charset="0"/>
            </a:endParaRPr>
          </a:p>
          <a:p>
            <a:pPr marL="0" indent="0">
              <a:buFont typeface="Wingdings 2" pitchFamily="18" charset="2"/>
              <a:buNone/>
              <a:defRPr/>
            </a:pPr>
            <a:r>
              <a:rPr lang="en-US" sz="1800" dirty="0">
                <a:solidFill>
                  <a:srgbClr val="212529"/>
                </a:solidFill>
                <a:latin typeface="Arial" panose="020B0604020202020204" pitchFamily="34" charset="0"/>
                <a:cs typeface="Arial" panose="020B0604020202020204" pitchFamily="34" charset="0"/>
              </a:rPr>
              <a:t>Pipe and cistern’ is the subtopic of ‘Time and work,’ so we need to remember all the concepts of ‘Time and work’ to excel in this topic. </a:t>
            </a:r>
          </a:p>
          <a:p>
            <a:pPr>
              <a:defRPr/>
            </a:pPr>
            <a:r>
              <a:rPr lang="en-US" sz="1800" dirty="0">
                <a:solidFill>
                  <a:srgbClr val="000000"/>
                </a:solidFill>
                <a:latin typeface="Arial" panose="020B0604020202020204" pitchFamily="34" charset="0"/>
                <a:cs typeface="Arial" panose="020B0604020202020204" pitchFamily="34" charset="0"/>
              </a:rPr>
              <a:t>Cistern: </a:t>
            </a:r>
            <a:r>
              <a:rPr lang="en-US" sz="1800" dirty="0">
                <a:solidFill>
                  <a:srgbClr val="212529"/>
                </a:solidFill>
                <a:latin typeface="Arial" panose="020B0604020202020204" pitchFamily="34" charset="0"/>
                <a:cs typeface="Arial" panose="020B0604020202020204" pitchFamily="34" charset="0"/>
              </a:rPr>
              <a:t>Cistern is a tank for storing liquids generally water and has inlet and outlet pipes to fill or empty itself.</a:t>
            </a:r>
          </a:p>
          <a:p>
            <a:pPr>
              <a:defRPr/>
            </a:pPr>
            <a:r>
              <a:rPr lang="en-US" sz="1800" dirty="0">
                <a:solidFill>
                  <a:srgbClr val="000000"/>
                </a:solidFill>
                <a:latin typeface="Arial" panose="020B0604020202020204" pitchFamily="34" charset="0"/>
                <a:cs typeface="Arial" panose="020B0604020202020204" pitchFamily="34" charset="0"/>
              </a:rPr>
              <a:t>Pipe: </a:t>
            </a:r>
            <a:r>
              <a:rPr lang="en-US" sz="1800" dirty="0">
                <a:solidFill>
                  <a:srgbClr val="212529"/>
                </a:solidFill>
                <a:latin typeface="Arial" panose="020B0604020202020204" pitchFamily="34" charset="0"/>
                <a:cs typeface="Arial" panose="020B0604020202020204" pitchFamily="34" charset="0"/>
              </a:rPr>
              <a:t>Pipe is a section of a hollow cylinder for the discharge of water from one place to another. Pipes are generally connected to the cistern/tank for filling and emptying the cistern or tank.</a:t>
            </a:r>
          </a:p>
          <a:p>
            <a:pPr marL="0" indent="0">
              <a:buFont typeface="Wingdings 2" pitchFamily="18" charset="2"/>
              <a:buNone/>
              <a:defRPr/>
            </a:pPr>
            <a:r>
              <a:rPr lang="en-US" sz="1800" dirty="0">
                <a:solidFill>
                  <a:srgbClr val="212529"/>
                </a:solidFill>
                <a:latin typeface="Arial" panose="020B0604020202020204" pitchFamily="34" charset="0"/>
                <a:cs typeface="Arial" panose="020B0604020202020204" pitchFamily="34" charset="0"/>
              </a:rPr>
              <a:t>Pipes are of two kinds:</a:t>
            </a:r>
          </a:p>
          <a:p>
            <a:pPr>
              <a:defRPr/>
            </a:pPr>
            <a:r>
              <a:rPr lang="en-US" sz="1800" dirty="0">
                <a:solidFill>
                  <a:srgbClr val="212529"/>
                </a:solidFill>
                <a:latin typeface="Arial" panose="020B0604020202020204" pitchFamily="34" charset="0"/>
                <a:cs typeface="Arial" panose="020B0604020202020204" pitchFamily="34" charset="0"/>
              </a:rPr>
              <a:t>Inlet Pipe: Pipe, which fills a cistern or tank, is an inlet pipe. </a:t>
            </a:r>
          </a:p>
          <a:p>
            <a:pPr>
              <a:defRPr/>
            </a:pPr>
            <a:r>
              <a:rPr lang="en-US" sz="1800" dirty="0">
                <a:solidFill>
                  <a:srgbClr val="212529"/>
                </a:solidFill>
                <a:latin typeface="Arial" panose="020B0604020202020204" pitchFamily="34" charset="0"/>
                <a:cs typeface="Arial" panose="020B0604020202020204" pitchFamily="34" charset="0"/>
              </a:rPr>
              <a:t>Outlet Pipe: Pipe, which empties a cistern or tank, is an outlet pipe</a:t>
            </a:r>
            <a:r>
              <a:rPr lang="en-US" sz="2400" dirty="0">
                <a:solidFill>
                  <a:srgbClr val="212529"/>
                </a:solidFill>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t>
            </a:r>
            <a:br>
              <a:rPr lang="en-US" sz="1600" dirty="0">
                <a:latin typeface="Arial" panose="020B0604020202020204" pitchFamily="34" charset="0"/>
                <a:cs typeface="Arial" panose="020B0604020202020204" pitchFamily="34" charset="0"/>
              </a:rPr>
            </a:br>
            <a:endParaRPr lang="en-US"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7409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1" name="Google Shape;101;p2"/>
          <p:cNvSpPr txBox="1"/>
          <p:nvPr/>
        </p:nvSpPr>
        <p:spPr>
          <a:xfrm>
            <a:off x="955109" y="1855394"/>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Q 1. </a:t>
            </a:r>
            <a:r>
              <a:rPr lang="en-US" sz="2400" b="0" i="0" u="none" strike="noStrike" cap="none">
                <a:solidFill>
                  <a:srgbClr val="000000"/>
                </a:solidFill>
                <a:latin typeface="Times New Roman"/>
                <a:ea typeface="Times New Roman"/>
                <a:cs typeface="Times New Roman"/>
                <a:sym typeface="Times New Roman"/>
              </a:rPr>
              <a:t>Pipes P, Q, R and S can fill a certain tank in 3, 5, 6 and 10 hours, respectively. How much time will it take for the tank to be filled if all pipes are opened together? </a:t>
            </a:r>
            <a:endParaRPr sz="2400">
              <a:solidFill>
                <a:schemeClr val="dk1"/>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2400"/>
              <a:buFont typeface="Times New Roman"/>
              <a:buAutoNum type="alphaLcParenR"/>
            </a:pPr>
            <a:r>
              <a:rPr lang="en-US" sz="2400">
                <a:solidFill>
                  <a:schemeClr val="dk1"/>
                </a:solidFill>
                <a:latin typeface="Times New Roman"/>
                <a:ea typeface="Times New Roman"/>
                <a:cs typeface="Times New Roman"/>
                <a:sym typeface="Times New Roman"/>
              </a:rPr>
              <a:t>1hour 15mins		b) 1hour 20min</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c)   1hour 30 mins		d) 2hour 30mins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03946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1" name="Google Shape;111;p3"/>
          <p:cNvSpPr txBox="1"/>
          <p:nvPr/>
        </p:nvSpPr>
        <p:spPr>
          <a:xfrm>
            <a:off x="955109" y="1842868"/>
            <a:ext cx="10024447"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 </a:t>
            </a:r>
            <a:r>
              <a:rPr lang="en-US" sz="2400" b="0" i="0" u="none" strike="noStrike">
                <a:solidFill>
                  <a:srgbClr val="000000"/>
                </a:solidFill>
                <a:latin typeface="Times New Roman"/>
                <a:ea typeface="Times New Roman"/>
                <a:cs typeface="Times New Roman"/>
                <a:sym typeface="Times New Roman"/>
              </a:rPr>
              <a:t>Two pipes A and B can fill a tank in 12 minutes and 24 minutes respectively. Both are opened together. But at the end of 2 minutes, the first is turned off. The further time taken to fill the tank is: </a:t>
            </a:r>
            <a:endParaRPr/>
          </a:p>
          <a:p>
            <a:pPr marL="457200" marR="0" lvl="0" indent="-457200" algn="l" rtl="0">
              <a:spcBef>
                <a:spcPts val="0"/>
              </a:spcBef>
              <a:spcAft>
                <a:spcPts val="0"/>
              </a:spcAft>
              <a:buClr>
                <a:srgbClr val="000000"/>
              </a:buClr>
              <a:buSzPts val="2400"/>
              <a:buFont typeface="Times New Roman"/>
              <a:buAutoNum type="alphaLcParenBoth"/>
            </a:pPr>
            <a:r>
              <a:rPr lang="en-US" sz="2400" b="0" i="0" u="none" strike="noStrike">
                <a:solidFill>
                  <a:srgbClr val="000000"/>
                </a:solidFill>
                <a:latin typeface="Times New Roman"/>
                <a:ea typeface="Times New Roman"/>
                <a:cs typeface="Times New Roman"/>
                <a:sym typeface="Times New Roman"/>
              </a:rPr>
              <a:t>12 minutes				(b) 18 minutes </a:t>
            </a:r>
            <a:endParaRPr/>
          </a:p>
          <a:p>
            <a:pPr marL="0" marR="0" lvl="0" indent="0" algn="l" rtl="0">
              <a:spcBef>
                <a:spcPts val="0"/>
              </a:spcBef>
              <a:spcAft>
                <a:spcPts val="0"/>
              </a:spcAft>
              <a:buNone/>
            </a:pPr>
            <a:r>
              <a:rPr lang="en-US" sz="2400" b="0" i="0" u="none" strike="noStrike">
                <a:solidFill>
                  <a:srgbClr val="000000"/>
                </a:solidFill>
                <a:latin typeface="Times New Roman"/>
                <a:ea typeface="Times New Roman"/>
                <a:cs typeface="Times New Roman"/>
                <a:sym typeface="Times New Roman"/>
              </a:rPr>
              <a:t>(c) 9 1/3 minutes 			(d) 22 minutes </a:t>
            </a:r>
            <a:endParaRPr/>
          </a:p>
        </p:txBody>
      </p:sp>
    </p:spTree>
    <p:extLst>
      <p:ext uri="{BB962C8B-B14F-4D97-AF65-F5344CB8AC3E}">
        <p14:creationId xmlns:p14="http://schemas.microsoft.com/office/powerpoint/2010/main" val="197290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21" name="Google Shape;121;p4"/>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 3. </a:t>
            </a:r>
            <a:r>
              <a:rPr lang="en-US" sz="2400" b="0" i="0" u="none" strike="noStrike" dirty="0">
                <a:solidFill>
                  <a:srgbClr val="000000"/>
                </a:solidFill>
                <a:latin typeface="Times New Roman"/>
                <a:ea typeface="Times New Roman"/>
                <a:cs typeface="Times New Roman"/>
                <a:sym typeface="Times New Roman"/>
              </a:rPr>
              <a:t>A pipe can fill a tank in 5 hours. There is a hole in the tank halfway from the bottom, which can empty the tank in 6 hours. How much time will it take to fill the tank? </a:t>
            </a:r>
            <a:endParaRPr dirty="0"/>
          </a:p>
          <a:p>
            <a:pPr marL="0" marR="0" lvl="0" indent="0" algn="l" rtl="0">
              <a:spcBef>
                <a:spcPts val="0"/>
              </a:spcBef>
              <a:spcAft>
                <a:spcPts val="0"/>
              </a:spcAft>
              <a:buNone/>
            </a:pPr>
            <a:r>
              <a:rPr lang="en-US" sz="2400" dirty="0">
                <a:solidFill>
                  <a:srgbClr val="000000"/>
                </a:solidFill>
                <a:latin typeface="Times New Roman"/>
                <a:ea typeface="Times New Roman"/>
                <a:cs typeface="Times New Roman"/>
                <a:sym typeface="Times New Roman"/>
              </a:rPr>
              <a:t>(a</a:t>
            </a:r>
            <a:r>
              <a:rPr lang="en-US" sz="2400" b="0" i="0" u="none" strike="noStrike" dirty="0">
                <a:solidFill>
                  <a:srgbClr val="000000"/>
                </a:solidFill>
                <a:latin typeface="Times New Roman"/>
                <a:ea typeface="Times New Roman"/>
                <a:cs typeface="Times New Roman"/>
                <a:sym typeface="Times New Roman"/>
              </a:rPr>
              <a:t>) 1.5 hours 		(b) 11 hours 		(c) 5.5 hours 		(d) 17.5 hours </a:t>
            </a:r>
            <a:endParaRPr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87375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31" name="Google Shape;131;p5"/>
          <p:cNvSpPr txBox="1"/>
          <p:nvPr/>
        </p:nvSpPr>
        <p:spPr>
          <a:xfrm>
            <a:off x="955109" y="1842868"/>
            <a:ext cx="1002444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4. There are 3 </a:t>
            </a:r>
            <a:r>
              <a:rPr lang="en-US" sz="2400" b="0" i="0" u="none" strike="noStrike">
                <a:solidFill>
                  <a:srgbClr val="000000"/>
                </a:solidFill>
                <a:latin typeface="Times New Roman"/>
                <a:ea typeface="Times New Roman"/>
                <a:cs typeface="Times New Roman"/>
                <a:sym typeface="Times New Roman"/>
              </a:rPr>
              <a:t>Pipes fill a certain tank in 10, 15, 20 hours respectively. How much time will it take for the tank to be filled if all pipes are opened together? </a:t>
            </a:r>
            <a:endParaRPr sz="2400">
              <a:solidFill>
                <a:schemeClr val="dk1"/>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2400"/>
              <a:buFont typeface="Times New Roman"/>
              <a:buAutoNum type="alphaLcParenR"/>
            </a:pPr>
            <a:r>
              <a:rPr lang="en-US" sz="2400">
                <a:solidFill>
                  <a:schemeClr val="dk1"/>
                </a:solidFill>
                <a:latin typeface="Times New Roman"/>
                <a:ea typeface="Times New Roman"/>
                <a:cs typeface="Times New Roman"/>
                <a:sym typeface="Times New Roman"/>
              </a:rPr>
              <a:t>4 (8/13) Hours		b) 6 Hours</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c)   5 5/7 Hours 		d) 8 Hours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3107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41" name="Google Shape;141;p6"/>
          <p:cNvSpPr txBox="1"/>
          <p:nvPr/>
        </p:nvSpPr>
        <p:spPr>
          <a:xfrm>
            <a:off x="955109" y="1842868"/>
            <a:ext cx="1002444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5. </a:t>
            </a:r>
            <a:r>
              <a:rPr lang="en-US" sz="2400" b="0" i="0" u="none" strike="noStrike">
                <a:solidFill>
                  <a:srgbClr val="000000"/>
                </a:solidFill>
                <a:latin typeface="Times New Roman"/>
                <a:ea typeface="Times New Roman"/>
                <a:cs typeface="Times New Roman"/>
                <a:sym typeface="Times New Roman"/>
              </a:rPr>
              <a:t>Pipe A and B  can fill the tank in 12 hours, Where Pipe A fill the tank 10 hours faster then B. In how many hours pipe B will fill the tank alone?</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 10		(b) 20		(c) 25		(d) 30</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8045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1" name="Google Shape;151;p7"/>
          <p:cNvSpPr txBox="1"/>
          <p:nvPr/>
        </p:nvSpPr>
        <p:spPr>
          <a:xfrm>
            <a:off x="955109" y="1842868"/>
            <a:ext cx="10024447"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6. </a:t>
            </a:r>
            <a:r>
              <a:rPr lang="en-US" sz="2400" b="0" i="0" u="none" strike="noStrike">
                <a:solidFill>
                  <a:srgbClr val="000000"/>
                </a:solidFill>
                <a:latin typeface="Times New Roman"/>
                <a:ea typeface="Times New Roman"/>
                <a:cs typeface="Times New Roman"/>
                <a:sym typeface="Times New Roman"/>
              </a:rPr>
              <a:t>A tank is filled with a pump in 3 hours, As there is a leak in the tank it get filled in 4 hours. By that leak half off the filled tank get emptied in how much time? </a:t>
            </a:r>
            <a:endParaRPr sz="2400">
              <a:solidFill>
                <a:schemeClr val="dk1"/>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2400"/>
              <a:buFont typeface="Times New Roman"/>
              <a:buAutoNum type="alphaLcParenR"/>
            </a:pPr>
            <a:r>
              <a:rPr lang="en-US" sz="2400">
                <a:solidFill>
                  <a:schemeClr val="dk1"/>
                </a:solidFill>
                <a:latin typeface="Times New Roman"/>
                <a:ea typeface="Times New Roman"/>
                <a:cs typeface="Times New Roman"/>
                <a:sym typeface="Times New Roman"/>
              </a:rPr>
              <a:t>6hours	b) 5hours	c)   8hours	d) 9hours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6202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61" name="Google Shape;161;p8"/>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7. </a:t>
            </a:r>
            <a:r>
              <a:rPr lang="en-US" sz="2400" u="none" strike="noStrike">
                <a:solidFill>
                  <a:srgbClr val="000000"/>
                </a:solidFill>
                <a:latin typeface="Times New Roman"/>
                <a:ea typeface="Times New Roman"/>
                <a:cs typeface="Times New Roman"/>
                <a:sym typeface="Times New Roman"/>
              </a:rPr>
              <a:t>If the ratio of Rate of filling of two Pipes A and B is 3:2. If together they can fill a Tank 5/6th of Tank in 20 minutes. Then in how many does A alone can fill the Tank?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20 Minutes 	(b) 30 Minutes 	(c) 40 Minutes 	(d)50 Minutes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17847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71" name="Google Shape;171;p9"/>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8. </a:t>
            </a:r>
            <a:r>
              <a:rPr lang="en-US" sz="2400" u="none" strike="noStrike">
                <a:solidFill>
                  <a:srgbClr val="000000"/>
                </a:solidFill>
                <a:latin typeface="Times New Roman"/>
                <a:ea typeface="Times New Roman"/>
                <a:cs typeface="Times New Roman"/>
                <a:sym typeface="Times New Roman"/>
              </a:rPr>
              <a:t>A Cistern is two-fifth full. Pipe A can fill a tank in 10 minutes and pipe B can empty it in 6 minutes. If both the pipes are open, how long will it take to empty or fill the tank completely?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5 minutes 		(b). 4 minutes 		(c). 6 minutes		(d). 8 minutes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50980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81" name="Google Shape;181;p10"/>
          <p:cNvSpPr txBox="1"/>
          <p:nvPr/>
        </p:nvSpPr>
        <p:spPr>
          <a:xfrm>
            <a:off x="955109" y="1842868"/>
            <a:ext cx="10024447"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9. </a:t>
            </a:r>
            <a:r>
              <a:rPr lang="en-US" sz="2400" u="none" strike="noStrike">
                <a:solidFill>
                  <a:srgbClr val="000000"/>
                </a:solidFill>
                <a:latin typeface="Times New Roman"/>
                <a:ea typeface="Times New Roman"/>
                <a:cs typeface="Times New Roman"/>
                <a:sym typeface="Times New Roman"/>
              </a:rPr>
              <a:t>If a pipe A can fill a tank 3 times faster than pipe B. If both the pipes can fill the tank in 32 minutes, then the slower pipe alone will be able to fill the tank in?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128 minutes 	(b). 124 minutes	(c). 154 minutes	(d). 168 minutes</a:t>
            </a:r>
            <a:endParaRPr/>
          </a:p>
          <a:p>
            <a:pPr marL="0" marR="0" lvl="0" indent="0" algn="l" rtl="0">
              <a:spcBef>
                <a:spcPts val="0"/>
              </a:spcBef>
              <a:spcAft>
                <a:spcPts val="0"/>
              </a:spcAft>
              <a:buNone/>
            </a:pPr>
            <a:r>
              <a:rPr lang="en-US" sz="2400" u="none" strike="noStrike">
                <a:solidFill>
                  <a:srgbClr val="323232"/>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89095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91" name="Google Shape;191;p11"/>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10. </a:t>
            </a:r>
            <a:r>
              <a:rPr lang="en-US" sz="2400" u="none" strike="noStrike">
                <a:solidFill>
                  <a:srgbClr val="000000"/>
                </a:solidFill>
                <a:latin typeface="Times New Roman"/>
                <a:ea typeface="Times New Roman"/>
                <a:cs typeface="Times New Roman"/>
                <a:sym typeface="Times New Roman"/>
              </a:rPr>
              <a:t>If a pipe A can fill a tank 3 times faster than pipe B and takes 32 minutes less than pipe B to fill the tank. If both the pipes are opened simultaneously, then find the time taken to fill the tank?</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14 minutes 		(b) 12 minutes 	(c) 15 minutes 	(d) 16 minutes  </a:t>
            </a:r>
            <a:endParaRPr/>
          </a:p>
        </p:txBody>
      </p:sp>
    </p:spTree>
    <p:extLst>
      <p:ext uri="{BB962C8B-B14F-4D97-AF65-F5344CB8AC3E}">
        <p14:creationId xmlns:p14="http://schemas.microsoft.com/office/powerpoint/2010/main" val="1836622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201" name="Google Shape;201;p12"/>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 11. </a:t>
            </a:r>
            <a:r>
              <a:rPr lang="en-US" sz="2400" u="none" strike="noStrike" dirty="0">
                <a:solidFill>
                  <a:srgbClr val="000000"/>
                </a:solidFill>
                <a:latin typeface="Times New Roman"/>
                <a:ea typeface="Times New Roman"/>
                <a:cs typeface="Times New Roman"/>
                <a:sym typeface="Times New Roman"/>
              </a:rPr>
              <a:t>Two pipes P and Q can fill a tank in 24 minutes and </a:t>
            </a:r>
            <a:r>
              <a:rPr lang="en-US" sz="2400" dirty="0">
                <a:latin typeface="Times New Roman"/>
                <a:ea typeface="Times New Roman"/>
                <a:cs typeface="Times New Roman"/>
                <a:sym typeface="Times New Roman"/>
              </a:rPr>
              <a:t>32</a:t>
            </a:r>
            <a:r>
              <a:rPr lang="en-US" sz="2400" u="none" strike="noStrike" dirty="0">
                <a:solidFill>
                  <a:srgbClr val="000000"/>
                </a:solidFill>
                <a:latin typeface="Times New Roman"/>
                <a:ea typeface="Times New Roman"/>
                <a:cs typeface="Times New Roman"/>
                <a:sym typeface="Times New Roman"/>
              </a:rPr>
              <a:t> minutes respectively. If both the pipes are opened simultaneously, after how much time should </a:t>
            </a:r>
            <a:r>
              <a:rPr lang="en-US" sz="2400" dirty="0">
                <a:latin typeface="Times New Roman"/>
                <a:ea typeface="Times New Roman"/>
                <a:cs typeface="Times New Roman"/>
                <a:sym typeface="Times New Roman"/>
              </a:rPr>
              <a:t>Q</a:t>
            </a:r>
            <a:r>
              <a:rPr lang="en-US" sz="2400" u="none" strike="noStrike" dirty="0">
                <a:solidFill>
                  <a:srgbClr val="000000"/>
                </a:solidFill>
                <a:latin typeface="Times New Roman"/>
                <a:ea typeface="Times New Roman"/>
                <a:cs typeface="Times New Roman"/>
                <a:sym typeface="Times New Roman"/>
              </a:rPr>
              <a:t> be closed so that the tank is full in 18 minutes? </a:t>
            </a:r>
            <a:endParaRPr dirty="0"/>
          </a:p>
          <a:p>
            <a:pPr marL="0" marR="0" lvl="0" indent="0" algn="l" rtl="0">
              <a:spcBef>
                <a:spcPts val="0"/>
              </a:spcBef>
              <a:spcAft>
                <a:spcPts val="0"/>
              </a:spcAft>
              <a:buNone/>
            </a:pPr>
            <a:r>
              <a:rPr lang="en-US" sz="2400" dirty="0">
                <a:solidFill>
                  <a:srgbClr val="000000"/>
                </a:solidFill>
                <a:latin typeface="Times New Roman"/>
                <a:ea typeface="Times New Roman"/>
                <a:cs typeface="Times New Roman"/>
                <a:sym typeface="Times New Roman"/>
              </a:rPr>
              <a:t>(a)</a:t>
            </a:r>
            <a:r>
              <a:rPr lang="en-US" sz="2400" u="none" strike="noStrike" dirty="0">
                <a:solidFill>
                  <a:srgbClr val="000000"/>
                </a:solidFill>
                <a:latin typeface="Times New Roman"/>
                <a:ea typeface="Times New Roman"/>
                <a:cs typeface="Times New Roman"/>
                <a:sym typeface="Times New Roman"/>
              </a:rPr>
              <a:t> 14 minutes 	(b) 12 minutes		(c) 15 minutes		(d) 8 minutes</a:t>
            </a:r>
            <a:endParaRPr dirty="0"/>
          </a:p>
        </p:txBody>
      </p:sp>
    </p:spTree>
    <p:extLst>
      <p:ext uri="{BB962C8B-B14F-4D97-AF65-F5344CB8AC3E}">
        <p14:creationId xmlns:p14="http://schemas.microsoft.com/office/powerpoint/2010/main" val="3381574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11" name="Google Shape;211;p13"/>
          <p:cNvSpPr txBox="1"/>
          <p:nvPr/>
        </p:nvSpPr>
        <p:spPr>
          <a:xfrm>
            <a:off x="955109" y="1842868"/>
            <a:ext cx="1002444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12. </a:t>
            </a:r>
            <a:r>
              <a:rPr lang="en-US" sz="2400" u="none" strike="noStrike">
                <a:solidFill>
                  <a:srgbClr val="000000"/>
                </a:solidFill>
                <a:latin typeface="Times New Roman"/>
                <a:ea typeface="Times New Roman"/>
                <a:cs typeface="Times New Roman"/>
                <a:sym typeface="Times New Roman"/>
              </a:rPr>
              <a:t>A full tank gets emptied in 8 minutes due to the presence of a leak in it. On opening a tap which can fill the tank at the rate of 9 L/min, the tank get emptied in 12 min. Find the capacity of a tank?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120 L 		(b) 240 L 		(c) 216 L 		(d) 224 L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12618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21" name="Google Shape;221;p14"/>
          <p:cNvSpPr txBox="1"/>
          <p:nvPr/>
        </p:nvSpPr>
        <p:spPr>
          <a:xfrm>
            <a:off x="955109" y="1842868"/>
            <a:ext cx="10024447"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 13. </a:t>
            </a:r>
            <a:r>
              <a:rPr lang="en-US" sz="2400" u="none" strike="noStrike" dirty="0">
                <a:solidFill>
                  <a:srgbClr val="000000"/>
                </a:solidFill>
                <a:latin typeface="Times New Roman"/>
                <a:ea typeface="Times New Roman"/>
                <a:cs typeface="Times New Roman"/>
                <a:sym typeface="Times New Roman"/>
              </a:rPr>
              <a:t>A large cistern can be filled by two pipes P and Q in 15 minutes and 10 minutes respectively. How many minutes will it take to fill the Cistern from an empty state if Q is used for half the time and P and Q fill it together for the other half? </a:t>
            </a:r>
            <a:endParaRPr dirty="0"/>
          </a:p>
          <a:p>
            <a:pPr marL="0" marR="0" lvl="0" indent="0" algn="l" rtl="0">
              <a:spcBef>
                <a:spcPts val="0"/>
              </a:spcBef>
              <a:spcAft>
                <a:spcPts val="0"/>
              </a:spcAft>
              <a:buNone/>
            </a:pPr>
            <a:r>
              <a:rPr lang="en-US" sz="2400" dirty="0">
                <a:solidFill>
                  <a:srgbClr val="000000"/>
                </a:solidFill>
                <a:latin typeface="Times New Roman"/>
                <a:ea typeface="Times New Roman"/>
                <a:cs typeface="Times New Roman"/>
                <a:sym typeface="Times New Roman"/>
              </a:rPr>
              <a:t>(a)</a:t>
            </a:r>
            <a:r>
              <a:rPr lang="en-US" sz="2400" u="none" strike="noStrike" dirty="0">
                <a:solidFill>
                  <a:srgbClr val="000000"/>
                </a:solidFill>
                <a:latin typeface="Times New Roman"/>
                <a:ea typeface="Times New Roman"/>
                <a:cs typeface="Times New Roman"/>
                <a:sym typeface="Times New Roman"/>
              </a:rPr>
              <a:t> 6.5 minutes 	(b) 7.5 minutes 	(c) 8.5 minutes 	(d) 9.5 minutes </a:t>
            </a:r>
            <a:endParaRPr dirty="0"/>
          </a:p>
        </p:txBody>
      </p:sp>
    </p:spTree>
    <p:extLst>
      <p:ext uri="{BB962C8B-B14F-4D97-AF65-F5344CB8AC3E}">
        <p14:creationId xmlns:p14="http://schemas.microsoft.com/office/powerpoint/2010/main" val="90748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31" name="Google Shape;231;p15"/>
          <p:cNvSpPr txBox="1"/>
          <p:nvPr/>
        </p:nvSpPr>
        <p:spPr>
          <a:xfrm>
            <a:off x="955109" y="1842868"/>
            <a:ext cx="10024447"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14. </a:t>
            </a:r>
            <a:r>
              <a:rPr lang="en-US" sz="2400" u="none" strike="noStrike">
                <a:solidFill>
                  <a:srgbClr val="000000"/>
                </a:solidFill>
                <a:latin typeface="Times New Roman"/>
                <a:ea typeface="Times New Roman"/>
                <a:cs typeface="Times New Roman"/>
                <a:sym typeface="Times New Roman"/>
              </a:rPr>
              <a:t>A pipe can fill a cistern in 8 hours. After half the tank is filled, three more similar taps are opened. What is the total time taken to fill the cistern completely?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3 hours 	(b)2 hours 	(c) 5 hours		(d) 4 hours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65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41" name="Google Shape;241;p16"/>
          <p:cNvSpPr txBox="1"/>
          <p:nvPr/>
        </p:nvSpPr>
        <p:spPr>
          <a:xfrm>
            <a:off x="955109" y="1842868"/>
            <a:ext cx="10024447"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15. </a:t>
            </a:r>
            <a:r>
              <a:rPr lang="en-US" sz="2400" u="none" strike="noStrike">
                <a:solidFill>
                  <a:srgbClr val="000000"/>
                </a:solidFill>
                <a:latin typeface="Times New Roman"/>
                <a:ea typeface="Times New Roman"/>
                <a:cs typeface="Times New Roman"/>
                <a:sym typeface="Times New Roman"/>
              </a:rPr>
              <a:t>A Cistern has an inlet pipe and outlet pipe. The inlet pipe fills the cistern completely in 1 hour 20 minutes when the outlet pipe is plugged. The outlet pipe empties the tank completely in 6 hours when the inlet pipe is plugged. If there is a leakage also which is capable of draining out the water from the tank at half of the rate of the outlet pipe, then what is the time taken to fill the empty tank when both the pipes are opened? </a:t>
            </a:r>
            <a:endParaRPr sz="240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3 hours 		(b) 2 hours 		(c) 5 hours 		(d) 4 hours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62023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51" name="Google Shape;251;p17"/>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16. </a:t>
            </a:r>
            <a:r>
              <a:rPr lang="en-US" sz="2400" u="none" strike="noStrike">
                <a:solidFill>
                  <a:srgbClr val="000000"/>
                </a:solidFill>
                <a:latin typeface="Times New Roman"/>
                <a:ea typeface="Times New Roman"/>
                <a:cs typeface="Times New Roman"/>
                <a:sym typeface="Times New Roman"/>
              </a:rPr>
              <a:t>If a pipe A can fill a tank 3 times faster than pipe B. If both the pipes can fill the tank in 42 minutes, then the slower pipe alone will be able to fill the tank in?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148 minutes 	(b) 124 minutes 	(c) 154 minutes 	(d) 168 minutes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18041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61" name="Google Shape;261;p18"/>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17. </a:t>
            </a:r>
            <a:r>
              <a:rPr lang="en-US" sz="2400" u="none" strike="noStrike">
                <a:solidFill>
                  <a:srgbClr val="000000"/>
                </a:solidFill>
                <a:latin typeface="Times New Roman"/>
                <a:ea typeface="Times New Roman"/>
                <a:cs typeface="Times New Roman"/>
                <a:sym typeface="Times New Roman"/>
              </a:rPr>
              <a:t>Two pipes P and Q can fill a cistern in 10 hours and 20 hours respectively. If they are opened simultaneously. Sometimes later, tap Q was closed, then it takes total 5 hours to fill up the whole tank. After how many hours Q was closed?</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14 hours 		(b)15 hours		(c)10 hours 		(d)16 hours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74771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71" name="Google Shape;271;p19"/>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18. </a:t>
            </a:r>
            <a:r>
              <a:rPr lang="en-US" sz="2400" u="none" strike="noStrike">
                <a:solidFill>
                  <a:srgbClr val="000000"/>
                </a:solidFill>
                <a:latin typeface="Times New Roman"/>
                <a:ea typeface="Times New Roman"/>
                <a:cs typeface="Times New Roman"/>
                <a:sym typeface="Times New Roman"/>
              </a:rPr>
              <a:t>Pipe A fills a tank in 30 minutes. Pipe B can fill the same tank 5 times as fast as pipe A. If both the pipes were kept open when the tank is empty, how much time will it take for the tank to overflow?</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3 minutes 		(b) 2 minutes 		(c) 5 minutes 		(d) 4 minutes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3962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81" name="Google Shape;281;p20"/>
          <p:cNvSpPr txBox="1"/>
          <p:nvPr/>
        </p:nvSpPr>
        <p:spPr>
          <a:xfrm>
            <a:off x="955109" y="1842868"/>
            <a:ext cx="1002444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19. </a:t>
            </a:r>
            <a:r>
              <a:rPr lang="en-US" sz="2400" u="none" strike="noStrike">
                <a:solidFill>
                  <a:srgbClr val="000000"/>
                </a:solidFill>
                <a:latin typeface="Times New Roman"/>
                <a:ea typeface="Times New Roman"/>
                <a:cs typeface="Times New Roman"/>
                <a:sym typeface="Times New Roman"/>
              </a:rPr>
              <a:t>Three taps P, Q and R can fill a tank in 12, 15 and 20 hours respectively. If P is open all the time and Q, R are open for one hour each alternatively, the tank will be full in</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 </a:t>
            </a:r>
            <a:r>
              <a:rPr lang="en-US" sz="2400" u="none" strike="noStrike">
                <a:solidFill>
                  <a:srgbClr val="000000"/>
                </a:solidFill>
                <a:latin typeface="Times New Roman"/>
                <a:ea typeface="Times New Roman"/>
                <a:cs typeface="Times New Roman"/>
                <a:sym typeface="Times New Roman"/>
              </a:rPr>
              <a:t>3 hours 		(b) 2 hours		(c) 7 hours 		(d) 4 hours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5530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91" name="Google Shape;291;p21"/>
          <p:cNvSpPr txBox="1"/>
          <p:nvPr/>
        </p:nvSpPr>
        <p:spPr>
          <a:xfrm>
            <a:off x="955109" y="1842868"/>
            <a:ext cx="10024447"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20. </a:t>
            </a:r>
            <a:r>
              <a:rPr lang="en-US" sz="2400" u="none" strike="noStrike">
                <a:solidFill>
                  <a:srgbClr val="000000"/>
                </a:solidFill>
                <a:latin typeface="Times New Roman"/>
                <a:ea typeface="Times New Roman"/>
                <a:cs typeface="Times New Roman"/>
                <a:sym typeface="Times New Roman"/>
              </a:rPr>
              <a:t>Two pipes P and Q are opened together to fill a tank. Both the pipes fill the tank in time “x” If Q separately took 25 minutes more time than “x” to fill the tank and P took 49 minutes more time than “x” to fill the tank, then find out the value of x?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48 minutes 	(b). 35 minutes 	(c) 54 minutes		(d). 68 minutes</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10912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301" name="Google Shape;301;p22"/>
          <p:cNvSpPr txBox="1"/>
          <p:nvPr/>
        </p:nvSpPr>
        <p:spPr>
          <a:xfrm>
            <a:off x="955109" y="1842868"/>
            <a:ext cx="10024447"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21.</a:t>
            </a:r>
            <a:r>
              <a:rPr lang="en-US" sz="2400" u="none" strike="noStrike">
                <a:solidFill>
                  <a:srgbClr val="000000"/>
                </a:solidFill>
                <a:latin typeface="Times New Roman"/>
                <a:ea typeface="Times New Roman"/>
                <a:cs typeface="Times New Roman"/>
                <a:sym typeface="Times New Roman"/>
              </a:rPr>
              <a:t> A large cistern can be filled by two pipes P and Q in 15 minutes and 20 minutes respectively. How many minutes will it take to fill the Cistern from an empty state if Q is used for half the time and P and Q fill it together for the other half?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12 minutes 	(b) 17 minutes 	(c) 18 minutes 	(d)None</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6540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11" name="Google Shape;311;p23"/>
          <p:cNvSpPr txBox="1"/>
          <p:nvPr/>
        </p:nvSpPr>
        <p:spPr>
          <a:xfrm>
            <a:off x="955109" y="1842868"/>
            <a:ext cx="1002444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22.</a:t>
            </a:r>
            <a:r>
              <a:rPr lang="en-US" sz="2400" u="none" strike="noStrike">
                <a:solidFill>
                  <a:srgbClr val="000000"/>
                </a:solidFill>
                <a:latin typeface="Times New Roman"/>
                <a:ea typeface="Times New Roman"/>
                <a:cs typeface="Times New Roman"/>
                <a:sym typeface="Times New Roman"/>
              </a:rPr>
              <a:t> Three pipes P, Q and R can fill a Cistern in 6 hours. After working at it together for 2 hours, R is closed and P and Q can fill the remaining part in 7 hours. The number of hours taken by R alone to fill the Cistern is</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14 hours 		(b)12 hours		(c). 15 hours		(d). 18 hours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93956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21" name="Google Shape;321;p24"/>
          <p:cNvSpPr txBox="1"/>
          <p:nvPr/>
        </p:nvSpPr>
        <p:spPr>
          <a:xfrm>
            <a:off x="955109" y="1842868"/>
            <a:ext cx="10024447"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23. </a:t>
            </a:r>
            <a:r>
              <a:rPr lang="en-US" sz="2400" u="none" strike="noStrike">
                <a:solidFill>
                  <a:srgbClr val="000000"/>
                </a:solidFill>
                <a:latin typeface="Times New Roman"/>
                <a:ea typeface="Times New Roman"/>
                <a:cs typeface="Times New Roman"/>
                <a:sym typeface="Times New Roman"/>
              </a:rPr>
              <a:t>A Special pump can be used for filling as well as for emptying a Cistern. The capacity of the Cistern is 2400m³. The emptying capacity of the </a:t>
            </a:r>
            <a:r>
              <a:rPr lang="en-US" sz="2400">
                <a:solidFill>
                  <a:srgbClr val="000000"/>
                </a:solidFill>
                <a:latin typeface="Times New Roman"/>
                <a:ea typeface="Times New Roman"/>
                <a:cs typeface="Times New Roman"/>
                <a:sym typeface="Times New Roman"/>
              </a:rPr>
              <a:t>pump</a:t>
            </a:r>
            <a:r>
              <a:rPr lang="en-US" sz="2400" u="none" strike="noStrike">
                <a:solidFill>
                  <a:srgbClr val="000000"/>
                </a:solidFill>
                <a:latin typeface="Times New Roman"/>
                <a:ea typeface="Times New Roman"/>
                <a:cs typeface="Times New Roman"/>
                <a:sym typeface="Times New Roman"/>
              </a:rPr>
              <a:t> is 10m³ per minute higher than its filling capacity and the pump needs 8 minutes lesser to </a:t>
            </a:r>
            <a:r>
              <a:rPr lang="en-US" sz="2400">
                <a:solidFill>
                  <a:srgbClr val="000000"/>
                </a:solidFill>
                <a:latin typeface="Times New Roman"/>
                <a:ea typeface="Times New Roman"/>
                <a:cs typeface="Times New Roman"/>
                <a:sym typeface="Times New Roman"/>
              </a:rPr>
              <a:t>empty</a:t>
            </a:r>
            <a:r>
              <a:rPr lang="en-US" sz="2400" u="none" strike="noStrike">
                <a:solidFill>
                  <a:srgbClr val="000000"/>
                </a:solidFill>
                <a:latin typeface="Times New Roman"/>
                <a:ea typeface="Times New Roman"/>
                <a:cs typeface="Times New Roman"/>
                <a:sym typeface="Times New Roman"/>
              </a:rPr>
              <a:t> the tank than it needs to fill it. What is the filling capacity of the pump? </a:t>
            </a:r>
            <a:br>
              <a:rPr lang="en-US" sz="2400" u="none" strike="noStrike">
                <a:solidFill>
                  <a:srgbClr val="000000"/>
                </a:solidFill>
                <a:latin typeface="Times New Roman"/>
                <a:ea typeface="Times New Roman"/>
                <a:cs typeface="Times New Roman"/>
                <a:sym typeface="Times New Roman"/>
              </a:rPr>
            </a:br>
            <a:r>
              <a:rPr lang="en-US" sz="2400" u="none" strike="noStrike">
                <a:solidFill>
                  <a:srgbClr val="000000"/>
                </a:solidFill>
                <a:latin typeface="Times New Roman"/>
                <a:ea typeface="Times New Roman"/>
                <a:cs typeface="Times New Roman"/>
                <a:sym typeface="Times New Roman"/>
              </a:rPr>
              <a:t>(a) 40m³/min 		(b) 50m³/min	 	(c) 60m³/min 		(d) 30m³/min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3268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31" name="Google Shape;331;p25"/>
          <p:cNvSpPr txBox="1"/>
          <p:nvPr/>
        </p:nvSpPr>
        <p:spPr>
          <a:xfrm>
            <a:off x="955109" y="1842868"/>
            <a:ext cx="10024447"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Q24. </a:t>
            </a:r>
            <a:r>
              <a:rPr lang="en-US" sz="2400" u="none" strike="noStrike">
                <a:solidFill>
                  <a:srgbClr val="000000"/>
                </a:solidFill>
                <a:latin typeface="Times New Roman"/>
                <a:ea typeface="Times New Roman"/>
                <a:cs typeface="Times New Roman"/>
                <a:sym typeface="Times New Roman"/>
              </a:rPr>
              <a:t>Two Pipes A and B together can fill a Tank in ‘X’ minutes. If ‘A’ is Inlet Pipe can Fill the Tank alone in 40 minutes less than ‘X’ minutes and ‘B’ is Outlet pipe can empty the Tank alone in 30 minutes less than ‘X’ minutes. Then together they can fill the empty Tank in how many minutes?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48 Minutes 	(b) 54 Minutes 	(c) 60 Minutes 	(d) 70 Minutes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34022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41" name="Google Shape;341;p26"/>
          <p:cNvSpPr txBox="1"/>
          <p:nvPr/>
        </p:nvSpPr>
        <p:spPr>
          <a:xfrm>
            <a:off x="955109" y="1842868"/>
            <a:ext cx="10024447"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25. </a:t>
            </a:r>
            <a:r>
              <a:rPr lang="en-US" sz="2400" u="none" strike="noStrike">
                <a:solidFill>
                  <a:srgbClr val="000000"/>
                </a:solidFill>
                <a:latin typeface="Times New Roman"/>
                <a:ea typeface="Times New Roman"/>
                <a:cs typeface="Times New Roman"/>
                <a:sym typeface="Times New Roman"/>
              </a:rPr>
              <a:t>Pipe A and B can fill a Tank alone in 48 Hours and 24 Hours respectively. Another Pipe C can empty the same Tank alone in 36 Hours. In an empty Tank for the First hour, Pipe A is opened alone, Second Hour pipe B is opened alone, Third Hour pipe C is opened alone. This process is continued until the Tank is filled. Then Pipe B is opened for How many Hours? </a:t>
            </a:r>
            <a:endParaRPr/>
          </a:p>
          <a:p>
            <a:pPr marL="457200" marR="0" lvl="0" indent="-457200" algn="l" rtl="0">
              <a:spcBef>
                <a:spcPts val="0"/>
              </a:spcBef>
              <a:spcAft>
                <a:spcPts val="0"/>
              </a:spcAft>
              <a:buClr>
                <a:srgbClr val="000000"/>
              </a:buClr>
              <a:buSzPts val="2400"/>
              <a:buFont typeface="Times New Roman"/>
              <a:buAutoNum type="alphaLcParenBoth"/>
            </a:pPr>
            <a:r>
              <a:rPr lang="en-US" sz="2400" u="none" strike="noStrike">
                <a:solidFill>
                  <a:srgbClr val="000000"/>
                </a:solidFill>
                <a:latin typeface="Times New Roman"/>
                <a:ea typeface="Times New Roman"/>
                <a:cs typeface="Times New Roman"/>
                <a:sym typeface="Times New Roman"/>
              </a:rPr>
              <a:t>28 Hours 		(b) 28 Hours 10 Min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(c) 29 Hours 		(d)29 Hours 10 Min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06488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51" name="Google Shape;351;p27"/>
          <p:cNvSpPr txBox="1"/>
          <p:nvPr/>
        </p:nvSpPr>
        <p:spPr>
          <a:xfrm>
            <a:off x="955109" y="1842868"/>
            <a:ext cx="10024447"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26. </a:t>
            </a:r>
            <a:r>
              <a:rPr lang="en-US" sz="2400" u="none" strike="noStrike">
                <a:solidFill>
                  <a:srgbClr val="000000"/>
                </a:solidFill>
                <a:latin typeface="Times New Roman"/>
                <a:ea typeface="Times New Roman"/>
                <a:cs typeface="Times New Roman"/>
                <a:sym typeface="Times New Roman"/>
              </a:rPr>
              <a:t>Pipe A and B can fill a Tank alone in 12 Hours and 6 Hours respectively. Another Pipe C can empty the same Tank alone in 9 Hours. In an empty Tank for the First hour, Pipe A is opened alone, Second Hour pipe B is opened alone, Third Hour pipe C is opened alone. This process is continued until the Tank is filled. Then Pipe A is opened for How many Hours? </a:t>
            </a:r>
            <a:endParaRPr/>
          </a:p>
          <a:p>
            <a:pPr marL="457200" marR="0" lvl="0" indent="-457200" algn="l" rtl="0">
              <a:spcBef>
                <a:spcPts val="0"/>
              </a:spcBef>
              <a:spcAft>
                <a:spcPts val="0"/>
              </a:spcAft>
              <a:buClr>
                <a:srgbClr val="000000"/>
              </a:buClr>
              <a:buSzPts val="2400"/>
              <a:buFont typeface="Times New Roman"/>
              <a:buAutoNum type="alphaLcParenBoth"/>
            </a:pPr>
            <a:r>
              <a:rPr lang="en-US" sz="2400" u="none" strike="noStrike">
                <a:solidFill>
                  <a:srgbClr val="000000"/>
                </a:solidFill>
                <a:latin typeface="Times New Roman"/>
                <a:ea typeface="Times New Roman"/>
                <a:cs typeface="Times New Roman"/>
                <a:sym typeface="Times New Roman"/>
              </a:rPr>
              <a:t>7 Hours 			(b)7 Hours 10 Min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(c) 7 Hours 15 Min 		(d). 7 Hours 20 Min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71797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61" name="Google Shape;361;p28"/>
          <p:cNvSpPr txBox="1"/>
          <p:nvPr/>
        </p:nvSpPr>
        <p:spPr>
          <a:xfrm>
            <a:off x="955109" y="1842868"/>
            <a:ext cx="10024447"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27. </a:t>
            </a:r>
            <a:r>
              <a:rPr lang="en-US" sz="2400" u="none" strike="noStrike">
                <a:solidFill>
                  <a:srgbClr val="000000"/>
                </a:solidFill>
                <a:latin typeface="Times New Roman"/>
                <a:ea typeface="Times New Roman"/>
                <a:cs typeface="Times New Roman"/>
                <a:sym typeface="Times New Roman"/>
              </a:rPr>
              <a:t>Pipe A can fill a Tank in 18 Hours, Pipe B can empty a Tank in 12 Hours, Pipe C can fill Tank in 6 Hours. The Tank is already filled up to 1/6 of its capacity. Now Pipe A is opened in the First Hour alone, Pipe B is opened in the Second Hour alone and Pipe C is opened in the Third Hour alone. This cycle is repeated until the Tank gets filled. Then in How many Hours does the rest of Tank gets filled?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15 Hours 		(b)18 Hours 	(c)20 Hours 		(d)24 Hours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78514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71" name="Google Shape;371;p29"/>
          <p:cNvSpPr txBox="1"/>
          <p:nvPr/>
        </p:nvSpPr>
        <p:spPr>
          <a:xfrm>
            <a:off x="955109" y="1842868"/>
            <a:ext cx="10024447"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28. </a:t>
            </a:r>
            <a:r>
              <a:rPr lang="en-US" sz="2400" u="none" strike="noStrike">
                <a:solidFill>
                  <a:srgbClr val="000000"/>
                </a:solidFill>
                <a:latin typeface="Times New Roman"/>
                <a:ea typeface="Times New Roman"/>
                <a:cs typeface="Times New Roman"/>
                <a:sym typeface="Times New Roman"/>
              </a:rPr>
              <a:t>Two Inlet Pipes A and B together can fill a Tank in ‘X’ minutes. If A and B take 81 minutes and 49 minutes more than ‘X’ minutes respectively, to fill the Tank. Then They can fill the 5/7 of that Tank in how many minutes? </a:t>
            </a:r>
            <a:endParaRPr/>
          </a:p>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(a)</a:t>
            </a:r>
            <a:r>
              <a:rPr lang="en-US" sz="2400" u="none" strike="noStrike">
                <a:solidFill>
                  <a:srgbClr val="000000"/>
                </a:solidFill>
                <a:latin typeface="Times New Roman"/>
                <a:ea typeface="Times New Roman"/>
                <a:cs typeface="Times New Roman"/>
                <a:sym typeface="Times New Roman"/>
              </a:rPr>
              <a:t> 45 Minutes 	(b) 49 Minutes 	(c) 63 Minutes 	(d) 81 Minutes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53012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81" name="Google Shape;381;p30"/>
          <p:cNvSpPr txBox="1"/>
          <p:nvPr/>
        </p:nvSpPr>
        <p:spPr>
          <a:xfrm>
            <a:off x="955109" y="1842868"/>
            <a:ext cx="1002444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29. </a:t>
            </a:r>
            <a:r>
              <a:rPr lang="en-US" sz="2400" u="none" strike="noStrike">
                <a:solidFill>
                  <a:srgbClr val="000000"/>
                </a:solidFill>
                <a:latin typeface="Times New Roman"/>
                <a:ea typeface="Times New Roman"/>
                <a:cs typeface="Times New Roman"/>
                <a:sym typeface="Times New Roman"/>
              </a:rPr>
              <a:t>An Inlet pipe can fill a tank in 5 hours and an Outlet pipe can empty 4/7 of the same Tank in 4 hours. In the first hour only Inlet pipe is opened and in the second hour, only outlet pipe is opened. They have opened alternately every hour until the Tank is filled. Then in how many hours does the Tank gets filled? </a:t>
            </a:r>
            <a:endParaRPr/>
          </a:p>
          <a:p>
            <a:pPr marL="457200" marR="0" lvl="0" indent="-457200" algn="l" rtl="0">
              <a:spcBef>
                <a:spcPts val="0"/>
              </a:spcBef>
              <a:spcAft>
                <a:spcPts val="0"/>
              </a:spcAft>
              <a:buClr>
                <a:srgbClr val="000000"/>
              </a:buClr>
              <a:buSzPts val="2400"/>
              <a:buFont typeface="Times New Roman"/>
              <a:buAutoNum type="alphaLcParenBoth"/>
            </a:pPr>
            <a:r>
              <a:rPr lang="en-US" sz="2400" u="none" strike="noStrike">
                <a:solidFill>
                  <a:srgbClr val="000000"/>
                </a:solidFill>
                <a:latin typeface="Times New Roman"/>
                <a:ea typeface="Times New Roman"/>
                <a:cs typeface="Times New Roman"/>
                <a:sym typeface="Times New Roman"/>
              </a:rPr>
              <a:t>17 Hours 17 Min 			(b)34 Hours 60/7 Min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(c) 35 Hours 15 Min 			(d) 36 Hours 60/7 Min </a:t>
            </a:r>
            <a:endParaRPr sz="2400" u="none" strike="noStrike">
              <a:solidFill>
                <a:srgbClr val="000000"/>
              </a:solidFill>
              <a:latin typeface="Georgia"/>
              <a:ea typeface="Georgia"/>
              <a:cs typeface="Georgia"/>
              <a:sym typeface="Georgia"/>
            </a:endParaRPr>
          </a:p>
        </p:txBody>
      </p:sp>
    </p:spTree>
    <p:extLst>
      <p:ext uri="{BB962C8B-B14F-4D97-AF65-F5344CB8AC3E}">
        <p14:creationId xmlns:p14="http://schemas.microsoft.com/office/powerpoint/2010/main" val="32873016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91" name="Google Shape;391;p31"/>
          <p:cNvSpPr txBox="1"/>
          <p:nvPr/>
        </p:nvSpPr>
        <p:spPr>
          <a:xfrm>
            <a:off x="955109" y="1842868"/>
            <a:ext cx="10024447"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Q 30. </a:t>
            </a:r>
            <a:r>
              <a:rPr lang="en-US" sz="2400" u="none" strike="noStrike">
                <a:solidFill>
                  <a:srgbClr val="000000"/>
                </a:solidFill>
                <a:latin typeface="Times New Roman"/>
                <a:ea typeface="Times New Roman"/>
                <a:cs typeface="Times New Roman"/>
                <a:sym typeface="Times New Roman"/>
              </a:rPr>
              <a:t>Tank is filled with the mixture of Milk and Water in the ratio of 3:2 up to 2/5 of its capacity. The tank has two inlet pipes i.e., Milk and Water inlets. Milk and Water pipe can fill an empty tank in 12 and 18 hours respectively. Now both pipes are opened simultaneously and closed after the Tank is completely filled, then what is the ratio of Milk and Water in the full Tank if it can accommodate 250Litre? </a:t>
            </a:r>
            <a:endParaRPr/>
          </a:p>
          <a:p>
            <a:pPr marL="0" marR="0" lvl="0" indent="0" algn="l" rtl="0">
              <a:spcBef>
                <a:spcPts val="0"/>
              </a:spcBef>
              <a:spcAft>
                <a:spcPts val="0"/>
              </a:spcAft>
              <a:buNone/>
            </a:pPr>
            <a:r>
              <a:rPr lang="en-US" sz="2400" u="none" strike="noStrike">
                <a:solidFill>
                  <a:srgbClr val="000000"/>
                </a:solidFill>
                <a:latin typeface="Times New Roman"/>
                <a:ea typeface="Times New Roman"/>
                <a:cs typeface="Times New Roman"/>
                <a:sym typeface="Times New Roman"/>
              </a:rPr>
              <a:t>(a) 1:1 		(b) 2:3 		(c) 3:2 		(d) 5:4 </a:t>
            </a:r>
            <a:endParaRPr sz="24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644016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2743200"/>
            <a:ext cx="7383780" cy="838200"/>
          </a:xfrm>
        </p:spPr>
        <p:txBody>
          <a:bodyPr>
            <a:normAutofit/>
          </a:bodyPr>
          <a:lstStyle/>
          <a:p>
            <a:pPr algn="ctr"/>
            <a:r>
              <a:rPr lang="en-US" dirty="0"/>
              <a:t>Thank You</a:t>
            </a: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08050"/>
            <a:ext cx="10839450" cy="556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487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4840</TotalTime>
  <Words>3606</Words>
  <Application>Microsoft Office PowerPoint</Application>
  <PresentationFormat>Custom</PresentationFormat>
  <Paragraphs>232</Paragraphs>
  <Slides>34</Slides>
  <Notes>31</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Pipes and cistern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Skills 2023 Batch</dc:title>
  <dc:creator>Windows User</dc:creator>
  <cp:lastModifiedBy>Dell</cp:lastModifiedBy>
  <cp:revision>255</cp:revision>
  <dcterms:created xsi:type="dcterms:W3CDTF">2021-04-07T16:04:15Z</dcterms:created>
  <dcterms:modified xsi:type="dcterms:W3CDTF">2025-08-08T10:55:22Z</dcterms:modified>
</cp:coreProperties>
</file>