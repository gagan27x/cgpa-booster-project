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8"/>
  </p:notesMasterIdLst>
  <p:sldIdLst>
    <p:sldId id="376" r:id="rId2"/>
    <p:sldId id="375" r:id="rId3"/>
    <p:sldId id="316" r:id="rId4"/>
    <p:sldId id="343" r:id="rId5"/>
    <p:sldId id="348" r:id="rId6"/>
    <p:sldId id="318" r:id="rId7"/>
    <p:sldId id="349" r:id="rId8"/>
    <p:sldId id="345" r:id="rId9"/>
    <p:sldId id="351" r:id="rId10"/>
    <p:sldId id="344" r:id="rId11"/>
    <p:sldId id="350" r:id="rId12"/>
    <p:sldId id="353" r:id="rId13"/>
    <p:sldId id="356" r:id="rId14"/>
    <p:sldId id="377" r:id="rId15"/>
    <p:sldId id="378" r:id="rId16"/>
    <p:sldId id="357" r:id="rId17"/>
    <p:sldId id="358" r:id="rId18"/>
    <p:sldId id="359" r:id="rId19"/>
    <p:sldId id="379" r:id="rId20"/>
    <p:sldId id="370" r:id="rId21"/>
    <p:sldId id="371" r:id="rId22"/>
    <p:sldId id="373" r:id="rId23"/>
    <p:sldId id="383" r:id="rId24"/>
    <p:sldId id="380" r:id="rId25"/>
    <p:sldId id="382" r:id="rId26"/>
    <p:sldId id="297" r:id="rId27"/>
  </p:sldIdLst>
  <p:sldSz cx="116586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DE95EA-4FED-4B16-88AB-BC68232F066F}">
          <p14:sldIdLst>
            <p14:sldId id="376"/>
            <p14:sldId id="375"/>
            <p14:sldId id="316"/>
            <p14:sldId id="343"/>
            <p14:sldId id="348"/>
            <p14:sldId id="318"/>
            <p14:sldId id="349"/>
            <p14:sldId id="345"/>
            <p14:sldId id="351"/>
            <p14:sldId id="344"/>
            <p14:sldId id="350"/>
            <p14:sldId id="353"/>
            <p14:sldId id="356"/>
            <p14:sldId id="377"/>
            <p14:sldId id="378"/>
            <p14:sldId id="357"/>
            <p14:sldId id="358"/>
            <p14:sldId id="359"/>
            <p14:sldId id="379"/>
            <p14:sldId id="370"/>
            <p14:sldId id="371"/>
            <p14:sldId id="373"/>
            <p14:sldId id="383"/>
            <p14:sldId id="380"/>
            <p14:sldId id="382"/>
            <p14:sldId id="29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6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9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3" autoAdjust="0"/>
    <p:restoredTop sz="94660"/>
  </p:normalViewPr>
  <p:slideViewPr>
    <p:cSldViewPr>
      <p:cViewPr>
        <p:scale>
          <a:sx n="76" d="100"/>
          <a:sy n="76" d="100"/>
        </p:scale>
        <p:origin x="-564" y="-72"/>
      </p:cViewPr>
      <p:guideLst>
        <p:guide orient="horz" pos="2160"/>
        <p:guide pos="36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Gurung" userId="9c5b12de17b6c17d" providerId="LiveId" clId="{99742CE8-321A-4AAA-AE57-9819C695C1C1}"/>
    <pc:docChg chg="undo custSel addSld delSld modSld modSection">
      <pc:chgData name="Priyanka Gurung" userId="9c5b12de17b6c17d" providerId="LiveId" clId="{99742CE8-321A-4AAA-AE57-9819C695C1C1}" dt="2021-06-10T12:21:25.962" v="488"/>
      <pc:docMkLst>
        <pc:docMk/>
      </pc:docMkLst>
      <pc:sldChg chg="addSp delSp modSp mod">
        <pc:chgData name="Priyanka Gurung" userId="9c5b12de17b6c17d" providerId="LiveId" clId="{99742CE8-321A-4AAA-AE57-9819C695C1C1}" dt="2021-06-10T10:50:23.620" v="174" actId="14100"/>
        <pc:sldMkLst>
          <pc:docMk/>
          <pc:sldMk cId="4083213734" sldId="256"/>
        </pc:sldMkLst>
        <pc:spChg chg="mod">
          <ac:chgData name="Priyanka Gurung" userId="9c5b12de17b6c17d" providerId="LiveId" clId="{99742CE8-321A-4AAA-AE57-9819C695C1C1}" dt="2021-06-10T10:14:23.790" v="46" actId="20577"/>
          <ac:spMkLst>
            <pc:docMk/>
            <pc:sldMk cId="4083213734" sldId="256"/>
            <ac:spMk id="2" creationId="{00000000-0000-0000-0000-000000000000}"/>
          </ac:spMkLst>
        </pc:spChg>
        <pc:spChg chg="add mod">
          <ac:chgData name="Priyanka Gurung" userId="9c5b12de17b6c17d" providerId="LiveId" clId="{99742CE8-321A-4AAA-AE57-9819C695C1C1}" dt="2021-06-10T10:27:48.857" v="70" actId="255"/>
          <ac:spMkLst>
            <pc:docMk/>
            <pc:sldMk cId="4083213734" sldId="256"/>
            <ac:spMk id="11" creationId="{7A9FD1C5-5898-4F1E-BFD1-A1AB7CC71E68}"/>
          </ac:spMkLst>
        </pc:spChg>
        <pc:spChg chg="add del mod">
          <ac:chgData name="Priyanka Gurung" userId="9c5b12de17b6c17d" providerId="LiveId" clId="{99742CE8-321A-4AAA-AE57-9819C695C1C1}" dt="2021-06-10T10:36:13.219" v="83" actId="478"/>
          <ac:spMkLst>
            <pc:docMk/>
            <pc:sldMk cId="4083213734" sldId="256"/>
            <ac:spMk id="16" creationId="{DBCE6E32-838E-4917-968B-C490B721B726}"/>
          </ac:spMkLst>
        </pc:spChg>
        <pc:graphicFrameChg chg="add del mod modGraphic">
          <ac:chgData name="Priyanka Gurung" userId="9c5b12de17b6c17d" providerId="LiveId" clId="{99742CE8-321A-4AAA-AE57-9819C695C1C1}" dt="2021-06-10T10:37:22.850" v="89" actId="1032"/>
          <ac:graphicFrameMkLst>
            <pc:docMk/>
            <pc:sldMk cId="4083213734" sldId="256"/>
            <ac:graphicFrameMk id="17" creationId="{7F30799E-001A-469D-A5E1-2E4A94565C36}"/>
          </ac:graphicFrameMkLst>
        </pc:graphicFrameChg>
        <pc:picChg chg="del">
          <ac:chgData name="Priyanka Gurung" userId="9c5b12de17b6c17d" providerId="LiveId" clId="{99742CE8-321A-4AAA-AE57-9819C695C1C1}" dt="2021-06-10T10:17:35.328" v="59" actId="478"/>
          <ac:picMkLst>
            <pc:docMk/>
            <pc:sldMk cId="4083213734" sldId="256"/>
            <ac:picMk id="4" creationId="{00000000-0000-0000-0000-000000000000}"/>
          </ac:picMkLst>
        </pc:picChg>
        <pc:picChg chg="add mod modCrop">
          <ac:chgData name="Priyanka Gurung" userId="9c5b12de17b6c17d" providerId="LiveId" clId="{99742CE8-321A-4AAA-AE57-9819C695C1C1}" dt="2021-06-10T10:44:16.911" v="140" actId="1076"/>
          <ac:picMkLst>
            <pc:docMk/>
            <pc:sldMk cId="4083213734" sldId="256"/>
            <ac:picMk id="5" creationId="{5711EAF4-184E-43E9-9CD7-DA221E72EEF2}"/>
          </ac:picMkLst>
        </pc:picChg>
        <pc:picChg chg="add mod modCrop">
          <ac:chgData name="Priyanka Gurung" userId="9c5b12de17b6c17d" providerId="LiveId" clId="{99742CE8-321A-4AAA-AE57-9819C695C1C1}" dt="2021-06-10T10:17:08.832" v="55" actId="1076"/>
          <ac:picMkLst>
            <pc:docMk/>
            <pc:sldMk cId="4083213734" sldId="256"/>
            <ac:picMk id="7" creationId="{1DA042BD-3F8A-4AB5-B933-A29D175A3C23}"/>
          </ac:picMkLst>
        </pc:picChg>
        <pc:picChg chg="add mod">
          <ac:chgData name="Priyanka Gurung" userId="9c5b12de17b6c17d" providerId="LiveId" clId="{99742CE8-321A-4AAA-AE57-9819C695C1C1}" dt="2021-06-10T10:45:10.352" v="148" actId="1076"/>
          <ac:picMkLst>
            <pc:docMk/>
            <pc:sldMk cId="4083213734" sldId="256"/>
            <ac:picMk id="8" creationId="{1D02146F-8985-4C93-8CF8-BFBC90D25D52}"/>
          </ac:picMkLst>
        </pc:picChg>
        <pc:picChg chg="add mod modCrop">
          <ac:chgData name="Priyanka Gurung" userId="9c5b12de17b6c17d" providerId="LiveId" clId="{99742CE8-321A-4AAA-AE57-9819C695C1C1}" dt="2021-06-10T10:44:52.416" v="145" actId="1076"/>
          <ac:picMkLst>
            <pc:docMk/>
            <pc:sldMk cId="4083213734" sldId="256"/>
            <ac:picMk id="9" creationId="{C0488E4A-1A97-4AB7-A53D-E22EE0F45688}"/>
          </ac:picMkLst>
        </pc:picChg>
        <pc:picChg chg="add del mod">
          <ac:chgData name="Priyanka Gurung" userId="9c5b12de17b6c17d" providerId="LiveId" clId="{99742CE8-321A-4AAA-AE57-9819C695C1C1}" dt="2021-06-10T10:42:41.710" v="126" actId="478"/>
          <ac:picMkLst>
            <pc:docMk/>
            <pc:sldMk cId="4083213734" sldId="256"/>
            <ac:picMk id="13" creationId="{31686CAF-9F73-4036-8F02-64A2BB082F1C}"/>
          </ac:picMkLst>
        </pc:picChg>
        <pc:picChg chg="add mod">
          <ac:chgData name="Priyanka Gurung" userId="9c5b12de17b6c17d" providerId="LiveId" clId="{99742CE8-321A-4AAA-AE57-9819C695C1C1}" dt="2021-06-10T10:50:23.620" v="174" actId="14100"/>
          <ac:picMkLst>
            <pc:docMk/>
            <pc:sldMk cId="4083213734" sldId="256"/>
            <ac:picMk id="15" creationId="{78C0E2B0-1D2A-4040-9E3F-A06BB3925462}"/>
          </ac:picMkLst>
        </pc:picChg>
      </pc:sldChg>
      <pc:sldChg chg="addSp delSp modSp mod modAnim">
        <pc:chgData name="Priyanka Gurung" userId="9c5b12de17b6c17d" providerId="LiveId" clId="{99742CE8-321A-4AAA-AE57-9819C695C1C1}" dt="2021-06-10T11:53:46.440" v="359"/>
        <pc:sldMkLst>
          <pc:docMk/>
          <pc:sldMk cId="3333479639" sldId="268"/>
        </pc:sldMkLst>
        <pc:spChg chg="del mod">
          <ac:chgData name="Priyanka Gurung" userId="9c5b12de17b6c17d" providerId="LiveId" clId="{99742CE8-321A-4AAA-AE57-9819C695C1C1}" dt="2021-06-10T10:09:38.355" v="4" actId="478"/>
          <ac:spMkLst>
            <pc:docMk/>
            <pc:sldMk cId="3333479639" sldId="268"/>
            <ac:spMk id="2" creationId="{00000000-0000-0000-0000-000000000000}"/>
          </ac:spMkLst>
        </pc:spChg>
        <pc:spChg chg="add mod">
          <ac:chgData name="Priyanka Gurung" userId="9c5b12de17b6c17d" providerId="LiveId" clId="{99742CE8-321A-4AAA-AE57-9819C695C1C1}" dt="2021-06-10T11:11:45.731" v="199" actId="20577"/>
          <ac:spMkLst>
            <pc:docMk/>
            <pc:sldMk cId="3333479639" sldId="268"/>
            <ac:spMk id="5" creationId="{B592BD44-2037-4ACB-939F-61FDBDB6CD56}"/>
          </ac:spMkLst>
        </pc:spChg>
        <pc:spChg chg="add mod">
          <ac:chgData name="Priyanka Gurung" userId="9c5b12de17b6c17d" providerId="LiveId" clId="{99742CE8-321A-4AAA-AE57-9819C695C1C1}" dt="2021-06-10T11:13:04.157" v="203" actId="1076"/>
          <ac:spMkLst>
            <pc:docMk/>
            <pc:sldMk cId="3333479639" sldId="268"/>
            <ac:spMk id="9" creationId="{5CF52572-2870-440F-8B98-A5E2DCD3EF91}"/>
          </ac:spMkLst>
        </pc:spChg>
        <pc:graphicFrameChg chg="del mod">
          <ac:chgData name="Priyanka Gurung" userId="9c5b12de17b6c17d" providerId="LiveId" clId="{99742CE8-321A-4AAA-AE57-9819C695C1C1}" dt="2021-06-10T10:09:32.253" v="2" actId="478"/>
          <ac:graphicFrameMkLst>
            <pc:docMk/>
            <pc:sldMk cId="3333479639" sldId="268"/>
            <ac:graphicFrameMk id="4" creationId="{8AF4D703-24D1-426A-B1DF-4519BB1FAB1A}"/>
          </ac:graphicFrameMkLst>
        </pc:graphicFrameChg>
        <pc:graphicFrameChg chg="add mod modGraphic">
          <ac:chgData name="Priyanka Gurung" userId="9c5b12de17b6c17d" providerId="LiveId" clId="{99742CE8-321A-4AAA-AE57-9819C695C1C1}" dt="2021-06-10T11:49:26.347" v="352" actId="255"/>
          <ac:graphicFrameMkLst>
            <pc:docMk/>
            <pc:sldMk cId="3333479639" sldId="268"/>
            <ac:graphicFrameMk id="11" creationId="{EC6A04C7-B3A9-4815-9DDE-B3EC6DC57E20}"/>
          </ac:graphicFrameMkLst>
        </pc:graphicFrameChg>
        <pc:picChg chg="del mod">
          <ac:chgData name="Priyanka Gurung" userId="9c5b12de17b6c17d" providerId="LiveId" clId="{99742CE8-321A-4AAA-AE57-9819C695C1C1}" dt="2021-06-10T10:45:20.291" v="149" actId="478"/>
          <ac:picMkLst>
            <pc:docMk/>
            <pc:sldMk cId="3333479639" sldId="268"/>
            <ac:picMk id="7" creationId="{00000000-0000-0000-0000-000000000000}"/>
          </ac:picMkLst>
        </pc:picChg>
        <pc:picChg chg="mod">
          <ac:chgData name="Priyanka Gurung" userId="9c5b12de17b6c17d" providerId="LiveId" clId="{99742CE8-321A-4AAA-AE57-9819C695C1C1}" dt="2021-06-10T10:45:32.974" v="153" actId="1076"/>
          <ac:picMkLst>
            <pc:docMk/>
            <pc:sldMk cId="3333479639" sldId="268"/>
            <ac:picMk id="8" creationId="{00000000-0000-0000-0000-000000000000}"/>
          </ac:picMkLst>
        </pc:picChg>
        <pc:picChg chg="add mod">
          <ac:chgData name="Priyanka Gurung" userId="9c5b12de17b6c17d" providerId="LiveId" clId="{99742CE8-321A-4AAA-AE57-9819C695C1C1}" dt="2021-06-10T10:53:24.117" v="175" actId="1076"/>
          <ac:picMkLst>
            <pc:docMk/>
            <pc:sldMk cId="3333479639" sldId="268"/>
            <ac:picMk id="10" creationId="{1DA52936-A33E-4ED0-92EE-8230A3BCB6E6}"/>
          </ac:picMkLst>
        </pc:picChg>
      </pc:sldChg>
      <pc:sldChg chg="addSp delSp modSp mod modAnim">
        <pc:chgData name="Priyanka Gurung" userId="9c5b12de17b6c17d" providerId="LiveId" clId="{99742CE8-321A-4AAA-AE57-9819C695C1C1}" dt="2021-06-10T11:55:24.047" v="365"/>
        <pc:sldMkLst>
          <pc:docMk/>
          <pc:sldMk cId="4106353213" sldId="269"/>
        </pc:sldMkLst>
        <pc:spChg chg="del mod">
          <ac:chgData name="Priyanka Gurung" userId="9c5b12de17b6c17d" providerId="LiveId" clId="{99742CE8-321A-4AAA-AE57-9819C695C1C1}" dt="2021-06-10T10:10:15.555" v="15" actId="478"/>
          <ac:spMkLst>
            <pc:docMk/>
            <pc:sldMk cId="4106353213" sldId="269"/>
            <ac:spMk id="2" creationId="{1F4606D0-AE6E-4095-A88A-FC72DDB05B19}"/>
          </ac:spMkLst>
        </pc:spChg>
        <pc:spChg chg="del mod">
          <ac:chgData name="Priyanka Gurung" userId="9c5b12de17b6c17d" providerId="LiveId" clId="{99742CE8-321A-4AAA-AE57-9819C695C1C1}" dt="2021-06-10T11:34:17.420" v="290"/>
          <ac:spMkLst>
            <pc:docMk/>
            <pc:sldMk cId="4106353213" sldId="269"/>
            <ac:spMk id="3" creationId="{F1FD07B9-20BF-4DEE-AC2E-709DA3C15423}"/>
          </ac:spMkLst>
        </pc:spChg>
        <pc:spChg chg="add mod">
          <ac:chgData name="Priyanka Gurung" userId="9c5b12de17b6c17d" providerId="LiveId" clId="{99742CE8-321A-4AAA-AE57-9819C695C1C1}" dt="2021-06-10T11:26:21.675" v="289" actId="108"/>
          <ac:spMkLst>
            <pc:docMk/>
            <pc:sldMk cId="4106353213" sldId="269"/>
            <ac:spMk id="5" creationId="{5BA3CC55-CD58-41BA-A80E-CF47C3CAE79F}"/>
          </ac:spMkLst>
        </pc:spChg>
        <pc:grpChg chg="del">
          <ac:chgData name="Priyanka Gurung" userId="9c5b12de17b6c17d" providerId="LiveId" clId="{99742CE8-321A-4AAA-AE57-9819C695C1C1}" dt="2021-06-10T10:10:06.403" v="12" actId="478"/>
          <ac:grpSpMkLst>
            <pc:docMk/>
            <pc:sldMk cId="4106353213" sldId="269"/>
            <ac:grpSpMk id="7" creationId="{F3D063C7-667A-4569-A028-D0D54AADD811}"/>
          </ac:grpSpMkLst>
        </pc:grpChg>
        <pc:graphicFrameChg chg="add mod modGraphic">
          <ac:chgData name="Priyanka Gurung" userId="9c5b12de17b6c17d" providerId="LiveId" clId="{99742CE8-321A-4AAA-AE57-9819C695C1C1}" dt="2021-06-10T11:41:13.218" v="323" actId="14100"/>
          <ac:graphicFrameMkLst>
            <pc:docMk/>
            <pc:sldMk cId="4106353213" sldId="269"/>
            <ac:graphicFrameMk id="6" creationId="{FF87A5D3-DC8C-46AF-AF3B-62CBB3BD1744}"/>
          </ac:graphicFrameMkLst>
        </pc:graphicFrameChg>
        <pc:graphicFrameChg chg="add mod modGraphic">
          <ac:chgData name="Priyanka Gurung" userId="9c5b12de17b6c17d" providerId="LiveId" clId="{99742CE8-321A-4AAA-AE57-9819C695C1C1}" dt="2021-06-10T11:43:24.938" v="342" actId="20577"/>
          <ac:graphicFrameMkLst>
            <pc:docMk/>
            <pc:sldMk cId="4106353213" sldId="269"/>
            <ac:graphicFrameMk id="13" creationId="{FC0C9E90-C4B1-442F-AD04-4B9491E96150}"/>
          </ac:graphicFrameMkLst>
        </pc:graphicFrameChg>
        <pc:picChg chg="del mod">
          <ac:chgData name="Priyanka Gurung" userId="9c5b12de17b6c17d" providerId="LiveId" clId="{99742CE8-321A-4AAA-AE57-9819C695C1C1}" dt="2021-06-10T10:53:30.980" v="177" actId="478"/>
          <ac:picMkLst>
            <pc:docMk/>
            <pc:sldMk cId="4106353213" sldId="269"/>
            <ac:picMk id="10" creationId="{00000000-0000-0000-0000-000000000000}"/>
          </ac:picMkLst>
        </pc:picChg>
        <pc:picChg chg="mod">
          <ac:chgData name="Priyanka Gurung" userId="9c5b12de17b6c17d" providerId="LiveId" clId="{99742CE8-321A-4AAA-AE57-9819C695C1C1}" dt="2021-06-10T10:53:41.926" v="180" actId="14100"/>
          <ac:picMkLst>
            <pc:docMk/>
            <pc:sldMk cId="4106353213" sldId="269"/>
            <ac:picMk id="11" creationId="{00000000-0000-0000-0000-000000000000}"/>
          </ac:picMkLst>
        </pc:picChg>
        <pc:picChg chg="add mod">
          <ac:chgData name="Priyanka Gurung" userId="9c5b12de17b6c17d" providerId="LiveId" clId="{99742CE8-321A-4AAA-AE57-9819C695C1C1}" dt="2021-06-10T10:53:35.403" v="179" actId="1076"/>
          <ac:picMkLst>
            <pc:docMk/>
            <pc:sldMk cId="4106353213" sldId="269"/>
            <ac:picMk id="12" creationId="{4B4DA62E-E0CB-4EBF-B092-CDA635F3DBD7}"/>
          </ac:picMkLst>
        </pc:picChg>
      </pc:sldChg>
      <pc:sldChg chg="addSp delSp modSp del mod">
        <pc:chgData name="Priyanka Gurung" userId="9c5b12de17b6c17d" providerId="LiveId" clId="{99742CE8-321A-4AAA-AE57-9819C695C1C1}" dt="2021-06-10T11:24:59.813" v="280" actId="47"/>
        <pc:sldMkLst>
          <pc:docMk/>
          <pc:sldMk cId="1602339068" sldId="270"/>
        </pc:sldMkLst>
        <pc:spChg chg="del">
          <ac:chgData name="Priyanka Gurung" userId="9c5b12de17b6c17d" providerId="LiveId" clId="{99742CE8-321A-4AAA-AE57-9819C695C1C1}" dt="2021-06-10T10:10:48.172" v="18" actId="478"/>
          <ac:spMkLst>
            <pc:docMk/>
            <pc:sldMk cId="1602339068" sldId="270"/>
            <ac:spMk id="2" creationId="{5553652C-84C0-4684-8C34-9EE1257C5D4C}"/>
          </ac:spMkLst>
        </pc:spChg>
        <pc:spChg chg="mod">
          <ac:chgData name="Priyanka Gurung" userId="9c5b12de17b6c17d" providerId="LiveId" clId="{99742CE8-321A-4AAA-AE57-9819C695C1C1}" dt="2021-06-10T10:10:26.287" v="17" actId="20577"/>
          <ac:spMkLst>
            <pc:docMk/>
            <pc:sldMk cId="1602339068" sldId="270"/>
            <ac:spMk id="3" creationId="{D7029786-FFC2-4505-8BCF-064861FE5A71}"/>
          </ac:spMkLst>
        </pc:spChg>
        <pc:spChg chg="add mod">
          <ac:chgData name="Priyanka Gurung" userId="9c5b12de17b6c17d" providerId="LiveId" clId="{99742CE8-321A-4AAA-AE57-9819C695C1C1}" dt="2021-06-10T10:10:48.172" v="18" actId="478"/>
          <ac:spMkLst>
            <pc:docMk/>
            <pc:sldMk cId="1602339068" sldId="270"/>
            <ac:spMk id="10" creationId="{F4D5128C-E8E1-42C1-8F43-75CB523E78CB}"/>
          </ac:spMkLst>
        </pc:spChg>
        <pc:grpChg chg="del">
          <ac:chgData name="Priyanka Gurung" userId="9c5b12de17b6c17d" providerId="LiveId" clId="{99742CE8-321A-4AAA-AE57-9819C695C1C1}" dt="2021-06-10T10:10:22.371" v="16" actId="478"/>
          <ac:grpSpMkLst>
            <pc:docMk/>
            <pc:sldMk cId="1602339068" sldId="270"/>
            <ac:grpSpMk id="4" creationId="{9224CD51-1D60-4B57-8481-0618BBA55FEA}"/>
          </ac:grpSpMkLst>
        </pc:grpChg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581648988" sldId="274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019419602" sldId="275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928946342" sldId="276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28277159" sldId="277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547408945" sldId="278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864178243" sldId="279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130962335" sldId="280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653271404" sldId="281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4104368850" sldId="282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841728484" sldId="283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724797726" sldId="284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012492546" sldId="285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583617802" sldId="286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4264806073" sldId="287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599977885" sldId="288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419716999" sldId="289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157408572" sldId="291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842879942" sldId="292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524923737" sldId="293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750723770" sldId="294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92104566" sldId="295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890576088" sldId="296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681197193" sldId="299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203872609" sldId="300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324478830" sldId="303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186234943" sldId="304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64977113" sldId="305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154324693" sldId="306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895887469" sldId="307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155052551" sldId="308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713527677" sldId="309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365257145" sldId="310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261187754" sldId="312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894194594" sldId="313"/>
        </pc:sldMkLst>
      </pc:sldChg>
      <pc:sldChg chg="addSp delSp modSp mod modAnim">
        <pc:chgData name="Priyanka Gurung" userId="9c5b12de17b6c17d" providerId="LiveId" clId="{99742CE8-321A-4AAA-AE57-9819C695C1C1}" dt="2021-06-10T11:54:33.069" v="363"/>
        <pc:sldMkLst>
          <pc:docMk/>
          <pc:sldMk cId="4186136812" sldId="314"/>
        </pc:sldMkLst>
        <pc:spChg chg="del mod">
          <ac:chgData name="Priyanka Gurung" userId="9c5b12de17b6c17d" providerId="LiveId" clId="{99742CE8-321A-4AAA-AE57-9819C695C1C1}" dt="2021-06-10T10:10:01.288" v="11" actId="478"/>
          <ac:spMkLst>
            <pc:docMk/>
            <pc:sldMk cId="4186136812" sldId="314"/>
            <ac:spMk id="2" creationId="{00000000-0000-0000-0000-000000000000}"/>
          </ac:spMkLst>
        </pc:spChg>
        <pc:spChg chg="del mod">
          <ac:chgData name="Priyanka Gurung" userId="9c5b12de17b6c17d" providerId="LiveId" clId="{99742CE8-321A-4AAA-AE57-9819C695C1C1}" dt="2021-06-10T10:09:47.211" v="6" actId="478"/>
          <ac:spMkLst>
            <pc:docMk/>
            <pc:sldMk cId="4186136812" sldId="314"/>
            <ac:spMk id="3" creationId="{00000000-0000-0000-0000-000000000000}"/>
          </ac:spMkLst>
        </pc:spChg>
        <pc:spChg chg="add del mod">
          <ac:chgData name="Priyanka Gurung" userId="9c5b12de17b6c17d" providerId="LiveId" clId="{99742CE8-321A-4AAA-AE57-9819C695C1C1}" dt="2021-06-10T10:09:54.115" v="8" actId="478"/>
          <ac:spMkLst>
            <pc:docMk/>
            <pc:sldMk cId="4186136812" sldId="314"/>
            <ac:spMk id="6" creationId="{26C61845-09F5-4AE2-BAA5-41B864865922}"/>
          </ac:spMkLst>
        </pc:spChg>
        <pc:spChg chg="add mod">
          <ac:chgData name="Priyanka Gurung" userId="9c5b12de17b6c17d" providerId="LiveId" clId="{99742CE8-321A-4AAA-AE57-9819C695C1C1}" dt="2021-06-10T11:12:55.958" v="202" actId="1076"/>
          <ac:spMkLst>
            <pc:docMk/>
            <pc:sldMk cId="4186136812" sldId="314"/>
            <ac:spMk id="12" creationId="{F6DD009F-4ED6-49E2-9351-F29C4D8B4C61}"/>
          </ac:spMkLst>
        </pc:spChg>
        <pc:grpChg chg="del">
          <ac:chgData name="Priyanka Gurung" userId="9c5b12de17b6c17d" providerId="LiveId" clId="{99742CE8-321A-4AAA-AE57-9819C695C1C1}" dt="2021-06-10T10:09:56.321" v="9" actId="478"/>
          <ac:grpSpMkLst>
            <pc:docMk/>
            <pc:sldMk cId="4186136812" sldId="314"/>
            <ac:grpSpMk id="5" creationId="{F678E969-3832-4BE9-9368-B4C16EF929C9}"/>
          </ac:grpSpMkLst>
        </pc:grpChg>
        <pc:graphicFrameChg chg="add mod modGraphic">
          <ac:chgData name="Priyanka Gurung" userId="9c5b12de17b6c17d" providerId="LiveId" clId="{99742CE8-321A-4AAA-AE57-9819C695C1C1}" dt="2021-06-10T11:53:58.494" v="360" actId="14100"/>
          <ac:graphicFrameMkLst>
            <pc:docMk/>
            <pc:sldMk cId="4186136812" sldId="314"/>
            <ac:graphicFrameMk id="14" creationId="{F730786A-A4E1-491B-8204-4B1D0C3826ED}"/>
          </ac:graphicFrameMkLst>
        </pc:graphicFrameChg>
        <pc:picChg chg="del">
          <ac:chgData name="Priyanka Gurung" userId="9c5b12de17b6c17d" providerId="LiveId" clId="{99742CE8-321A-4AAA-AE57-9819C695C1C1}" dt="2021-06-10T10:46:11.540" v="161" actId="478"/>
          <ac:picMkLst>
            <pc:docMk/>
            <pc:sldMk cId="4186136812" sldId="314"/>
            <ac:picMk id="7" creationId="{00000000-0000-0000-0000-000000000000}"/>
          </ac:picMkLst>
        </pc:picChg>
        <pc:picChg chg="mod">
          <ac:chgData name="Priyanka Gurung" userId="9c5b12de17b6c17d" providerId="LiveId" clId="{99742CE8-321A-4AAA-AE57-9819C695C1C1}" dt="2021-06-10T10:46:47.575" v="173" actId="1076"/>
          <ac:picMkLst>
            <pc:docMk/>
            <pc:sldMk cId="4186136812" sldId="314"/>
            <ac:picMk id="8" creationId="{00000000-0000-0000-0000-000000000000}"/>
          </ac:picMkLst>
        </pc:picChg>
        <pc:picChg chg="add mod">
          <ac:chgData name="Priyanka Gurung" userId="9c5b12de17b6c17d" providerId="LiveId" clId="{99742CE8-321A-4AAA-AE57-9819C695C1C1}" dt="2021-06-10T10:46:16.735" v="163" actId="1076"/>
          <ac:picMkLst>
            <pc:docMk/>
            <pc:sldMk cId="4186136812" sldId="314"/>
            <ac:picMk id="13" creationId="{9140207F-3D3A-42DD-8C76-30C59A35207F}"/>
          </ac:picMkLst>
        </pc:picChg>
      </pc:sldChg>
      <pc:sldChg chg="addSp modSp add mod modAnim">
        <pc:chgData name="Priyanka Gurung" userId="9c5b12de17b6c17d" providerId="LiveId" clId="{99742CE8-321A-4AAA-AE57-9819C695C1C1}" dt="2021-06-10T12:21:25.962" v="488"/>
        <pc:sldMkLst>
          <pc:docMk/>
          <pc:sldMk cId="3097647543" sldId="315"/>
        </pc:sldMkLst>
        <pc:spChg chg="add mod">
          <ac:chgData name="Priyanka Gurung" userId="9c5b12de17b6c17d" providerId="LiveId" clId="{99742CE8-321A-4AAA-AE57-9819C695C1C1}" dt="2021-06-10T12:19:13.045" v="484" actId="1076"/>
          <ac:spMkLst>
            <pc:docMk/>
            <pc:sldMk cId="3097647543" sldId="315"/>
            <ac:spMk id="2" creationId="{56F0D845-32D9-48D7-A3D5-AA87BCAB7020}"/>
          </ac:spMkLst>
        </pc:spChg>
        <pc:spChg chg="mod">
          <ac:chgData name="Priyanka Gurung" userId="9c5b12de17b6c17d" providerId="LiveId" clId="{99742CE8-321A-4AAA-AE57-9819C695C1C1}" dt="2021-06-10T12:18:16.190" v="475" actId="27636"/>
          <ac:spMkLst>
            <pc:docMk/>
            <pc:sldMk cId="3097647543" sldId="315"/>
            <ac:spMk id="3" creationId="{F1FD07B9-20BF-4DEE-AC2E-709DA3C15423}"/>
          </ac:spMkLst>
        </pc:spChg>
        <pc:spChg chg="mod">
          <ac:chgData name="Priyanka Gurung" userId="9c5b12de17b6c17d" providerId="LiveId" clId="{99742CE8-321A-4AAA-AE57-9819C695C1C1}" dt="2021-06-10T11:56:39.509" v="379" actId="1076"/>
          <ac:spMkLst>
            <pc:docMk/>
            <pc:sldMk cId="3097647543" sldId="315"/>
            <ac:spMk id="5" creationId="{5BA3CC55-CD58-41BA-A80E-CF47C3CAE79F}"/>
          </ac:spMkLst>
        </pc:spChg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948884088" sldId="315"/>
        </pc:sldMkLst>
      </pc:sldChg>
      <pc:sldChg chg="add">
        <pc:chgData name="Priyanka Gurung" userId="9c5b12de17b6c17d" providerId="LiveId" clId="{99742CE8-321A-4AAA-AE57-9819C695C1C1}" dt="2021-06-10T11:25:06.319" v="281" actId="2890"/>
        <pc:sldMkLst>
          <pc:docMk/>
          <pc:sldMk cId="568565938" sldId="316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1880150835" sldId="316"/>
        </pc:sldMkLst>
      </pc:sldChg>
      <pc:sldChg chg="add">
        <pc:chgData name="Priyanka Gurung" userId="9c5b12de17b6c17d" providerId="LiveId" clId="{99742CE8-321A-4AAA-AE57-9819C695C1C1}" dt="2021-06-10T11:25:10.401" v="282" actId="2890"/>
        <pc:sldMkLst>
          <pc:docMk/>
          <pc:sldMk cId="1423307753" sldId="317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980979128" sldId="317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57346370" sldId="318"/>
        </pc:sldMkLst>
      </pc:sldChg>
      <pc:sldChg chg="add">
        <pc:chgData name="Priyanka Gurung" userId="9c5b12de17b6c17d" providerId="LiveId" clId="{99742CE8-321A-4AAA-AE57-9819C695C1C1}" dt="2021-06-10T11:25:13.209" v="283" actId="2890"/>
        <pc:sldMkLst>
          <pc:docMk/>
          <pc:sldMk cId="977710417" sldId="318"/>
        </pc:sldMkLst>
      </pc:sldChg>
      <pc:sldChg chg="add">
        <pc:chgData name="Priyanka Gurung" userId="9c5b12de17b6c17d" providerId="LiveId" clId="{99742CE8-321A-4AAA-AE57-9819C695C1C1}" dt="2021-06-10T11:25:16.924" v="284" actId="2890"/>
        <pc:sldMkLst>
          <pc:docMk/>
          <pc:sldMk cId="2167412694" sldId="319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414779878" sldId="319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035877006" sldId="320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3247055070" sldId="321"/>
        </pc:sldMkLst>
      </pc:sldChg>
      <pc:sldChg chg="del">
        <pc:chgData name="Priyanka Gurung" userId="9c5b12de17b6c17d" providerId="LiveId" clId="{99742CE8-321A-4AAA-AE57-9819C695C1C1}" dt="2021-06-10T10:11:06.574" v="19" actId="47"/>
        <pc:sldMkLst>
          <pc:docMk/>
          <pc:sldMk cId="2542356150" sldId="322"/>
        </pc:sldMkLst>
      </pc:sldChg>
    </pc:docChg>
  </pc:docChgLst>
  <pc:docChgLst>
    <pc:chgData name="Priyanka Gurung" userId="9c5b12de17b6c17d" providerId="LiveId" clId="{D25FCF02-0274-4597-B310-AB4635631CFF}"/>
    <pc:docChg chg="undo custSel addSld delSld modSld sldOrd modSection">
      <pc:chgData name="Priyanka Gurung" userId="9c5b12de17b6c17d" providerId="LiveId" clId="{D25FCF02-0274-4597-B310-AB4635631CFF}" dt="2021-06-08T06:12:21.994" v="774" actId="20577"/>
      <pc:docMkLst>
        <pc:docMk/>
      </pc:docMkLst>
      <pc:sldChg chg="addSp delSp modSp mod">
        <pc:chgData name="Priyanka Gurung" userId="9c5b12de17b6c17d" providerId="LiveId" clId="{D25FCF02-0274-4597-B310-AB4635631CFF}" dt="2021-06-03T07:11:54.440" v="615" actId="1076"/>
        <pc:sldMkLst>
          <pc:docMk/>
          <pc:sldMk cId="3333479639" sldId="268"/>
        </pc:sldMkLst>
        <pc:spChg chg="mod">
          <ac:chgData name="Priyanka Gurung" userId="9c5b12de17b6c17d" providerId="LiveId" clId="{D25FCF02-0274-4597-B310-AB4635631CFF}" dt="2021-06-03T07:11:54.440" v="615" actId="1076"/>
          <ac:spMkLst>
            <pc:docMk/>
            <pc:sldMk cId="3333479639" sldId="268"/>
            <ac:spMk id="2" creationId="{00000000-0000-0000-0000-000000000000}"/>
          </ac:spMkLst>
        </pc:spChg>
        <pc:spChg chg="del mod">
          <ac:chgData name="Priyanka Gurung" userId="9c5b12de17b6c17d" providerId="LiveId" clId="{D25FCF02-0274-4597-B310-AB4635631CFF}" dt="2021-06-03T07:05:14.991" v="527" actId="1032"/>
          <ac:spMkLst>
            <pc:docMk/>
            <pc:sldMk cId="3333479639" sldId="268"/>
            <ac:spMk id="3" creationId="{00000000-0000-0000-0000-000000000000}"/>
          </ac:spMkLst>
        </pc:spChg>
        <pc:grpChg chg="del">
          <ac:chgData name="Priyanka Gurung" userId="9c5b12de17b6c17d" providerId="LiveId" clId="{D25FCF02-0274-4597-B310-AB4635631CFF}" dt="2021-06-03T07:04:11.476" v="514" actId="478"/>
          <ac:grpSpMkLst>
            <pc:docMk/>
            <pc:sldMk cId="3333479639" sldId="268"/>
            <ac:grpSpMk id="5" creationId="{F678E969-3832-4BE9-9368-B4C16EF929C9}"/>
          </ac:grpSpMkLst>
        </pc:grpChg>
        <pc:graphicFrameChg chg="add mod modGraphic">
          <ac:chgData name="Priyanka Gurung" userId="9c5b12de17b6c17d" providerId="LiveId" clId="{D25FCF02-0274-4597-B310-AB4635631CFF}" dt="2021-06-03T07:11:52.735" v="614" actId="20577"/>
          <ac:graphicFrameMkLst>
            <pc:docMk/>
            <pc:sldMk cId="3333479639" sldId="268"/>
            <ac:graphicFrameMk id="4" creationId="{8AF4D703-24D1-426A-B1DF-4519BB1FAB1A}"/>
          </ac:graphicFrameMkLst>
        </pc:graphicFrameChg>
      </pc:sldChg>
      <pc:sldChg chg="modSp">
        <pc:chgData name="Priyanka Gurung" userId="9c5b12de17b6c17d" providerId="LiveId" clId="{D25FCF02-0274-4597-B310-AB4635631CFF}" dt="2021-06-08T06:05:14.857" v="739" actId="20577"/>
        <pc:sldMkLst>
          <pc:docMk/>
          <pc:sldMk cId="841728484" sldId="283"/>
        </pc:sldMkLst>
        <pc:graphicFrameChg chg="mod">
          <ac:chgData name="Priyanka Gurung" userId="9c5b12de17b6c17d" providerId="LiveId" clId="{D25FCF02-0274-4597-B310-AB4635631CFF}" dt="2021-06-08T06:05:14.857" v="739" actId="20577"/>
          <ac:graphicFrameMkLst>
            <pc:docMk/>
            <pc:sldMk cId="841728484" sldId="283"/>
            <ac:graphicFrameMk id="5" creationId="{95161713-019F-4BD2-846B-2B06ADB7CD59}"/>
          </ac:graphicFrameMkLst>
        </pc:graphicFrameChg>
      </pc:sldChg>
      <pc:sldChg chg="modSp mod">
        <pc:chgData name="Priyanka Gurung" userId="9c5b12de17b6c17d" providerId="LiveId" clId="{D25FCF02-0274-4597-B310-AB4635631CFF}" dt="2021-05-27T10:44:16.113" v="489" actId="14734"/>
        <pc:sldMkLst>
          <pc:docMk/>
          <pc:sldMk cId="419716999" sldId="289"/>
        </pc:sldMkLst>
        <pc:spChg chg="mod">
          <ac:chgData name="Priyanka Gurung" userId="9c5b12de17b6c17d" providerId="LiveId" clId="{D25FCF02-0274-4597-B310-AB4635631CFF}" dt="2021-05-27T10:43:33.900" v="484" actId="1076"/>
          <ac:spMkLst>
            <pc:docMk/>
            <pc:sldMk cId="419716999" sldId="289"/>
            <ac:spMk id="2" creationId="{00000000-0000-0000-0000-000000000000}"/>
          </ac:spMkLst>
        </pc:spChg>
        <pc:graphicFrameChg chg="mod modGraphic">
          <ac:chgData name="Priyanka Gurung" userId="9c5b12de17b6c17d" providerId="LiveId" clId="{D25FCF02-0274-4597-B310-AB4635631CFF}" dt="2021-05-27T10:44:16.113" v="489" actId="14734"/>
          <ac:graphicFrameMkLst>
            <pc:docMk/>
            <pc:sldMk cId="419716999" sldId="289"/>
            <ac:graphicFrameMk id="5" creationId="{00000000-0000-0000-0000-000000000000}"/>
          </ac:graphicFrameMkLst>
        </pc:graphicFrameChg>
      </pc:sldChg>
      <pc:sldChg chg="modSp mod">
        <pc:chgData name="Priyanka Gurung" userId="9c5b12de17b6c17d" providerId="LiveId" clId="{D25FCF02-0274-4597-B310-AB4635631CFF}" dt="2021-05-26T08:25:32.245" v="43" actId="20577"/>
        <pc:sldMkLst>
          <pc:docMk/>
          <pc:sldMk cId="3890576088" sldId="296"/>
        </pc:sldMkLst>
        <pc:graphicFrameChg chg="modGraphic">
          <ac:chgData name="Priyanka Gurung" userId="9c5b12de17b6c17d" providerId="LiveId" clId="{D25FCF02-0274-4597-B310-AB4635631CFF}" dt="2021-05-26T08:25:32.245" v="43" actId="20577"/>
          <ac:graphicFrameMkLst>
            <pc:docMk/>
            <pc:sldMk cId="3890576088" sldId="296"/>
            <ac:graphicFrameMk id="5" creationId="{00000000-0000-0000-0000-000000000000}"/>
          </ac:graphicFrameMkLst>
        </pc:graphicFrameChg>
      </pc:sldChg>
      <pc:sldChg chg="add">
        <pc:chgData name="Priyanka Gurung" userId="9c5b12de17b6c17d" providerId="LiveId" clId="{D25FCF02-0274-4597-B310-AB4635631CFF}" dt="2021-06-03T07:03:21.786" v="502" actId="2890"/>
        <pc:sldMkLst>
          <pc:docMk/>
          <pc:sldMk cId="4186136812" sldId="314"/>
        </pc:sldMkLst>
      </pc:sldChg>
      <pc:sldChg chg="addSp delSp modSp add mod">
        <pc:chgData name="Priyanka Gurung" userId="9c5b12de17b6c17d" providerId="LiveId" clId="{D25FCF02-0274-4597-B310-AB4635631CFF}" dt="2021-06-08T05:01:20.202" v="720"/>
        <pc:sldMkLst>
          <pc:docMk/>
          <pc:sldMk cId="3948884088" sldId="315"/>
        </pc:sldMkLst>
        <pc:spChg chg="mod">
          <ac:chgData name="Priyanka Gurung" userId="9c5b12de17b6c17d" providerId="LiveId" clId="{D25FCF02-0274-4597-B310-AB4635631CFF}" dt="2021-06-03T08:46:59.272" v="619" actId="20577"/>
          <ac:spMkLst>
            <pc:docMk/>
            <pc:sldMk cId="3948884088" sldId="315"/>
            <ac:spMk id="2" creationId="{00000000-0000-0000-0000-000000000000}"/>
          </ac:spMkLst>
        </pc:spChg>
        <pc:spChg chg="add del mod">
          <ac:chgData name="Priyanka Gurung" userId="9c5b12de17b6c17d" providerId="LiveId" clId="{D25FCF02-0274-4597-B310-AB4635631CFF}" dt="2021-06-03T08:47:17.831" v="622" actId="478"/>
          <ac:spMkLst>
            <pc:docMk/>
            <pc:sldMk cId="3948884088" sldId="315"/>
            <ac:spMk id="5" creationId="{6C5ABBB8-6A8F-4988-B45E-96B4B2E7AEF0}"/>
          </ac:spMkLst>
        </pc:spChg>
        <pc:graphicFrameChg chg="add del mod">
          <ac:chgData name="Priyanka Gurung" userId="9c5b12de17b6c17d" providerId="LiveId" clId="{D25FCF02-0274-4597-B310-AB4635631CFF}" dt="2021-06-08T05:01:20.202" v="720"/>
          <ac:graphicFrameMkLst>
            <pc:docMk/>
            <pc:sldMk cId="3948884088" sldId="315"/>
            <ac:graphicFrameMk id="4" creationId="{8AF4D703-24D1-426A-B1DF-4519BB1FAB1A}"/>
          </ac:graphicFrameMkLst>
        </pc:graphicFrameChg>
      </pc:sldChg>
      <pc:sldChg chg="modSp add mod">
        <pc:chgData name="Priyanka Gurung" userId="9c5b12de17b6c17d" providerId="LiveId" clId="{D25FCF02-0274-4597-B310-AB4635631CFF}" dt="2021-06-03T09:07:58.498" v="651" actId="14100"/>
        <pc:sldMkLst>
          <pc:docMk/>
          <pc:sldMk cId="1880150835" sldId="316"/>
        </pc:sldMkLst>
        <pc:spChg chg="mod">
          <ac:chgData name="Priyanka Gurung" userId="9c5b12de17b6c17d" providerId="LiveId" clId="{D25FCF02-0274-4597-B310-AB4635631CFF}" dt="2021-06-03T08:55:28.611" v="646" actId="20577"/>
          <ac:spMkLst>
            <pc:docMk/>
            <pc:sldMk cId="1880150835" sldId="316"/>
            <ac:spMk id="2" creationId="{00000000-0000-0000-0000-000000000000}"/>
          </ac:spMkLst>
        </pc:spChg>
        <pc:spChg chg="mod">
          <ac:chgData name="Priyanka Gurung" userId="9c5b12de17b6c17d" providerId="LiveId" clId="{D25FCF02-0274-4597-B310-AB4635631CFF}" dt="2021-06-03T09:07:58.498" v="651" actId="14100"/>
          <ac:spMkLst>
            <pc:docMk/>
            <pc:sldMk cId="1880150835" sldId="316"/>
            <ac:spMk id="10" creationId="{AF1A2A8F-3C2E-4F02-8B4A-79FCBAE212C4}"/>
          </ac:spMkLst>
        </pc:spChg>
        <pc:spChg chg="mod">
          <ac:chgData name="Priyanka Gurung" userId="9c5b12de17b6c17d" providerId="LiveId" clId="{D25FCF02-0274-4597-B310-AB4635631CFF}" dt="2021-06-03T09:07:50.485" v="649" actId="14100"/>
          <ac:spMkLst>
            <pc:docMk/>
            <pc:sldMk cId="1880150835" sldId="316"/>
            <ac:spMk id="11" creationId="{CA2A772D-AB8A-400F-99AC-01E53FC7D715}"/>
          </ac:spMkLst>
        </pc:spChg>
      </pc:sldChg>
      <pc:sldChg chg="modSp add mod">
        <pc:chgData name="Priyanka Gurung" userId="9c5b12de17b6c17d" providerId="LiveId" clId="{D25FCF02-0274-4597-B310-AB4635631CFF}" dt="2021-06-03T09:12:06.231" v="680" actId="20577"/>
        <pc:sldMkLst>
          <pc:docMk/>
          <pc:sldMk cId="3980979128" sldId="317"/>
        </pc:sldMkLst>
        <pc:spChg chg="mod">
          <ac:chgData name="Priyanka Gurung" userId="9c5b12de17b6c17d" providerId="LiveId" clId="{D25FCF02-0274-4597-B310-AB4635631CFF}" dt="2021-06-03T09:12:06.231" v="680" actId="20577"/>
          <ac:spMkLst>
            <pc:docMk/>
            <pc:sldMk cId="3980979128" sldId="317"/>
            <ac:spMk id="2" creationId="{1F4606D0-AE6E-4095-A88A-FC72DDB05B19}"/>
          </ac:spMkLst>
        </pc:spChg>
        <pc:spChg chg="mod">
          <ac:chgData name="Priyanka Gurung" userId="9c5b12de17b6c17d" providerId="LiveId" clId="{D25FCF02-0274-4597-B310-AB4635631CFF}" dt="2021-06-03T09:09:21.188" v="656" actId="14100"/>
          <ac:spMkLst>
            <pc:docMk/>
            <pc:sldMk cId="3980979128" sldId="317"/>
            <ac:spMk id="8" creationId="{DB93BB70-B3CD-447D-9000-D8AD7FA5076B}"/>
          </ac:spMkLst>
        </pc:spChg>
        <pc:spChg chg="mod">
          <ac:chgData name="Priyanka Gurung" userId="9c5b12de17b6c17d" providerId="LiveId" clId="{D25FCF02-0274-4597-B310-AB4635631CFF}" dt="2021-06-03T09:11:42.766" v="676" actId="1076"/>
          <ac:spMkLst>
            <pc:docMk/>
            <pc:sldMk cId="3980979128" sldId="317"/>
            <ac:spMk id="9" creationId="{EABA60E1-AF48-4123-ACC9-62AF8D349C77}"/>
          </ac:spMkLst>
        </pc:spChg>
      </pc:sldChg>
      <pc:sldChg chg="modSp add mod">
        <pc:chgData name="Priyanka Gurung" userId="9c5b12de17b6c17d" providerId="LiveId" clId="{D25FCF02-0274-4597-B310-AB4635631CFF}" dt="2021-06-03T09:14:19.622" v="701" actId="1076"/>
        <pc:sldMkLst>
          <pc:docMk/>
          <pc:sldMk cId="57346370" sldId="318"/>
        </pc:sldMkLst>
        <pc:spChg chg="mod">
          <ac:chgData name="Priyanka Gurung" userId="9c5b12de17b6c17d" providerId="LiveId" clId="{D25FCF02-0274-4597-B310-AB4635631CFF}" dt="2021-06-03T09:14:19.622" v="701" actId="1076"/>
          <ac:spMkLst>
            <pc:docMk/>
            <pc:sldMk cId="57346370" sldId="318"/>
            <ac:spMk id="2" creationId="{D6DA396E-DA00-4F61-BB74-C3990AC29299}"/>
          </ac:spMkLst>
        </pc:spChg>
        <pc:spChg chg="mod">
          <ac:chgData name="Priyanka Gurung" userId="9c5b12de17b6c17d" providerId="LiveId" clId="{D25FCF02-0274-4597-B310-AB4635631CFF}" dt="2021-06-03T09:13:44.310" v="694" actId="14100"/>
          <ac:spMkLst>
            <pc:docMk/>
            <pc:sldMk cId="57346370" sldId="318"/>
            <ac:spMk id="5" creationId="{CF2E5C32-A6D4-4683-A07B-03A9E4223D92}"/>
          </ac:spMkLst>
        </pc:spChg>
        <pc:spChg chg="mod">
          <ac:chgData name="Priyanka Gurung" userId="9c5b12de17b6c17d" providerId="LiveId" clId="{D25FCF02-0274-4597-B310-AB4635631CFF}" dt="2021-06-03T09:14:16.562" v="700" actId="14100"/>
          <ac:spMkLst>
            <pc:docMk/>
            <pc:sldMk cId="57346370" sldId="318"/>
            <ac:spMk id="6" creationId="{B548BBE0-B5A0-4127-91A4-5D2E0BF71EEF}"/>
          </ac:spMkLst>
        </pc:spChg>
      </pc:sldChg>
      <pc:sldChg chg="modSp add mod">
        <pc:chgData name="Priyanka Gurung" userId="9c5b12de17b6c17d" providerId="LiveId" clId="{D25FCF02-0274-4597-B310-AB4635631CFF}" dt="2021-06-03T09:19:26.897" v="714"/>
        <pc:sldMkLst>
          <pc:docMk/>
          <pc:sldMk cId="2414779878" sldId="319"/>
        </pc:sldMkLst>
        <pc:spChg chg="mod">
          <ac:chgData name="Priyanka Gurung" userId="9c5b12de17b6c17d" providerId="LiveId" clId="{D25FCF02-0274-4597-B310-AB4635631CFF}" dt="2021-06-03T09:15:02.231" v="703" actId="20577"/>
          <ac:spMkLst>
            <pc:docMk/>
            <pc:sldMk cId="2414779878" sldId="319"/>
            <ac:spMk id="2" creationId="{3E4B9F69-5E41-4C4A-8BDB-7724030E477C}"/>
          </ac:spMkLst>
        </pc:spChg>
        <pc:graphicFrameChg chg="mod">
          <ac:chgData name="Priyanka Gurung" userId="9c5b12de17b6c17d" providerId="LiveId" clId="{D25FCF02-0274-4597-B310-AB4635631CFF}" dt="2021-06-03T09:19:26.897" v="714"/>
          <ac:graphicFrameMkLst>
            <pc:docMk/>
            <pc:sldMk cId="2414779878" sldId="319"/>
            <ac:graphicFrameMk id="5" creationId="{CC3BBA09-BA74-4852-A890-DF58437552B7}"/>
          </ac:graphicFrameMkLst>
        </pc:graphicFrameChg>
      </pc:sldChg>
      <pc:sldChg chg="modSp add mod ord">
        <pc:chgData name="Priyanka Gurung" userId="9c5b12de17b6c17d" providerId="LiveId" clId="{D25FCF02-0274-4597-B310-AB4635631CFF}" dt="2021-06-08T06:12:21.994" v="774" actId="20577"/>
        <pc:sldMkLst>
          <pc:docMk/>
          <pc:sldMk cId="2035877006" sldId="320"/>
        </pc:sldMkLst>
        <pc:spChg chg="mod">
          <ac:chgData name="Priyanka Gurung" userId="9c5b12de17b6c17d" providerId="LiveId" clId="{D25FCF02-0274-4597-B310-AB4635631CFF}" dt="2021-06-03T10:45:50.151" v="717" actId="20577"/>
          <ac:spMkLst>
            <pc:docMk/>
            <pc:sldMk cId="2035877006" sldId="320"/>
            <ac:spMk id="2" creationId="{AFEEB885-0541-4E93-9BF0-8304936362AC}"/>
          </ac:spMkLst>
        </pc:spChg>
        <pc:graphicFrameChg chg="mod">
          <ac:chgData name="Priyanka Gurung" userId="9c5b12de17b6c17d" providerId="LiveId" clId="{D25FCF02-0274-4597-B310-AB4635631CFF}" dt="2021-06-08T06:12:21.994" v="774" actId="20577"/>
          <ac:graphicFrameMkLst>
            <pc:docMk/>
            <pc:sldMk cId="2035877006" sldId="320"/>
            <ac:graphicFrameMk id="4" creationId="{046AD70E-86B6-4FB7-9190-63927484AA06}"/>
          </ac:graphicFrameMkLst>
        </pc:graphicFrameChg>
      </pc:sldChg>
      <pc:sldChg chg="add del">
        <pc:chgData name="Priyanka Gurung" userId="9c5b12de17b6c17d" providerId="LiveId" clId="{D25FCF02-0274-4597-B310-AB4635631CFF}" dt="2021-06-08T06:07:57.491" v="740" actId="47"/>
        <pc:sldMkLst>
          <pc:docMk/>
          <pc:sldMk cId="1894658006" sldId="321"/>
        </pc:sldMkLst>
      </pc:sldChg>
      <pc:sldChg chg="modSp add ord">
        <pc:chgData name="Priyanka Gurung" userId="9c5b12de17b6c17d" providerId="LiveId" clId="{D25FCF02-0274-4597-B310-AB4635631CFF}" dt="2021-06-08T06:11:05.478" v="773" actId="20577"/>
        <pc:sldMkLst>
          <pc:docMk/>
          <pc:sldMk cId="3247055070" sldId="321"/>
        </pc:sldMkLst>
        <pc:graphicFrameChg chg="mod">
          <ac:chgData name="Priyanka Gurung" userId="9c5b12de17b6c17d" providerId="LiveId" clId="{D25FCF02-0274-4597-B310-AB4635631CFF}" dt="2021-06-08T06:11:05.478" v="773" actId="20577"/>
          <ac:graphicFrameMkLst>
            <pc:docMk/>
            <pc:sldMk cId="3247055070" sldId="321"/>
            <ac:graphicFrameMk id="7" creationId="{BFA282B9-3733-437C-B1FF-9CF38A239D17}"/>
          </ac:graphicFrameMkLst>
        </pc:graphicFrameChg>
      </pc:sldChg>
      <pc:sldChg chg="add ord">
        <pc:chgData name="Priyanka Gurung" userId="9c5b12de17b6c17d" providerId="LiveId" clId="{D25FCF02-0274-4597-B310-AB4635631CFF}" dt="2021-06-08T06:10:03.464" v="748"/>
        <pc:sldMkLst>
          <pc:docMk/>
          <pc:sldMk cId="2542356150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9A1FB-A6B9-439F-ADA5-0B7138BD27C7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14350" y="685800"/>
            <a:ext cx="58293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83CDB-D3DD-4E96-AB9E-A70ABDA3AA6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3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13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06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36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56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59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6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46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46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46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80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1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1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83CDB-D3DD-4E96-AB9E-A70ABDA3AA6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80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4395" y="2130426"/>
            <a:ext cx="990981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8790" y="3886200"/>
            <a:ext cx="816102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88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6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949" y="4406901"/>
            <a:ext cx="990981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0949" y="2906713"/>
            <a:ext cx="990981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35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2930" y="1600201"/>
            <a:ext cx="51492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6455" y="1600201"/>
            <a:ext cx="51492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0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930" y="1535113"/>
            <a:ext cx="515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930" y="2174875"/>
            <a:ext cx="515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2408" y="1535113"/>
            <a:ext cx="51532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2408" y="2174875"/>
            <a:ext cx="51532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86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2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931" y="273050"/>
            <a:ext cx="383559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8189" y="273051"/>
            <a:ext cx="651748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931" y="1435101"/>
            <a:ext cx="383559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6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167" y="4800600"/>
            <a:ext cx="69951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5167" y="612775"/>
            <a:ext cx="69951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5167" y="5367338"/>
            <a:ext cx="69951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21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7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52485" y="274639"/>
            <a:ext cx="262318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2930" y="274639"/>
            <a:ext cx="767524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1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2930" y="274638"/>
            <a:ext cx="104927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930" y="1600201"/>
            <a:ext cx="1049274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2930" y="6356351"/>
            <a:ext cx="27203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F8766-88CF-4AEB-8778-30160AFEB1F2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83355" y="6356351"/>
            <a:ext cx="3691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5330" y="6356351"/>
            <a:ext cx="27203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90713-EA14-47EC-8E99-A14A9C35C76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586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90888" y="1905008"/>
            <a:ext cx="10738185" cy="3260551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b="1" dirty="0">
                <a:effectLst/>
                <a:latin typeface="Times New Roman" pitchFamily="18" charset="0"/>
                <a:cs typeface="Times New Roman" pitchFamily="18" charset="0"/>
              </a:rPr>
              <a:t>TIME AND WORK</a:t>
            </a:r>
            <a:endParaRPr lang="en-US" sz="66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02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5BA3CC55-CD58-41BA-A80E-CF47C3C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4" y="47004"/>
            <a:ext cx="7383780" cy="1172196"/>
          </a:xfrm>
        </p:spPr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TIME &amp; WORK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DB05F78-BDAF-40BA-B1C9-8A62D36B44D0}"/>
              </a:ext>
            </a:extLst>
          </p:cNvPr>
          <p:cNvSpPr txBox="1"/>
          <p:nvPr/>
        </p:nvSpPr>
        <p:spPr>
          <a:xfrm>
            <a:off x="723900" y="1622447"/>
            <a:ext cx="9982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cs typeface="Times New Roman" pitchFamily="18" charset="0"/>
              </a:rPr>
              <a:t>Efficiency Technique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itchFamily="18" charset="0"/>
              </a:rPr>
              <a:t>Work done by a person in unit time is defined as efficiency in Time and Work </a:t>
            </a:r>
          </a:p>
          <a:p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cs typeface="Times New Roman" pitchFamily="18" charset="0"/>
            </a:endParaRPr>
          </a:p>
          <a:p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Times New Roman" pitchFamily="18" charset="0"/>
              </a:rPr>
              <a:t>Problems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cs typeface="Times New Roman" pitchFamily="18" charset="0"/>
            </a:endParaRP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itchFamily="18" charset="0"/>
              </a:rPr>
              <a:t>A can complete a work in 10 days so efficiency of A per day = 100/10 = 10%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03E4203-831D-4066-B10E-CF7CAFC4FC01}"/>
              </a:ext>
            </a:extLst>
          </p:cNvPr>
          <p:cNvSpPr txBox="1"/>
          <p:nvPr/>
        </p:nvSpPr>
        <p:spPr>
          <a:xfrm>
            <a:off x="720012" y="3192690"/>
            <a:ext cx="5831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LCM Method to Solve Problems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812CD23-9061-4551-97B0-8F4FD252D69F}"/>
              </a:ext>
            </a:extLst>
          </p:cNvPr>
          <p:cNvSpPr txBox="1"/>
          <p:nvPr/>
        </p:nvSpPr>
        <p:spPr>
          <a:xfrm>
            <a:off x="720012" y="3654937"/>
            <a:ext cx="81712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>
                <a:cs typeface="Times New Roman" pitchFamily="18" charset="0"/>
              </a:rPr>
              <a:t>1.</a:t>
            </a:r>
            <a:r>
              <a:rPr lang="en-US" sz="1800" dirty="0" smtClean="0">
                <a:solidFill>
                  <a:schemeClr val="tx1"/>
                </a:solidFill>
                <a:cs typeface="Times New Roman" pitchFamily="18" charset="0"/>
              </a:rPr>
              <a:t>we </a:t>
            </a:r>
            <a:r>
              <a:rPr lang="en-US" sz="1800" dirty="0">
                <a:solidFill>
                  <a:schemeClr val="tx1"/>
                </a:solidFill>
                <a:cs typeface="Times New Roman" pitchFamily="18" charset="0"/>
              </a:rPr>
              <a:t>take the LCM of time taken by the members to do the complete work</a:t>
            </a:r>
          </a:p>
          <a:p>
            <a:r>
              <a:rPr lang="en-US" sz="1800" dirty="0" smtClean="0">
                <a:solidFill>
                  <a:schemeClr val="tx1"/>
                </a:solidFill>
                <a:cs typeface="Times New Roman" pitchFamily="18" charset="0"/>
              </a:rPr>
              <a:t>2.That </a:t>
            </a:r>
            <a:r>
              <a:rPr lang="en-US" sz="1800" dirty="0">
                <a:solidFill>
                  <a:schemeClr val="tx1"/>
                </a:solidFill>
                <a:cs typeface="Times New Roman" pitchFamily="18" charset="0"/>
              </a:rPr>
              <a:t>LCM will behave as a value of total work </a:t>
            </a:r>
          </a:p>
          <a:p>
            <a:r>
              <a:rPr lang="en-US" sz="1800" dirty="0" smtClean="0">
                <a:solidFill>
                  <a:schemeClr val="tx1"/>
                </a:solidFill>
                <a:cs typeface="Times New Roman" pitchFamily="18" charset="0"/>
              </a:rPr>
              <a:t>3.Total </a:t>
            </a:r>
            <a:r>
              <a:rPr lang="en-US" sz="1800" dirty="0">
                <a:solidFill>
                  <a:schemeClr val="tx1"/>
                </a:solidFill>
                <a:cs typeface="Times New Roman" pitchFamily="18" charset="0"/>
              </a:rPr>
              <a:t>Work = LCM</a:t>
            </a:r>
          </a:p>
          <a:p>
            <a:r>
              <a:rPr lang="en-US" sz="1800" dirty="0" smtClean="0">
                <a:solidFill>
                  <a:schemeClr val="tx1"/>
                </a:solidFill>
                <a:cs typeface="Times New Roman" pitchFamily="18" charset="0"/>
              </a:rPr>
              <a:t>4.Total </a:t>
            </a:r>
            <a:r>
              <a:rPr lang="en-US" sz="1800" dirty="0">
                <a:solidFill>
                  <a:schemeClr val="tx1"/>
                </a:solidFill>
                <a:cs typeface="Times New Roman" pitchFamily="18" charset="0"/>
              </a:rPr>
              <a:t>Work = No of days * work done in 1 day (per unit time)</a:t>
            </a:r>
            <a:br>
              <a:rPr lang="en-US" sz="1800" dirty="0">
                <a:solidFill>
                  <a:schemeClr val="tx1"/>
                </a:solidFill>
                <a:cs typeface="Times New Roman" pitchFamily="18" charset="0"/>
              </a:rPr>
            </a:br>
            <a:endParaRPr lang="en-US" sz="1800" dirty="0">
              <a:solidFill>
                <a:schemeClr val="tx1"/>
              </a:solidFill>
              <a:cs typeface="Times New Roman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cs typeface="Times New Roman" pitchFamily="18" charset="0"/>
              </a:rPr>
              <a:t>Thus, </a:t>
            </a:r>
            <a:r>
              <a:rPr lang="en-US" sz="1800" b="1" dirty="0">
                <a:solidFill>
                  <a:srgbClr val="C00000"/>
                </a:solidFill>
                <a:cs typeface="Times New Roman" pitchFamily="18" charset="0"/>
              </a:rPr>
              <a:t>No of days = </a:t>
            </a:r>
            <a:r>
              <a:rPr lang="en-US" b="1" dirty="0" smtClean="0">
                <a:solidFill>
                  <a:srgbClr val="C00000"/>
                </a:solidFill>
                <a:cs typeface="Times New Roman" pitchFamily="18" charset="0"/>
              </a:rPr>
              <a:t>Work</a:t>
            </a:r>
            <a:r>
              <a:rPr lang="en-US" sz="1800" b="1" dirty="0" smtClean="0">
                <a:solidFill>
                  <a:srgbClr val="C00000"/>
                </a:solidFill>
                <a:cs typeface="Times New Roman" pitchFamily="18" charset="0"/>
              </a:rPr>
              <a:t>/Efficiency </a:t>
            </a:r>
            <a:r>
              <a:rPr lang="en-US" sz="1800" dirty="0">
                <a:solidFill>
                  <a:schemeClr val="tx1"/>
                </a:solidFill>
                <a:cs typeface="Times New Roman" pitchFamily="18" charset="0"/>
              </a:rPr>
              <a:t/>
            </a:r>
            <a:br>
              <a:rPr lang="en-US" sz="1800" dirty="0">
                <a:solidFill>
                  <a:schemeClr val="tx1"/>
                </a:solidFill>
                <a:cs typeface="Times New Roman" pitchFamily="18" charset="0"/>
              </a:rPr>
            </a:br>
            <a:endParaRPr lang="en-US" sz="1800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cs typeface="Times New Roman" pitchFamily="18" charset="0"/>
              </a:rPr>
              <a:t>where efficiency = work done in per unit time</a:t>
            </a:r>
          </a:p>
        </p:txBody>
      </p:sp>
    </p:spTree>
    <p:extLst>
      <p:ext uri="{BB962C8B-B14F-4D97-AF65-F5344CB8AC3E}">
        <p14:creationId xmlns:p14="http://schemas.microsoft.com/office/powerpoint/2010/main" val="428726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5BA3CC55-CD58-41BA-A80E-CF47C3C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4" y="47004"/>
            <a:ext cx="7383780" cy="1149420"/>
          </a:xfrm>
        </p:spPr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TIME &amp; WORK</a:t>
            </a:r>
            <a:endParaRPr lang="en-IN" dirty="0"/>
          </a:p>
        </p:txBody>
      </p:sp>
      <p:pic>
        <p:nvPicPr>
          <p:cNvPr id="1026" name="Picture 2" descr="LCM Method for Time and Work">
            <a:extLst>
              <a:ext uri="{FF2B5EF4-FFF2-40B4-BE49-F238E27FC236}">
                <a16:creationId xmlns:a16="http://schemas.microsoft.com/office/drawing/2014/main" xmlns="" id="{5FD39A69-8E02-4F96-996C-CC7DC3309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2514600"/>
            <a:ext cx="49530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DB05F78-BDAF-40BA-B1C9-8A62D36B44D0}"/>
              </a:ext>
            </a:extLst>
          </p:cNvPr>
          <p:cNvSpPr txBox="1"/>
          <p:nvPr/>
        </p:nvSpPr>
        <p:spPr>
          <a:xfrm>
            <a:off x="723900" y="1622447"/>
            <a:ext cx="998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important Formula: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1" dirty="0"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0" name="Picture 6" descr="Quantitative Techniques: Time and Work Explained for CLAT 2020">
            <a:extLst>
              <a:ext uri="{FF2B5EF4-FFF2-40B4-BE49-F238E27FC236}">
                <a16:creationId xmlns:a16="http://schemas.microsoft.com/office/drawing/2014/main" xmlns="" id="{B0D796B5-A63F-4BB9-843F-F0CA2FB4F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4876800"/>
            <a:ext cx="28575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56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638300" y="762000"/>
            <a:ext cx="8001000" cy="11600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Case-1 : When 2 person involve in a task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FD07B9-20BF-4DEE-AC2E-709DA3C1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9532"/>
            <a:ext cx="9715500" cy="486373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CFBC7C-B9B0-4CFF-AAC4-31304BE5AFD6}"/>
              </a:ext>
            </a:extLst>
          </p:cNvPr>
          <p:cNvSpPr txBox="1"/>
          <p:nvPr/>
        </p:nvSpPr>
        <p:spPr>
          <a:xfrm>
            <a:off x="328730" y="1922037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Two persons Ram and </a:t>
            </a:r>
            <a:r>
              <a:rPr lang="en-IN" sz="2400" dirty="0" err="1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Shyam</a:t>
            </a:r>
            <a:r>
              <a:rPr lang="en-IN" sz="24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 can do a certain task in 24 and 40 days. If they will stat together to do this task then in how many days they together can do this task.</a:t>
            </a:r>
            <a:endParaRPr lang="en-IN" sz="2400" dirty="0">
              <a:latin typeface="Cambria" pitchFamily="18" charset="0"/>
              <a:ea typeface="Cambria" pitchFamily="18" charset="0"/>
              <a:cs typeface="Times New Roman" pitchFamily="18" charset="0"/>
            </a:endParaRPr>
          </a:p>
        </p:txBody>
      </p:sp>
      <p:pic>
        <p:nvPicPr>
          <p:cNvPr id="2050" name="Picture 2" descr="Time and Work Tricks, Basic Concepts, Shortcuts and Time and Work Problems  with Solutions">
            <a:extLst>
              <a:ext uri="{FF2B5EF4-FFF2-40B4-BE49-F238E27FC236}">
                <a16:creationId xmlns:a16="http://schemas.microsoft.com/office/drawing/2014/main" xmlns="" id="{BE8C3840-DB12-4E64-8933-8F973D061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352800"/>
            <a:ext cx="518160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90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638300" y="761999"/>
            <a:ext cx="8001000" cy="82754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FD07B9-20BF-4DEE-AC2E-709DA3C1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8800"/>
            <a:ext cx="10248900" cy="4644461"/>
          </a:xfrm>
        </p:spPr>
        <p:txBody>
          <a:bodyPr>
            <a:normAutofit/>
          </a:bodyPr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CFBC7C-B9B0-4CFF-AAC4-31304BE5AFD6}"/>
              </a:ext>
            </a:extLst>
          </p:cNvPr>
          <p:cNvSpPr txBox="1"/>
          <p:nvPr/>
        </p:nvSpPr>
        <p:spPr>
          <a:xfrm>
            <a:off x="333569" y="1316508"/>
            <a:ext cx="104775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Two persons A and B can do a certain task in 20 days and 30 days. If they will start together to do this task then in how many days they together can do this task.</a:t>
            </a:r>
            <a:b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a.10                          b.12                        c.13                         d.14</a:t>
            </a:r>
          </a:p>
        </p:txBody>
      </p:sp>
    </p:spTree>
    <p:extLst>
      <p:ext uri="{BB962C8B-B14F-4D97-AF65-F5344CB8AC3E}">
        <p14:creationId xmlns:p14="http://schemas.microsoft.com/office/powerpoint/2010/main" val="3713895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638300" y="533399"/>
            <a:ext cx="8001000" cy="5334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CASE-2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when  3 persons         involve in a task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FD07B9-20BF-4DEE-AC2E-709DA3C1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930" y="1396790"/>
            <a:ext cx="9715500" cy="47293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7" name="Picture 4" descr="Time and Work Tricks, Basic Concepts, Shortcuts and Time and Work Problems  with Solutions">
            <a:extLst>
              <a:ext uri="{FF2B5EF4-FFF2-40B4-BE49-F238E27FC236}">
                <a16:creationId xmlns:a16="http://schemas.microsoft.com/office/drawing/2014/main" xmlns="" id="{FD57B6D9-4696-4C92-9400-F5E27ED1E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048000"/>
            <a:ext cx="7913370" cy="279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CFBC7C-B9B0-4CFF-AAC4-31304BE5AFD6}"/>
              </a:ext>
            </a:extLst>
          </p:cNvPr>
          <p:cNvSpPr txBox="1"/>
          <p:nvPr/>
        </p:nvSpPr>
        <p:spPr>
          <a:xfrm>
            <a:off x="533400" y="1798149"/>
            <a:ext cx="1021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Three persons A, B and C can do a certain task in 15 ,24 and 40 days. If they will stat together to do this task then in how many days they together can do this task.</a:t>
            </a:r>
          </a:p>
        </p:txBody>
      </p:sp>
    </p:spTree>
    <p:extLst>
      <p:ext uri="{BB962C8B-B14F-4D97-AF65-F5344CB8AC3E}">
        <p14:creationId xmlns:p14="http://schemas.microsoft.com/office/powerpoint/2010/main" val="977710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638300" y="685799"/>
            <a:ext cx="8001000" cy="8382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CFBC7C-B9B0-4CFF-AAC4-31304BE5AFD6}"/>
              </a:ext>
            </a:extLst>
          </p:cNvPr>
          <p:cNvSpPr txBox="1"/>
          <p:nvPr/>
        </p:nvSpPr>
        <p:spPr>
          <a:xfrm>
            <a:off x="577487" y="1349166"/>
            <a:ext cx="10210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Three persons A, B and C can do a certain task in 10 ,20 and 30 days. If they will </a:t>
            </a:r>
            <a:r>
              <a:rPr lang="en-IN" sz="24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start </a:t>
            </a:r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together to do this task then in how many days they together can do this task.</a:t>
            </a:r>
          </a:p>
          <a:p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a.50/11                     b.60/11                    c.70/11                      d.80/11</a:t>
            </a:r>
          </a:p>
        </p:txBody>
      </p:sp>
    </p:spTree>
    <p:extLst>
      <p:ext uri="{BB962C8B-B14F-4D97-AF65-F5344CB8AC3E}">
        <p14:creationId xmlns:p14="http://schemas.microsoft.com/office/powerpoint/2010/main" val="259166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FD07B9-20BF-4DEE-AC2E-709DA3C1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745224"/>
            <a:ext cx="9715500" cy="5407926"/>
          </a:xfrm>
        </p:spPr>
        <p:txBody>
          <a:bodyPr>
            <a:normAutofit/>
          </a:bodyPr>
          <a:lstStyle/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CFBC7C-B9B0-4CFF-AAC4-31304BE5AFD6}"/>
              </a:ext>
            </a:extLst>
          </p:cNvPr>
          <p:cNvSpPr txBox="1"/>
          <p:nvPr/>
        </p:nvSpPr>
        <p:spPr>
          <a:xfrm>
            <a:off x="587051" y="1735823"/>
            <a:ext cx="96330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</a:t>
            </a:r>
            <a:r>
              <a:rPr lang="en-IN" sz="28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and B together can do a task in 4 days and A alone can do this task in 6 days, then find B alone will take how many days to do this </a:t>
            </a:r>
            <a:r>
              <a:rPr lang="en-IN" sz="28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task?</a:t>
            </a:r>
            <a:endParaRPr lang="en-IN" sz="2800" dirty="0">
              <a:latin typeface="Cambria" pitchFamily="18" charset="0"/>
              <a:ea typeface="Cambria" pitchFamily="18" charset="0"/>
              <a:cs typeface="Times New Roman" pitchFamily="18" charset="0"/>
            </a:endParaRPr>
          </a:p>
        </p:txBody>
      </p:sp>
      <p:pic>
        <p:nvPicPr>
          <p:cNvPr id="5122" name="Picture 2" descr="Time and Work Problem Shortcut Tricks for Bank SSC Railway Exam">
            <a:extLst>
              <a:ext uri="{FF2B5EF4-FFF2-40B4-BE49-F238E27FC236}">
                <a16:creationId xmlns:a16="http://schemas.microsoft.com/office/drawing/2014/main" xmlns="" id="{46C984CE-F7D3-4641-B91D-78BC3D8B0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352800"/>
            <a:ext cx="320040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444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638300" y="609600"/>
            <a:ext cx="8991600" cy="86638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3216974-017C-48C8-AC33-CBDA62E88128}"/>
              </a:ext>
            </a:extLst>
          </p:cNvPr>
          <p:cNvSpPr txBox="1"/>
          <p:nvPr/>
        </p:nvSpPr>
        <p:spPr>
          <a:xfrm>
            <a:off x="647700" y="1447800"/>
            <a:ext cx="10439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 and B together can do a task in 5 days and A alone can do this task in15 days, then find B alone </a:t>
            </a:r>
            <a:r>
              <a:rPr lang="en-IN" sz="28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will take how many days to do </a:t>
            </a:r>
            <a:r>
              <a:rPr lang="en-IN" sz="28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this task</a:t>
            </a:r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?</a:t>
            </a:r>
            <a:b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a.6.5                                 b.7.5                           c.8.5                             d.9.5 </a:t>
            </a:r>
          </a:p>
        </p:txBody>
      </p:sp>
    </p:spTree>
    <p:extLst>
      <p:ext uri="{BB962C8B-B14F-4D97-AF65-F5344CB8AC3E}">
        <p14:creationId xmlns:p14="http://schemas.microsoft.com/office/powerpoint/2010/main" val="260576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1"/>
          <p:cNvSpPr>
            <a:spLocks noGrp="1"/>
          </p:cNvSpPr>
          <p:nvPr>
            <p:ph type="title"/>
          </p:nvPr>
        </p:nvSpPr>
        <p:spPr>
          <a:xfrm>
            <a:off x="1638300" y="761999"/>
            <a:ext cx="8001000" cy="7620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FD07B9-20BF-4DEE-AC2E-709DA3C1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20" y="1297674"/>
            <a:ext cx="9715500" cy="5407926"/>
          </a:xfrm>
        </p:spPr>
        <p:txBody>
          <a:bodyPr>
            <a:normAutofit/>
          </a:bodyPr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CFBC7C-B9B0-4CFF-AAC4-31304BE5AFD6}"/>
              </a:ext>
            </a:extLst>
          </p:cNvPr>
          <p:cNvSpPr txBox="1"/>
          <p:nvPr/>
        </p:nvSpPr>
        <p:spPr>
          <a:xfrm>
            <a:off x="646533" y="1427640"/>
            <a:ext cx="9633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If B and C together can do a task in 8 days , A and B can do a task in 12 days and A and C can do this task in </a:t>
            </a:r>
            <a:r>
              <a:rPr lang="en-IN" sz="24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6 </a:t>
            </a:r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days, then find all these three together can do this task in how many days? </a:t>
            </a:r>
            <a:endParaRPr lang="en-IN" sz="2400" dirty="0" smtClean="0">
              <a:latin typeface="Cambria" pitchFamily="18" charset="0"/>
              <a:ea typeface="Cambria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a.17/3                 b.16/3                    c.13/3                  d. none of these</a:t>
            </a:r>
            <a:endParaRPr lang="en-IN" sz="2400" dirty="0">
              <a:latin typeface="Cambria" pitchFamily="18" charset="0"/>
              <a:ea typeface="Cambr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56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CFBC7C-B9B0-4CFF-AAC4-31304BE5AFD6}"/>
              </a:ext>
            </a:extLst>
          </p:cNvPr>
          <p:cNvSpPr txBox="1"/>
          <p:nvPr/>
        </p:nvSpPr>
        <p:spPr>
          <a:xfrm>
            <a:off x="704072" y="1451803"/>
            <a:ext cx="9633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If </a:t>
            </a:r>
            <a:r>
              <a:rPr lang="en-IN" sz="24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 B </a:t>
            </a:r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and C together can do a task in 10 days , A and B can do a task in 20 days and A and C can do this task in 30 days, then find all these three together can do this task in how many days? </a:t>
            </a:r>
            <a:b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a.110/11                  </a:t>
            </a:r>
            <a:r>
              <a:rPr lang="en-IN" sz="24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b.120/11                   </a:t>
            </a:r>
            <a:r>
              <a:rPr lang="en-IN" sz="24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c.130/11                  d.140/11</a:t>
            </a:r>
          </a:p>
        </p:txBody>
      </p:sp>
      <p:sp>
        <p:nvSpPr>
          <p:cNvPr id="10" name="Title 11"/>
          <p:cNvSpPr>
            <a:spLocks noGrp="1"/>
          </p:cNvSpPr>
          <p:nvPr>
            <p:ph type="title"/>
          </p:nvPr>
        </p:nvSpPr>
        <p:spPr>
          <a:xfrm>
            <a:off x="1638300" y="838199"/>
            <a:ext cx="8001000" cy="6858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172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714500" y="609600"/>
            <a:ext cx="8991600" cy="100576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FD07B9-20BF-4DEE-AC2E-709DA3C1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20" y="1297674"/>
            <a:ext cx="9715500" cy="5407926"/>
          </a:xfrm>
        </p:spPr>
        <p:txBody>
          <a:bodyPr>
            <a:normAutofit/>
          </a:bodyPr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CFBC7C-B9B0-4CFF-AAC4-31304BE5AFD6}"/>
              </a:ext>
            </a:extLst>
          </p:cNvPr>
          <p:cNvSpPr txBox="1"/>
          <p:nvPr/>
        </p:nvSpPr>
        <p:spPr>
          <a:xfrm>
            <a:off x="615820" y="1580040"/>
            <a:ext cx="102426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 and B together can do a task in 12 days and A, B and C together can do this task in 8 days, then find C alone will take how many days to do this task?</a:t>
            </a:r>
            <a:b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r>
              <a:rPr lang="en-IN" sz="2800" dirty="0">
                <a:latin typeface="Cambria" pitchFamily="18" charset="0"/>
                <a:ea typeface="Cambria" pitchFamily="18" charset="0"/>
                <a:cs typeface="Times New Roman" pitchFamily="18" charset="0"/>
              </a:rPr>
              <a:t>a.20                </a:t>
            </a:r>
            <a:r>
              <a:rPr lang="en-IN" sz="2800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	b.22                   	c.24                    	d.26 </a:t>
            </a:r>
            <a:endParaRPr lang="en-IN" sz="2800" dirty="0">
              <a:latin typeface="Cambria" pitchFamily="18" charset="0"/>
              <a:ea typeface="Cambr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438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714500" y="685800"/>
            <a:ext cx="8991600" cy="108196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20C0328D-F2B4-45CE-8B07-1CEEB7B2D0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9100" y="1507867"/>
            <a:ext cx="10670145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mbria" pitchFamily="18" charset="0"/>
                <a:ea typeface="Cambria" pitchFamily="18" charset="0"/>
              </a:rPr>
              <a:t>A can do a work in 15 days and B in 20 days. If they work on it together for 4 days, then the 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Cambria" pitchFamily="18" charset="0"/>
                <a:ea typeface="Cambria" pitchFamily="18" charset="0"/>
              </a:rPr>
              <a:t>fraction 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ambria" pitchFamily="18" charset="0"/>
                <a:ea typeface="Cambria" pitchFamily="18" charset="0"/>
              </a:rPr>
              <a:t>of the work that is left is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a.8/15                            b.7/15                         c.7/13                             d.6/17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00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714500" y="685800"/>
            <a:ext cx="8991600" cy="108196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20C0328D-F2B4-45CE-8B07-1CEEB7B2D0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900" y="1905000"/>
            <a:ext cx="10670145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buNone/>
            </a:pP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A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can do a piece of work in 70 days and B is 40% more efficient than A. The number of days taken by B to do the same work is</a:t>
            </a:r>
          </a:p>
          <a:p>
            <a:pPr marL="0" lvl="0" indent="0" algn="just">
              <a:buNone/>
            </a:pP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(a)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40 days </a:t>
            </a: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(b)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60 </a:t>
            </a: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days		(c)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50 days </a:t>
            </a: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(d)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45 days</a:t>
            </a:r>
          </a:p>
          <a:p>
            <a:pPr marL="0" lvl="0" indent="0" algn="just">
              <a:buNone/>
            </a:pPr>
            <a:endParaRPr lang="en-US" sz="2800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301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714500" y="685800"/>
            <a:ext cx="8991600" cy="108196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Practice Question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20C0328D-F2B4-45CE-8B07-1CEEB7B2D0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900" y="1676400"/>
            <a:ext cx="10670145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buNone/>
            </a:pP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A is 40% more efficient then B, they together completed the whole work in 15 days. In how much time B alone do the work?</a:t>
            </a:r>
          </a:p>
          <a:p>
            <a:pPr marL="0" lvl="0" indent="0" algn="just">
              <a:buNone/>
            </a:pP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(a)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36 days </a:t>
            </a: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		(b)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28 </a:t>
            </a: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days		(c)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24 days </a:t>
            </a:r>
            <a:r>
              <a:rPr lang="en-US" sz="28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		(d) </a:t>
            </a:r>
            <a:r>
              <a:rPr lang="en-US" sz="28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12 days</a:t>
            </a:r>
          </a:p>
        </p:txBody>
      </p:sp>
    </p:spTree>
    <p:extLst>
      <p:ext uri="{BB962C8B-B14F-4D97-AF65-F5344CB8AC3E}">
        <p14:creationId xmlns:p14="http://schemas.microsoft.com/office/powerpoint/2010/main" val="198616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714500" y="1"/>
            <a:ext cx="8991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Practice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Question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03436"/>
              </p:ext>
            </p:extLst>
          </p:nvPr>
        </p:nvGraphicFramePr>
        <p:xfrm>
          <a:off x="647700" y="1272887"/>
          <a:ext cx="9715500" cy="1463040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784513"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 smtClean="0">
                          <a:effectLst/>
                          <a:latin typeface="Cambria" pitchFamily="18" charset="0"/>
                          <a:ea typeface="Cambria" pitchFamily="18" charset="0"/>
                        </a:rPr>
                        <a:t>A</a:t>
                      </a:r>
                      <a:r>
                        <a:rPr lang="en-US" sz="2400" b="0" dirty="0">
                          <a:effectLst/>
                          <a:latin typeface="Cambria" pitchFamily="18" charset="0"/>
                          <a:ea typeface="Cambria" pitchFamily="18" charset="0"/>
                        </a:rPr>
                        <a:t>, B and C can do a piece of work in 20, 30 and 60 days respectively. In how many days can A do the work if he is assisted by B and C on every third day?</a:t>
                      </a:r>
                    </a:p>
                    <a:p>
                      <a:pPr algn="just"/>
                      <a:r>
                        <a:rPr lang="en-US" sz="2400" b="0" dirty="0">
                          <a:effectLst/>
                          <a:latin typeface="Cambria" pitchFamily="18" charset="0"/>
                          <a:ea typeface="Cambria" pitchFamily="18" charset="0"/>
                        </a:rPr>
                        <a:t>a.10                 b.12                    c.15                        d.18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167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800100" y="0"/>
            <a:ext cx="9906000" cy="161536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Case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Alternate days concept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167912"/>
              </p:ext>
            </p:extLst>
          </p:nvPr>
        </p:nvGraphicFramePr>
        <p:xfrm>
          <a:off x="647700" y="1377158"/>
          <a:ext cx="9715500" cy="5364480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5328442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Cambria" pitchFamily="18" charset="0"/>
                          <a:ea typeface="Cambria" pitchFamily="18" charset="0"/>
                        </a:rPr>
                        <a:t>Example:</a:t>
                      </a:r>
                    </a:p>
                    <a:p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A </a:t>
                      </a:r>
                      <a:r>
                        <a:rPr lang="en-US" sz="24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and B do a piece of work in 6 days and 9 days. They work on alternate days, starting with A on the first day. In how many days will the work be completed?</a:t>
                      </a:r>
                    </a:p>
                    <a:p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a.7                        b.8                     c.9                        d.10</a:t>
                      </a:r>
                    </a:p>
                    <a:p>
                      <a:endParaRPr lang="en-US" sz="2000" b="0" i="0" dirty="0">
                        <a:solidFill>
                          <a:srgbClr val="282829"/>
                        </a:solidFill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r>
                        <a:rPr lang="en-US" sz="20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Solution:</a:t>
                      </a:r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/>
                      </a:r>
                      <a:b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Take LCM of 6 and 9 = 18 unit  </a:t>
                      </a:r>
                      <a:r>
                        <a:rPr lang="en-US" sz="2000" b="0" i="0" dirty="0" err="1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i.e</a:t>
                      </a:r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 total work</a:t>
                      </a:r>
                    </a:p>
                    <a:p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A will do 3 unit /day</a:t>
                      </a:r>
                    </a:p>
                    <a:p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B will do 2unit/day</a:t>
                      </a:r>
                    </a:p>
                    <a:p>
                      <a:endParaRPr lang="en-US" sz="2000" b="0" i="0" dirty="0">
                        <a:solidFill>
                          <a:srgbClr val="282829"/>
                        </a:solidFill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So, in 2 days, 5 unit work will complete</a:t>
                      </a:r>
                      <a:b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means 6 days , 15 unit will </a:t>
                      </a:r>
                      <a:r>
                        <a:rPr lang="en-US" sz="20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complete.</a:t>
                      </a:r>
                      <a:endParaRPr lang="en-US" sz="2000" b="0" i="0" dirty="0">
                        <a:solidFill>
                          <a:srgbClr val="282829"/>
                        </a:solidFill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endParaRPr lang="en-US" sz="2000" b="0" i="0" dirty="0">
                        <a:solidFill>
                          <a:srgbClr val="282829"/>
                        </a:solidFill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On 7</a:t>
                      </a:r>
                      <a:r>
                        <a:rPr lang="en-US" sz="2000" b="0" i="0" baseline="3000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th</a:t>
                      </a:r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 day, A again will start and complete 3 unit in 1 day</a:t>
                      </a:r>
                    </a:p>
                    <a:p>
                      <a:r>
                        <a:rPr lang="en-US" sz="20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So</a:t>
                      </a:r>
                      <a:r>
                        <a:rPr lang="en-US" sz="2000" b="0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, total work will be completed in 7 days.</a:t>
                      </a:r>
                      <a:r>
                        <a:rPr lang="en-US" sz="20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/>
                      </a:r>
                      <a:br>
                        <a:rPr lang="en-US" sz="20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</a:br>
                      <a:endParaRPr lang="en-US" sz="2000" b="0" dirty="0"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049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790700" y="-219165"/>
            <a:ext cx="8991600" cy="161536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 Practice Question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1377158"/>
          <a:ext cx="9715500" cy="797847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797847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+mn-lt"/>
                        </a:rPr>
                        <a:t/>
                      </a:r>
                      <a:br>
                        <a:rPr lang="en-US" b="1" dirty="0">
                          <a:effectLst/>
                          <a:latin typeface="+mn-lt"/>
                        </a:rPr>
                      </a:b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A1CB9C1-90EC-4844-999B-C0A1DC46A07C}"/>
              </a:ext>
            </a:extLst>
          </p:cNvPr>
          <p:cNvSpPr txBox="1"/>
          <p:nvPr/>
        </p:nvSpPr>
        <p:spPr>
          <a:xfrm>
            <a:off x="800100" y="1396196"/>
            <a:ext cx="9982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>
                <a:solidFill>
                  <a:srgbClr val="282829"/>
                </a:solidFill>
                <a:effectLst/>
                <a:latin typeface="Cambria" pitchFamily="18" charset="0"/>
                <a:ea typeface="Cambria" pitchFamily="18" charset="0"/>
              </a:rPr>
              <a:t>X and Y can do a piece of work in 9 days and 12 days respectively. If they work for a day alternatively, X beginning, in how many days will the work be completed?</a:t>
            </a:r>
          </a:p>
          <a:p>
            <a:endParaRPr lang="en-US" sz="2400" dirty="0">
              <a:solidFill>
                <a:srgbClr val="282829"/>
              </a:solidFill>
              <a:latin typeface="Cambria" pitchFamily="18" charset="0"/>
              <a:ea typeface="Cambria" pitchFamily="18" charset="0"/>
            </a:endParaRPr>
          </a:p>
          <a:p>
            <a:r>
              <a:rPr lang="en-US" sz="2400" i="0" dirty="0">
                <a:solidFill>
                  <a:srgbClr val="282829"/>
                </a:solidFill>
                <a:effectLst/>
                <a:latin typeface="Cambria" pitchFamily="18" charset="0"/>
                <a:ea typeface="Cambria" pitchFamily="18" charset="0"/>
              </a:rPr>
              <a:t>a.10.25                     b.11                  c.11.25                    d.12</a:t>
            </a:r>
            <a:endParaRPr lang="en-IN" sz="24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0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790700" y="-219165"/>
            <a:ext cx="8991600" cy="161536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Practice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Question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1377158"/>
          <a:ext cx="9715500" cy="797847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797847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+mn-lt"/>
                        </a:rPr>
                        <a:t/>
                      </a:r>
                      <a:br>
                        <a:rPr lang="en-US" b="1" dirty="0">
                          <a:effectLst/>
                          <a:latin typeface="+mn-lt"/>
                        </a:rPr>
                      </a:b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A1CB9C1-90EC-4844-999B-C0A1DC46A07C}"/>
              </a:ext>
            </a:extLst>
          </p:cNvPr>
          <p:cNvSpPr txBox="1"/>
          <p:nvPr/>
        </p:nvSpPr>
        <p:spPr>
          <a:xfrm>
            <a:off x="266700" y="1396196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Sita</a:t>
            </a:r>
            <a:r>
              <a:rPr lang="en-US" sz="2400" dirty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 and Gita can complete a work in 8 and 12 hours respectively</a:t>
            </a:r>
            <a:r>
              <a:rPr lang="en-US" sz="2400" dirty="0" smtClean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. If </a:t>
            </a:r>
            <a:r>
              <a:rPr lang="en-US" sz="2400" dirty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they work in stretches of one hour alternatively, </a:t>
            </a:r>
            <a:r>
              <a:rPr lang="en-US" sz="2400" dirty="0" smtClean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2400" dirty="0" err="1" smtClean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Sita</a:t>
            </a:r>
            <a:r>
              <a:rPr lang="en-US" sz="2400" dirty="0" smtClean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2400" dirty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beginning at 9 am then at what time the work will be completed?</a:t>
            </a:r>
          </a:p>
          <a:p>
            <a:r>
              <a:rPr lang="en-US" sz="2400" dirty="0" smtClean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(a) </a:t>
            </a:r>
            <a:r>
              <a:rPr lang="en-US" sz="2400" dirty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5 : 30 pm </a:t>
            </a:r>
            <a:r>
              <a:rPr lang="en-US" sz="2400" dirty="0" smtClean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		(b) </a:t>
            </a:r>
            <a:r>
              <a:rPr lang="en-US" sz="2400" dirty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6 : 00 </a:t>
            </a:r>
            <a:r>
              <a:rPr lang="en-US" sz="2400" dirty="0" smtClean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am		(c) </a:t>
            </a:r>
            <a:r>
              <a:rPr lang="en-US" sz="2400" dirty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5 : 30 am </a:t>
            </a:r>
            <a:r>
              <a:rPr lang="en-US" sz="2400" dirty="0" smtClean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		(d) </a:t>
            </a:r>
            <a:r>
              <a:rPr lang="en-US" sz="2400" dirty="0">
                <a:solidFill>
                  <a:srgbClr val="282829"/>
                </a:solidFill>
                <a:latin typeface="Cambria" pitchFamily="18" charset="0"/>
                <a:ea typeface="Cambria" pitchFamily="18" charset="0"/>
              </a:rPr>
              <a:t>6 : 30 pm</a:t>
            </a:r>
          </a:p>
        </p:txBody>
      </p:sp>
    </p:spTree>
    <p:extLst>
      <p:ext uri="{BB962C8B-B14F-4D97-AF65-F5344CB8AC3E}">
        <p14:creationId xmlns:p14="http://schemas.microsoft.com/office/powerpoint/2010/main" val="498499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876300" y="-35490"/>
            <a:ext cx="9906000" cy="161536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Case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 :Partial Work Done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167912"/>
              </p:ext>
            </p:extLst>
          </p:nvPr>
        </p:nvGraphicFramePr>
        <p:xfrm>
          <a:off x="647700" y="1377158"/>
          <a:ext cx="9715500" cy="5328442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5328442">
                <a:tc>
                  <a:txBody>
                    <a:bodyPr/>
                    <a:lstStyle/>
                    <a:p>
                      <a:pPr lvl="0" algn="just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 can do a piece of work in 15 days. B can do the same work in 25 days. Both together started the work and after 5 days B left the work. In how many days A complete the remaining work?</a:t>
                      </a:r>
                      <a:r>
                        <a:rPr lang="en-IN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514350" lvl="0" indent="-514350">
                        <a:buAutoNum type="alphaUcPeriod"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4days                    </a:t>
                      </a:r>
                    </a:p>
                    <a:p>
                      <a:pPr marL="514350" lvl="0" indent="-514350">
                        <a:buAutoNum type="alphaUcPeriod"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5 days </a:t>
                      </a:r>
                    </a:p>
                    <a:p>
                      <a:pPr marL="514350" lvl="0" indent="-514350">
                        <a:buAutoNum type="alphaUcPeriod"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7 days  </a:t>
                      </a:r>
                    </a:p>
                    <a:p>
                      <a:pPr marL="514350" lvl="0" indent="-514350">
                        <a:buAutoNum type="alphaUcPeriod"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12 days</a:t>
                      </a:r>
                    </a:p>
                    <a:p>
                      <a:r>
                        <a:rPr lang="en-US" sz="28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/>
                      </a:r>
                      <a:br>
                        <a:rPr lang="en-US" sz="28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</a:br>
                      <a:endParaRPr lang="en-US" sz="2800" b="0" dirty="0"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049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876300" y="304800"/>
            <a:ext cx="9906000" cy="1066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Case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 :Problem on wages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167912"/>
              </p:ext>
            </p:extLst>
          </p:nvPr>
        </p:nvGraphicFramePr>
        <p:xfrm>
          <a:off x="647700" y="1377158"/>
          <a:ext cx="9715500" cy="5328442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5328442">
                <a:tc>
                  <a:txBody>
                    <a:bodyPr/>
                    <a:lstStyle/>
                    <a:p>
                      <a:pPr lvl="0"/>
                      <a:r>
                        <a:rPr lang="en-IN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P can do as much work in 4 days as K can do in 6 days, and K can do as much work in 5 days as A in 8 days. What wages does A get for a piece of work which P can do in 80 days, if A gets Re. 1 for 1 day? </a:t>
                      </a:r>
                    </a:p>
                    <a:p>
                      <a:pPr marL="514350" lvl="0" indent="-514350">
                        <a:buAutoNum type="alphaUcPeriod"/>
                      </a:pPr>
                      <a:r>
                        <a:rPr lang="en-IN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Rs. 144                      </a:t>
                      </a:r>
                    </a:p>
                    <a:p>
                      <a:pPr marL="514350" lvl="0" indent="-514350">
                        <a:buAutoNum type="alphaUcPeriod"/>
                      </a:pPr>
                      <a:r>
                        <a:rPr lang="en-IN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Rs. 124    </a:t>
                      </a:r>
                    </a:p>
                    <a:p>
                      <a:pPr marL="514350" lvl="0" indent="-514350">
                        <a:buAutoNum type="alphaUcPeriod"/>
                      </a:pPr>
                      <a:r>
                        <a:rPr lang="en-IN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Rs. 192</a:t>
                      </a:r>
                    </a:p>
                    <a:p>
                      <a:pPr marL="514350" lvl="0" indent="-514350">
                        <a:buAutoNum type="alphaUcPeriod"/>
                      </a:pPr>
                      <a:r>
                        <a:rPr lang="en-IN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Rs. 130</a:t>
                      </a:r>
                      <a:endParaRPr lang="en-US" sz="2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8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/>
                      </a:r>
                      <a:br>
                        <a:rPr lang="en-US" sz="28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</a:br>
                      <a:endParaRPr lang="en-US" sz="2800" b="0" dirty="0"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049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167912"/>
              </p:ext>
            </p:extLst>
          </p:nvPr>
        </p:nvGraphicFramePr>
        <p:xfrm>
          <a:off x="647700" y="1377158"/>
          <a:ext cx="9715500" cy="5328442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5328442">
                <a:tc>
                  <a:txBody>
                    <a:bodyPr/>
                    <a:lstStyle/>
                    <a:p>
                      <a:pPr lvl="0"/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Q can complete a piece of work in 12 days, W can complete the same work in 15 days and R can complete the work in 20 days. Doing that work together, they get an amount of Rs.108000. Find the sum of shares of Q and W. </a:t>
                      </a:r>
                    </a:p>
                    <a:p>
                      <a:pPr lvl="0"/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A. Rs. 56000                      B. Rs. 81000                       C. Rs. 42000                 D. Rs. 49000 </a:t>
                      </a:r>
                      <a:endParaRPr lang="en-US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4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/>
                      </a:r>
                      <a:br>
                        <a:rPr lang="en-US" sz="2400" b="1" i="0" dirty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</a:br>
                      <a:endParaRPr lang="en-US" sz="2400" b="0" dirty="0"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049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1638300" y="381000"/>
            <a:ext cx="8991600" cy="100576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16446"/>
              </p:ext>
            </p:extLst>
          </p:nvPr>
        </p:nvGraphicFramePr>
        <p:xfrm>
          <a:off x="647700" y="1272887"/>
          <a:ext cx="9715500" cy="1463040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1165514">
                <a:tc>
                  <a:txBody>
                    <a:bodyPr/>
                    <a:lstStyle/>
                    <a:p>
                      <a:pPr lvl="0" algn="just"/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‘A’ alone can do half of a work in 70 days. The time taken by B to do 1/4</a:t>
                      </a:r>
                      <a:r>
                        <a:rPr lang="en-IN" sz="2400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th</a:t>
                      </a:r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of the work is equal to the time taken by A to do 1/3</a:t>
                      </a:r>
                      <a:r>
                        <a:rPr lang="en-IN" sz="2400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rd</a:t>
                      </a:r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of the work. Find the number of days A and B together will take to complete the work</a:t>
                      </a:r>
                    </a:p>
                    <a:p>
                      <a:pPr lvl="0" algn="just"/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A. 35 days                B. 40 days                   C. 80 days                       D. 60 days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476500" y="457200"/>
            <a:ext cx="58416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Miscellaneous Questions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847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78888"/>
              </p:ext>
            </p:extLst>
          </p:nvPr>
        </p:nvGraphicFramePr>
        <p:xfrm>
          <a:off x="647700" y="1377158"/>
          <a:ext cx="9715500" cy="5328442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5328442">
                <a:tc>
                  <a:txBody>
                    <a:bodyPr/>
                    <a:lstStyle/>
                    <a:p>
                      <a:pPr lvl="0"/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1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/>
                      </a:r>
                      <a:br>
                        <a:rPr lang="en-US" sz="2400" b="1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Two workers A and B working together completed a job in 5 days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. If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A worked twice as efficiently as he actually did and B worked 1/3 as efficiently as he actually did, the work would have been completed in 3 days. To complete the job alone, A would require</a:t>
                      </a:r>
                    </a:p>
                    <a:p>
                      <a:pPr lvl="0"/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(a) 5 (1/5) days </a:t>
                      </a:r>
                    </a:p>
                    <a:p>
                      <a:pPr lvl="0"/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(b) 6  (¼) days</a:t>
                      </a:r>
                    </a:p>
                    <a:p>
                      <a:pPr lvl="0"/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(c) 7  (½)  days </a:t>
                      </a:r>
                    </a:p>
                    <a:p>
                      <a:pPr lvl="0"/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(d) 8  (¾) days</a:t>
                      </a:r>
                    </a:p>
                    <a:p>
                      <a:pPr lvl="0"/>
                      <a:endParaRPr lang="en-US" sz="2400" b="0" dirty="0"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130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55762F-6421-4752-8645-036838BBF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290555"/>
              </p:ext>
            </p:extLst>
          </p:nvPr>
        </p:nvGraphicFramePr>
        <p:xfrm>
          <a:off x="647700" y="1377158"/>
          <a:ext cx="9715500" cy="5328442"/>
        </p:xfrm>
        <a:graphic>
          <a:graphicData uri="http://schemas.openxmlformats.org/drawingml/2006/table">
            <a:tbl>
              <a:tblPr/>
              <a:tblGrid>
                <a:gridCol w="9715500">
                  <a:extLst>
                    <a:ext uri="{9D8B030D-6E8A-4147-A177-3AD203B41FA5}">
                      <a16:colId xmlns:a16="http://schemas.microsoft.com/office/drawing/2014/main" xmlns="" val="2168058851"/>
                    </a:ext>
                  </a:extLst>
                </a:gridCol>
              </a:tblGrid>
              <a:tr h="5328442">
                <a:tc>
                  <a:txBody>
                    <a:bodyPr/>
                    <a:lstStyle/>
                    <a:p>
                      <a:pPr lvl="0"/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1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/>
                      </a:r>
                      <a:br>
                        <a:rPr lang="en-US" sz="2400" b="1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A can build  a wall in 10 days and B can destroy the wall in 15 days. If they works in alternate days starting with A, then in how many days the wall will be build?</a:t>
                      </a:r>
                      <a:endParaRPr lang="en-US" sz="2400" b="0" i="0" dirty="0" smtClean="0">
                        <a:solidFill>
                          <a:srgbClr val="282829"/>
                        </a:solidFill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pPr lvl="0"/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[a]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55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day</a:t>
                      </a:r>
                    </a:p>
                    <a:p>
                      <a:pPr lvl="0"/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[b]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66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day</a:t>
                      </a:r>
                    </a:p>
                    <a:p>
                      <a:pPr lvl="0"/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[c]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60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day</a:t>
                      </a:r>
                    </a:p>
                    <a:p>
                      <a:pPr lvl="0"/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[d]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59 </a:t>
                      </a:r>
                      <a:r>
                        <a:rPr lang="en-US" sz="2400" b="0" i="0" dirty="0" smtClean="0">
                          <a:solidFill>
                            <a:srgbClr val="282829"/>
                          </a:solidFill>
                          <a:effectLst/>
                          <a:latin typeface="Cambria" pitchFamily="18" charset="0"/>
                          <a:ea typeface="Cambria" pitchFamily="18" charset="0"/>
                        </a:rPr>
                        <a:t>day</a:t>
                      </a:r>
                    </a:p>
                    <a:p>
                      <a:pPr lvl="0"/>
                      <a:endParaRPr lang="en-US" sz="2400" b="0" dirty="0">
                        <a:effectLst/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95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64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2743200"/>
            <a:ext cx="7383780" cy="838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08050"/>
            <a:ext cx="1083945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948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4821</TotalTime>
  <Words>1138</Words>
  <Application>Microsoft Office PowerPoint</Application>
  <PresentationFormat>Custom</PresentationFormat>
  <Paragraphs>143</Paragraphs>
  <Slides>26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TIME AND WORK</vt:lpstr>
      <vt:lpstr>TIME &amp; WORK</vt:lpstr>
      <vt:lpstr>TIME &amp; WORK</vt:lpstr>
      <vt:lpstr> Case-1 : When 2 person involve in a task </vt:lpstr>
      <vt:lpstr> Practice Question </vt:lpstr>
      <vt:lpstr>     CASE-2 : when  3 persons         involve in a task </vt:lpstr>
      <vt:lpstr> Practice Question </vt:lpstr>
      <vt:lpstr>PowerPoint Presentation</vt:lpstr>
      <vt:lpstr> Practice question</vt:lpstr>
      <vt:lpstr> Practice Question </vt:lpstr>
      <vt:lpstr> Practice Question </vt:lpstr>
      <vt:lpstr> Practice question</vt:lpstr>
      <vt:lpstr> Practice Question</vt:lpstr>
      <vt:lpstr> Practice Question</vt:lpstr>
      <vt:lpstr> Practice Question</vt:lpstr>
      <vt:lpstr>  Practice Question</vt:lpstr>
      <vt:lpstr>Case 4 : Alternate days concept</vt:lpstr>
      <vt:lpstr> Practice Question</vt:lpstr>
      <vt:lpstr>  Practice Question</vt:lpstr>
      <vt:lpstr>Case 5 :Partial Work Done</vt:lpstr>
      <vt:lpstr>Case 6 :Problem on wages</vt:lpstr>
      <vt:lpstr>PowerPoint Presentation</vt:lpstr>
      <vt:lpstr> 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Skills 2023 Batch</dc:title>
  <dc:creator>Windows User</dc:creator>
  <cp:lastModifiedBy>Dell</cp:lastModifiedBy>
  <cp:revision>247</cp:revision>
  <dcterms:created xsi:type="dcterms:W3CDTF">2021-04-07T16:04:15Z</dcterms:created>
  <dcterms:modified xsi:type="dcterms:W3CDTF">2025-08-08T10:40:57Z</dcterms:modified>
</cp:coreProperties>
</file>