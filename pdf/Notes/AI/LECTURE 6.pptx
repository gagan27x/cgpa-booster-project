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12" r:id="rId2"/>
    <p:sldId id="4013" r:id="rId3"/>
    <p:sldId id="4014" r:id="rId4"/>
    <p:sldId id="4016" r:id="rId5"/>
    <p:sldId id="4017" r:id="rId6"/>
    <p:sldId id="4021" r:id="rId7"/>
    <p:sldId id="4023" r:id="rId8"/>
    <p:sldId id="402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1684338" y="2178050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D2DB0F-D6C3-4D6D-B38D-59328D5F5013}"/>
              </a:ext>
            </a:extLst>
          </p:cNvPr>
          <p:cNvSpPr txBox="1">
            <a:spLocks noChangeArrowheads="1"/>
          </p:cNvSpPr>
          <p:nvPr/>
        </p:nvSpPr>
        <p:spPr>
          <a:xfrm>
            <a:off x="1836738" y="2330450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alt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  <a:endParaRPr lang="en-US" alt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SPACES AND SEARCH	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EE58-D57F-4FC3-8682-9DA3B132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Problem as State Space Search: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89632-7AA2-4289-B5D0-875DB1BB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770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Problem's starting point.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final condition.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possible configurations explored.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transition between states.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solution through systematic exploration.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leading to goal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51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 </a:t>
            </a:r>
            <a:r>
              <a:rPr lang="en-IN" altLang="en-US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Puzzle solving: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466E3B-B4AF-4E73-8CED-C0DEB3C760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0363" y="1292225"/>
            <a:ext cx="3684587" cy="1411288"/>
          </a:xfr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CE5140E-B226-40AD-8505-E2A230F83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38" y="2708275"/>
            <a:ext cx="4999037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35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14C4-4DAA-41E5-ADD1-807ADD74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092"/>
            <a:ext cx="10515600" cy="743239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Principles/Features of State Space Search: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A966-A20B-4783-ACD3-F5C6DAFB4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546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Expansiveness: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successors per state.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Factor: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successors per state.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from initial to goal.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solution if it exists.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the search process.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needed during search.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9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EEB14D-6F9D-4556-BEFB-3317532B3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688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state space.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a search strategy.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search process.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nodes iteratively.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state repetition.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the search when found.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A5BA68-A8DF-4F76-ABBB-65951C12F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63418"/>
            <a:ext cx="10806113" cy="74627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State Space Search: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0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0E77-B3BC-46EA-94EC-070B33FD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 in State Space Search: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DE4FF-1158-4C2A-95E3-4F943E09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guide search efficiently.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Admissible Heuristic: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overestimates goal cost.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blindly without heuristics. 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Search: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without heuristic guidance.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Function: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cost to goal.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46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1CE-0DB4-458C-A05D-8D9450DF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09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 Representation: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BB092-0D28-48B7-A8E0-1E7A35AE5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933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arrangements, represented as nodes.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point of the search.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State(s):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problem-solving configuration(s).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for transitioning between states.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Model: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action-state outcomes.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Cost: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cost for state transitions.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9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4F954-4AD3-4E4C-BF22-159B35440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309" y="1902691"/>
            <a:ext cx="10515600" cy="22906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Problems with Production Systems!</a:t>
            </a:r>
            <a:endParaRPr lang="en-IN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7F695-AED8-4D48-ABED-1F74A016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4" y="3307438"/>
            <a:ext cx="1604190" cy="19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009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288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1_Office Theme</vt:lpstr>
      <vt:lpstr>PowerPoint Presentation</vt:lpstr>
      <vt:lpstr>Defining Problem as State Space Search:</vt:lpstr>
      <vt:lpstr>Example- Puzzle solving:</vt:lpstr>
      <vt:lpstr>Principles/Features of State Space Search:</vt:lpstr>
      <vt:lpstr>Steps in State Space Search:</vt:lpstr>
      <vt:lpstr>Heuristics in State Space Search:</vt:lpstr>
      <vt:lpstr>State Space Representation: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Ramanjot</cp:lastModifiedBy>
  <cp:revision>64</cp:revision>
  <dcterms:created xsi:type="dcterms:W3CDTF">2024-12-19T08:47:23Z</dcterms:created>
  <dcterms:modified xsi:type="dcterms:W3CDTF">2025-01-10T06:03:17Z</dcterms:modified>
</cp:coreProperties>
</file>