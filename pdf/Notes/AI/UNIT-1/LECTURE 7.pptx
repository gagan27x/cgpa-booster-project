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4012" r:id="rId2"/>
    <p:sldId id="4024" r:id="rId3"/>
    <p:sldId id="4025" r:id="rId4"/>
    <p:sldId id="4036" r:id="rId5"/>
    <p:sldId id="4029" r:id="rId6"/>
    <p:sldId id="4030" r:id="rId7"/>
    <p:sldId id="4031" r:id="rId8"/>
    <p:sldId id="4032" r:id="rId9"/>
    <p:sldId id="4033" r:id="rId10"/>
    <p:sldId id="4034" r:id="rId11"/>
    <p:sldId id="4035" r:id="rId12"/>
    <p:sldId id="403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0ABAC-5F63-4FE4-B186-EEEFA5C1C98C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7099B-79BE-4791-8012-DB4FFE47D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6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6007B5-870C-4B88-9096-1F3BFF314FCC}"/>
              </a:ext>
            </a:extLst>
          </p:cNvPr>
          <p:cNvSpPr txBox="1">
            <a:spLocks noChangeArrowheads="1"/>
          </p:cNvSpPr>
          <p:nvPr/>
        </p:nvSpPr>
        <p:spPr>
          <a:xfrm>
            <a:off x="1746328" y="2279828"/>
            <a:ext cx="840581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sz="6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D2DB0F-D6C3-4D6D-B38D-59328D5F5013}"/>
              </a:ext>
            </a:extLst>
          </p:cNvPr>
          <p:cNvSpPr txBox="1">
            <a:spLocks noChangeArrowheads="1"/>
          </p:cNvSpPr>
          <p:nvPr/>
        </p:nvSpPr>
        <p:spPr>
          <a:xfrm>
            <a:off x="1836738" y="2330450"/>
            <a:ext cx="840581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LECTURE: 7</a:t>
            </a:r>
          </a:p>
          <a:p>
            <a:pPr algn="ctr"/>
            <a:b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SPACES AND SEARCH	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67CE-A798-4C0D-9C53-EB5013ED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1264"/>
            <a:ext cx="10515600" cy="79678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System?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09418-9778-40D9-B63E-E8DD8718C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09" y="133804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modeling complex problem-solving tasks.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as condition-action pairs.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system's current state.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rule application order.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204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461E-FCE5-420C-BD36-0203E52A5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364"/>
            <a:ext cx="10515600" cy="84974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a Production System: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7C350-7EB3-410B-B73A-9433B84A9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10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rules and facts.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Engine: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rules to facts.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Chaining: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deduction of facts.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 Chaining: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Goal-driven search for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Memory: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system's current state.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Mechanism: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rules and system flow.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5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9560E-423B-46C6-9752-BFC96BEB9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43" y="951346"/>
            <a:ext cx="10949551" cy="5170199"/>
          </a:xfrm>
        </p:spPr>
      </p:pic>
    </p:spTree>
    <p:extLst>
      <p:ext uri="{BB962C8B-B14F-4D97-AF65-F5344CB8AC3E}">
        <p14:creationId xmlns:p14="http://schemas.microsoft.com/office/powerpoint/2010/main" val="380217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B745-E7CB-4577-B4BF-14BBB96D5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182"/>
            <a:ext cx="10515600" cy="85898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Production Systems Function?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F2089-D6F8-4B0E-8C68-4B0CD831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rules triggered by current facts.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rule based on criteria.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rule, updating working memory.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905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51BC-A379-413F-B974-EC1B51B5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908"/>
            <a:ext cx="10515600" cy="66934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Characteristics: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33FA7-02FF-4AD8-A2D7-44F30F9B5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91" y="1293091"/>
            <a:ext cx="10873509" cy="47637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Is the problem decomposable?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Can steps be ignored or reversed?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Is the universe predictable?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Is the solution absolute or relative?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Is the solution a state or a path?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How important is knowledge in solving?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Does the task require human interaction?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09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E8A0-702A-40A5-A828-7C402D9C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6381"/>
            <a:ext cx="10515600" cy="770948"/>
          </a:xfrm>
        </p:spPr>
        <p:txBody>
          <a:bodyPr>
            <a:normAutofit/>
          </a:bodyPr>
          <a:lstStyle/>
          <a:p>
            <a:pPr algn="ctr"/>
            <a:r>
              <a:rPr lang="en-IN" sz="3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Production System Characteristics: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43638-8C6C-42C5-A1FF-29DB44D29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409" y="1514765"/>
            <a:ext cx="10587182" cy="472685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Monotonic Systems: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don’t stop other rules later.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Nonmonotonic Systems: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Rules can block future rules.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Commutative: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order doesn’t change the result.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Commutative Systems: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monotonic and order-independent.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97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510C7-AA98-449A-B096-35F47305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199"/>
            <a:ext cx="10515600" cy="927966"/>
          </a:xfrm>
        </p:spPr>
        <p:txBody>
          <a:bodyPr>
            <a:normAutofit/>
          </a:bodyPr>
          <a:lstStyle/>
          <a:p>
            <a:pPr algn="ctr"/>
            <a:r>
              <a:rPr lang="en-US" sz="3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Issues in designing search problems: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135F-529E-4382-9E78-4986BB4BF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5"/>
            <a:ext cx="10515600" cy="488387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State Space Complexity: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state space leads to explosion.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Pruning, heuristics reduce unnecessary exploration.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Search Algorithm Efficiency: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time, space, solution quality difficult.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algorithms, utilize parallel searches.</a:t>
            </a:r>
          </a:p>
        </p:txBody>
      </p:sp>
    </p:spTree>
    <p:extLst>
      <p:ext uri="{BB962C8B-B14F-4D97-AF65-F5344CB8AC3E}">
        <p14:creationId xmlns:p14="http://schemas.microsoft.com/office/powerpoint/2010/main" val="1088972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309C-3D49-4751-9D12-EAACB339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64" y="803564"/>
            <a:ext cx="10753436" cy="537339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Memory Management: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search trees exhaust memory quickly.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deepening, memory-bounded algorithms help.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Heuristic Design and Evaluation: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heuristics mislead or slow searches.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Admissible, consistent, learning-based heuristics improve.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309C-3D49-4751-9D12-EAACB339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64" y="803564"/>
            <a:ext cx="10753436" cy="537339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Dynamic and Uncertain Environments: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changes disrupt search strategies.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Replanning, probabilistic methods ensure flexibility.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Scalability: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problems overwhelm traditional algorithms' limits.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search, distributed systems scale efficiently.</a:t>
            </a:r>
          </a:p>
        </p:txBody>
      </p:sp>
    </p:spTree>
    <p:extLst>
      <p:ext uri="{BB962C8B-B14F-4D97-AF65-F5344CB8AC3E}">
        <p14:creationId xmlns:p14="http://schemas.microsoft.com/office/powerpoint/2010/main" val="246498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309C-3D49-4751-9D12-EAACB339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64" y="803564"/>
            <a:ext cx="10753436" cy="537339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Goal Ambiguity and Multiple Goals: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Vague goals create confusion in searches.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Multi-objective, fuzzy methods resolve ambiguity.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Performance vs. Accuracy Trade-offs: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systems need fast, approximate solutions.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Anytime algorithms, approximations balance trade-offs.</a:t>
            </a:r>
          </a:p>
        </p:txBody>
      </p:sp>
    </p:spTree>
    <p:extLst>
      <p:ext uri="{BB962C8B-B14F-4D97-AF65-F5344CB8AC3E}">
        <p14:creationId xmlns:p14="http://schemas.microsoft.com/office/powerpoint/2010/main" val="230821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EF4476-4A51-4A44-B276-8F175BA49476}"/>
              </a:ext>
            </a:extLst>
          </p:cNvPr>
          <p:cNvSpPr txBox="1"/>
          <p:nvPr/>
        </p:nvSpPr>
        <p:spPr>
          <a:xfrm>
            <a:off x="2974110" y="2905780"/>
            <a:ext cx="7324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Navigating the Maze of Search Strategies!</a:t>
            </a:r>
            <a:endParaRPr lang="en-I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82A9C-1BB6-4699-B5E6-77D7051AE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13" y="3339712"/>
            <a:ext cx="1604190" cy="199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288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438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What is Production System?</vt:lpstr>
      <vt:lpstr>Key Components of a Production System:</vt:lpstr>
      <vt:lpstr>PowerPoint Presentation</vt:lpstr>
      <vt:lpstr>How Production Systems Function?</vt:lpstr>
      <vt:lpstr>Problem Characteristics:</vt:lpstr>
      <vt:lpstr>Production System Characteristics:</vt:lpstr>
      <vt:lpstr>Issues in designing search problems: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Ramanjot</cp:lastModifiedBy>
  <cp:revision>82</cp:revision>
  <dcterms:created xsi:type="dcterms:W3CDTF">2024-12-19T08:47:23Z</dcterms:created>
  <dcterms:modified xsi:type="dcterms:W3CDTF">2025-01-10T06:03:26Z</dcterms:modified>
</cp:coreProperties>
</file>