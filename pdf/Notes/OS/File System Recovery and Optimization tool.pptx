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7D367-C957-F99F-E4F8-2EBF62630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12D84-EE70-4907-A8C4-67885280E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2870A-AC41-BDDD-E73E-EF8D38F5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3E8F3-9560-6353-6712-CD5B2196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9B678-5DF3-DA34-C9D7-941F1B92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37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B82A-5A66-D435-5A34-A5D86718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3A8F0-A4F7-7F7A-186A-E16A2016B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89761-142E-40BF-B1F9-EF207805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81A10-B937-FAAB-B770-397B59CE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DD77-F7FB-41B6-C8B3-B8399209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32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5F71-CF7A-B12B-EAB1-3189E927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49D0B-1B97-3576-47DD-5B3C18543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F12A3-D11B-D8DA-B9E9-7F0575777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53D4C-CDB7-1C8C-66C9-384D0403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6AC3B-27DD-E26E-94BF-0D413D86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947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961C-09F9-AC16-F93F-D57B96AE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66AF2-3A3C-438A-9ED0-2528B66C5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F9CF6-CEA6-37A6-259F-94D765DEF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94D5A-A5B7-F2D8-D9FD-76E7EE7E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E4A8B-474F-3559-0880-9AADE264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B5886-6363-86F1-D34E-1DE52DF39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91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57FA-F25F-B563-0326-78A5144C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B07ED-989B-4957-AE92-036E130FC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7A34A-EB70-2907-A4EB-8AA5C9BC2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1180C-0F0B-6B10-EF30-D8954FAEF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982E0-9595-5A92-3FE5-2E6B56FAB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CAB4B-8EE7-C697-F43A-7B1B8C04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69A5C-AC89-2333-0658-DE5EF74E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2E25B-D023-7890-7AE8-A18ECC34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73E2-7512-C79D-79CF-DBBEC1FC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C6C80-E422-0A54-776F-D3759027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0CF28-1E8C-2D8A-65C0-5EA6B8A8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C5434-19D3-0A19-098B-13CB07EE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78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AFD85-958C-AF4C-160F-AC23438CA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A5AF16-E5F8-AA66-34EC-FFEE4E5A4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DEB79-3731-8165-1CF1-7556F6D3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8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988E-E693-0668-9026-A66E6E0D8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94D9D-971D-228C-137B-66E17A66E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FCF69-3193-02B1-C69B-6A00599F1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64B42-128A-6798-7ABA-3E273B5D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2149C-D2C8-D865-560A-7B84E8FD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A7146-70B4-0A6F-7106-C95148DF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36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D1DF-298E-9398-4603-A0CB5775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CC6A1D-BF1C-8686-099B-E27BB8EF5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03EFB-5365-ECDF-A2AE-8909ABB37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AC6C-3C33-6B8D-C635-2B24A07D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EBABD-8E72-497A-9A47-4883072D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F87CD-D000-4BD1-90D4-B8AFB08E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88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A1CC-5D4E-DBE6-ED71-19CD13F5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22F95-2D0A-CE7F-D4D0-F5DB38BB0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04A1D-DF4A-1161-44F2-B7879B2B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A570C-A114-0D5A-BE16-DC813840D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FB2D1-1848-1402-6520-6718C125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29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9501AA-FB39-B084-D370-0A0F3087B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86A74-EF96-EEB8-0773-59C9C1B50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C6059-7D1B-89BD-1D50-42547EA1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7A10D-0319-31A7-89EC-ED1A4207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31F2A-7FB4-A19D-8C25-9966180C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37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13925-5F97-4F87-6177-A02C9B9D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1B870-9AC6-D35C-922F-01CE6A657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37772-BE0A-BA4D-2E79-505A91692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FEFD2-5DAF-4AED-8A13-BBDC4DB315C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DD81-EB06-1A34-2D7F-ECDEE30E6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1AE2A-51A0-02AA-C82E-AC280BD84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FD8B2-FFE1-4D68-B012-7F5F40C7A6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20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098FB-8CB6-A6FD-2B30-021361624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File System Recovery and Optimization tool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7E2F1D-4A04-AFAD-4460-C24D4BB85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870" y="1690688"/>
            <a:ext cx="2803162" cy="14551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111E50-46D0-4D95-009E-B19CBAF3F701}"/>
              </a:ext>
            </a:extLst>
          </p:cNvPr>
          <p:cNvSpPr txBox="1"/>
          <p:nvPr/>
        </p:nvSpPr>
        <p:spPr>
          <a:xfrm>
            <a:off x="1481328" y="3666744"/>
            <a:ext cx="6693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	Gagandeep Singh</a:t>
            </a:r>
          </a:p>
          <a:p>
            <a:r>
              <a:rPr lang="en-US" dirty="0"/>
              <a:t>	Suryansh</a:t>
            </a:r>
          </a:p>
          <a:p>
            <a:r>
              <a:rPr lang="en-US" dirty="0"/>
              <a:t>	Ajay Sai Vardhan Reddy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25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FD4A6D-A0B8-4603-C2BD-A8D0B3122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/>
              <a:t>What is a File System?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file system is a way of organizing, storing, retrieving, and managing data on storage devices.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Motivation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project, we simulate essential file system operations such as:</a:t>
            </a:r>
          </a:p>
          <a:p>
            <a:pPr marL="0" indent="0">
              <a:buNone/>
            </a:pPr>
            <a:r>
              <a:rPr lang="en-US" dirty="0"/>
              <a:t>- Scanning directories</a:t>
            </a:r>
          </a:p>
          <a:p>
            <a:pPr marL="0" indent="0">
              <a:buNone/>
            </a:pPr>
            <a:r>
              <a:rPr lang="en-US" dirty="0"/>
              <a:t>- Recovering files</a:t>
            </a:r>
          </a:p>
          <a:p>
            <a:pPr marL="0" indent="0">
              <a:buNone/>
            </a:pPr>
            <a:r>
              <a:rPr lang="en-US" dirty="0"/>
              <a:t>- Optimizing file names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75C4BA-04A1-0CB1-999C-48897612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39230"/>
            <a:ext cx="8229600" cy="1143000"/>
          </a:xfrm>
        </p:spPr>
        <p:txBody>
          <a:bodyPr/>
          <a:lstStyle/>
          <a:p>
            <a:pPr algn="ctr"/>
            <a:r>
              <a:rPr lang="en-IN" b="1" dirty="0"/>
              <a:t>Introduction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95666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8F50E-4025-3D6D-6175-796FAD79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dirty="0"/>
              <a:t>🎯 Objectives of the Project:</a:t>
            </a:r>
          </a:p>
          <a:p>
            <a:pPr marL="0" indent="0">
              <a:buNone/>
              <a:defRPr sz="2000">
                <a:solidFill>
                  <a:srgbClr val="282828"/>
                </a:solidFill>
                <a:latin typeface="Calibri"/>
              </a:defRPr>
            </a:pPr>
            <a:endParaRPr lang="en-US" dirty="0"/>
          </a:p>
          <a:p>
            <a:pPr marL="0" indent="0"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dirty="0"/>
              <a:t>✅ Simulate basic file system utilities  </a:t>
            </a:r>
          </a:p>
          <a:p>
            <a:pPr marL="0" indent="0"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dirty="0"/>
              <a:t>✅ Create a tool that helps visualize file recovery and optimization  </a:t>
            </a:r>
          </a:p>
          <a:p>
            <a:pPr marL="0" indent="0"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dirty="0"/>
              <a:t>✅ Learn system-level operations using Python and Flask  </a:t>
            </a:r>
          </a:p>
          <a:p>
            <a:pPr marL="0" indent="0">
              <a:buNone/>
              <a:defRPr sz="2000">
                <a:solidFill>
                  <a:srgbClr val="282828"/>
                </a:solidFill>
                <a:latin typeface="Calibri"/>
              </a:defRPr>
            </a:pPr>
            <a:r>
              <a:rPr lang="en-US" dirty="0"/>
              <a:t>✅ Connect Operating System concepts with a real-world application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BD75B3-E4EE-1BFC-03A0-1FA4B1F14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33715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179E5E-A3D7-CCDA-4484-3333D0F89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b="1" dirty="0"/>
              <a:t>Technology Stack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EFCBF3-8D78-8BE3-AFE9-7FF47087C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⚙️ Backend:</a:t>
            </a:r>
          </a:p>
          <a:p>
            <a:pPr marL="0" indent="0">
              <a:buNone/>
            </a:pPr>
            <a:r>
              <a:rPr lang="en-IN" dirty="0"/>
              <a:t>- Python (Flask Framework)</a:t>
            </a:r>
          </a:p>
          <a:p>
            <a:pPr marL="0" indent="0">
              <a:buNone/>
            </a:pPr>
            <a:r>
              <a:rPr lang="en-IN" dirty="0"/>
              <a:t>- OS &amp; </a:t>
            </a:r>
            <a:r>
              <a:rPr lang="en-IN" dirty="0" err="1"/>
              <a:t>Shutil</a:t>
            </a:r>
            <a:r>
              <a:rPr lang="en-IN" dirty="0"/>
              <a:t> modules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🖥️ Frontend:</a:t>
            </a:r>
          </a:p>
          <a:p>
            <a:pPr marL="0" indent="0">
              <a:buNone/>
            </a:pPr>
            <a:r>
              <a:rPr lang="en-IN" dirty="0"/>
              <a:t>- HTML, CSS, JavaScript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📁 Environment:</a:t>
            </a:r>
          </a:p>
          <a:p>
            <a:pPr marL="0" indent="0">
              <a:buNone/>
            </a:pPr>
            <a:r>
              <a:rPr lang="en-IN" dirty="0"/>
              <a:t>- Local Filesystem</a:t>
            </a:r>
          </a:p>
        </p:txBody>
      </p:sp>
    </p:spTree>
    <p:extLst>
      <p:ext uri="{BB962C8B-B14F-4D97-AF65-F5344CB8AC3E}">
        <p14:creationId xmlns:p14="http://schemas.microsoft.com/office/powerpoint/2010/main" val="37995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BAFCCC-BFB3-90FE-41D5-E8F4B0EDC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Module 1 - Scan Filesystem</a:t>
            </a:r>
            <a:endParaRPr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58DF83-E0DE-C40F-A87A-27245A7AB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🔍 Function: </a:t>
            </a:r>
            <a:r>
              <a:rPr lang="en-IN" dirty="0" err="1"/>
              <a:t>scan_filesystem</a:t>
            </a:r>
            <a:r>
              <a:rPr lang="en-IN" dirty="0"/>
              <a:t>(directory)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📌 Description:</a:t>
            </a:r>
          </a:p>
          <a:p>
            <a:pPr marL="0" indent="0">
              <a:buNone/>
            </a:pPr>
            <a:r>
              <a:rPr lang="en-IN" dirty="0"/>
              <a:t>Lists all files in a given directory.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💡 OS Concept:</a:t>
            </a:r>
          </a:p>
          <a:p>
            <a:pPr marL="0" indent="0">
              <a:buNone/>
            </a:pPr>
            <a:r>
              <a:rPr lang="en-IN" dirty="0"/>
              <a:t>Simulates directory traversal (like 'ls' or '</a:t>
            </a:r>
            <a:r>
              <a:rPr lang="en-IN" dirty="0" err="1"/>
              <a:t>dir</a:t>
            </a:r>
            <a:r>
              <a:rPr lang="en-IN" dirty="0"/>
              <a:t>').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 Example Output: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"files": ["doc1.txt", "image.png", "notes.pdf"]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84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4D1A40-4F4C-E333-F445-AEDAF71F0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Module 2 - Recover Files</a:t>
            </a:r>
            <a:endParaRPr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8D917B4-ECD2-A1C5-8181-D58FD5950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♻️ Function: </a:t>
            </a:r>
            <a:r>
              <a:rPr lang="en-IN" dirty="0" err="1"/>
              <a:t>recover_files</a:t>
            </a:r>
            <a:r>
              <a:rPr lang="en-IN" dirty="0"/>
              <a:t>(directory, </a:t>
            </a:r>
            <a:r>
              <a:rPr lang="en-IN" dirty="0" err="1"/>
              <a:t>backup_directory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📌 Description:</a:t>
            </a:r>
          </a:p>
          <a:p>
            <a:pPr marL="0" indent="0">
              <a:buNone/>
            </a:pPr>
            <a:r>
              <a:rPr lang="en-IN" dirty="0"/>
              <a:t>Restores files from a backup location into the main directory.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💡 OS Concept:</a:t>
            </a:r>
          </a:p>
          <a:p>
            <a:pPr marL="0" indent="0">
              <a:buNone/>
            </a:pPr>
            <a:r>
              <a:rPr lang="en-IN" dirty="0"/>
              <a:t>Simulates file recovery after deletion or crash.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📦 Uses:</a:t>
            </a:r>
          </a:p>
          <a:p>
            <a:pPr marL="0" indent="0">
              <a:buNone/>
            </a:pPr>
            <a:r>
              <a:rPr lang="en-IN" dirty="0"/>
              <a:t>shutil.copy2() – Preserves metadata during recovery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6548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4D4D71-6495-C1F9-D18A-0D705B54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Module 3 - Optimize Filesystem</a:t>
            </a:r>
            <a:endParaRPr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788B42-96FE-BA72-A5A2-CA5C28B07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🧹 Function: </a:t>
            </a:r>
            <a:r>
              <a:rPr lang="en-IN" dirty="0" err="1"/>
              <a:t>optimize_filesystem</a:t>
            </a:r>
            <a:r>
              <a:rPr lang="en-IN" dirty="0"/>
              <a:t>(directory)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📌 Description:</a:t>
            </a:r>
          </a:p>
          <a:p>
            <a:pPr marL="0" indent="0">
              <a:buNone/>
            </a:pPr>
            <a:r>
              <a:rPr lang="en-IN" dirty="0"/>
              <a:t>Renames files using a consistent pattern (e.g., optimized_0_filename.txt)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💡 OS Concept:</a:t>
            </a:r>
          </a:p>
          <a:p>
            <a:pPr marL="0" indent="0">
              <a:buNone/>
            </a:pPr>
            <a:r>
              <a:rPr lang="en-IN" dirty="0"/>
              <a:t>Mimics file optimization and defragmentation.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🎯 Outcome:</a:t>
            </a:r>
          </a:p>
          <a:p>
            <a:pPr marL="0" indent="0">
              <a:buNone/>
            </a:pPr>
            <a:r>
              <a:rPr lang="en-IN" dirty="0"/>
              <a:t>Improved file order and naming clarity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391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D643A1-A581-E18F-6C4F-C154A92E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Sample UI </a:t>
            </a:r>
            <a:endParaRPr b="1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853C710-9EAD-964E-532E-D37D71B4A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633" y="1825625"/>
            <a:ext cx="7642734" cy="4351338"/>
          </a:xfrm>
        </p:spPr>
      </p:pic>
    </p:spTree>
    <p:extLst>
      <p:ext uri="{BB962C8B-B14F-4D97-AF65-F5344CB8AC3E}">
        <p14:creationId xmlns:p14="http://schemas.microsoft.com/office/powerpoint/2010/main" val="1604291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27F3D5-46DD-9D0B-BD43-9FDA733FF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Challenges Faced</a:t>
            </a:r>
            <a:endParaRPr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A4B214-B1AA-8C20-7782-139FB9183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🚧 Challenges: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Managing file permissions across OS</a:t>
            </a:r>
          </a:p>
          <a:p>
            <a:pPr marL="0" indent="0">
              <a:buNone/>
            </a:pPr>
            <a:r>
              <a:rPr lang="en-US" dirty="0"/>
              <a:t>- Handling special characters in file names</a:t>
            </a:r>
          </a:p>
          <a:p>
            <a:pPr marL="0" indent="0">
              <a:buNone/>
            </a:pPr>
            <a:r>
              <a:rPr lang="en-US" dirty="0"/>
              <a:t>- Maintaining performance with large file sets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101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91D7-58E9-E9B5-EB5F-1BF1D260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D3392-E93C-0A40-0E8C-9831834F7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📌 Summary: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 Gained practical experience in file handling</a:t>
            </a:r>
          </a:p>
          <a:p>
            <a:pPr marL="0" indent="0">
              <a:buNone/>
            </a:pPr>
            <a:r>
              <a:rPr lang="en-US" dirty="0"/>
              <a:t>- Applied OS concepts like recovery, optimization, and directory traversal</a:t>
            </a:r>
          </a:p>
          <a:p>
            <a:pPr marL="0" indent="0">
              <a:buNone/>
            </a:pPr>
            <a:r>
              <a:rPr lang="en-US" dirty="0"/>
              <a:t>- Built a tool that bridges theory and real-world usage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89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6513-4CD7-6292-D4B4-18CF7EB1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57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E96C26-BC91-CED3-60E0-26D38EA89E1C}"/>
              </a:ext>
            </a:extLst>
          </p:cNvPr>
          <p:cNvSpPr txBox="1">
            <a:spLocks/>
          </p:cNvSpPr>
          <p:nvPr/>
        </p:nvSpPr>
        <p:spPr>
          <a:xfrm>
            <a:off x="1164336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i="1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099783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382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File System Recovery and Optimization tool</vt:lpstr>
      <vt:lpstr>Introduction</vt:lpstr>
      <vt:lpstr>Objectives</vt:lpstr>
      <vt:lpstr>Technology Stack</vt:lpstr>
      <vt:lpstr>Module 1 - Scan Filesystem</vt:lpstr>
      <vt:lpstr>Module 2 - Recover Files</vt:lpstr>
      <vt:lpstr>Module 3 - Optimize Filesystem</vt:lpstr>
      <vt:lpstr>Sample UI </vt:lpstr>
      <vt:lpstr>Challenges Faced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Gagandeep Singh</dc:creator>
  <cp:lastModifiedBy>Gagandeep Singh</cp:lastModifiedBy>
  <cp:revision>3</cp:revision>
  <dcterms:created xsi:type="dcterms:W3CDTF">2025-04-08T01:52:01Z</dcterms:created>
  <dcterms:modified xsi:type="dcterms:W3CDTF">2025-04-15T01:21:05Z</dcterms:modified>
</cp:coreProperties>
</file>