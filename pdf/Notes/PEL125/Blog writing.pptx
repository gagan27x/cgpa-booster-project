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57" r:id="rId4"/>
    <p:sldId id="296" r:id="rId5"/>
    <p:sldId id="297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8" r:id="rId17"/>
    <p:sldId id="299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5190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882DA-BA34-4E92-8B36-7B696027FC4F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6AF64-DE24-494A-B935-F7E2454191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186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88B8-0DEA-4EB6-991A-572E8C08E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68BFF-277E-4D72-B90A-5B2DCF2F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2F714-9B28-4D0F-8238-FC1C6F68C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D9890-CA80-494E-96F3-C1AF4666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F60C1-4866-42E2-BA4A-7CC6B73B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85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4218-14A9-4D13-98CE-C40E0C8E2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27077-3652-4E37-B01D-2FDE3E1E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5C897-9588-477A-AFD8-9E9B35E7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240EC-409F-41B9-890B-29CB6FD0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64019-E685-4230-B471-C845EA00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7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8C95-A4F5-48F4-8ADE-8D3839D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C7037-C756-4877-8484-4EDCC11A5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BF8F8-2BE3-4FAE-BF54-486D9816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01D79-1553-4ABF-9631-696045B2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CCBF2-8D29-4F51-8B89-87C16D5E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14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2BA7-B467-4914-AD40-126C542E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542D-4535-4E31-865B-C06BADECD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BEB70-2C02-4D3E-AF15-E587DD913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42D7F-4A02-4EC8-BA10-EC99963C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5E377-6CF7-4802-8E14-7C8BA58B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4B12E-C5B6-4EF5-8E79-753928A5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15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771F-FD0A-472D-9C6A-A8C95821A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FBB67-0B51-4A2A-ABE0-06EF3109B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BC234-0B9B-4B44-9FBD-D5C0BF682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A3E4EE-95A2-49E0-8F3C-56C614B4A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5B9A4-052B-480A-B642-C9586C513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9C0068-A3E4-42BD-B405-1F4DBA7F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B80AD-CD9B-4171-A7E1-5996CE2F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D321E-0EC2-445D-9681-B35F4DC1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1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331F-6D93-4FA7-B88A-237C7501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E08B9-F69B-4B0C-879C-0D3D5E3C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60003-F4DA-4976-A58D-A517845C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B3817-2AEB-4D20-83A6-D55054F7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9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2D3CB4-B9B2-4B91-B813-9AE93179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3CE48-374B-42D2-8B50-2563D31E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F04F4-5728-4DFB-9329-BB0ABDE7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6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C3DB0-94ED-4036-8F9D-91310D17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A9F6-C6D2-48CE-8E22-A99F53E71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72830-8BEA-477A-A6E2-189E82BCD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0E5CA-097D-4BD2-877E-C5F43213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D90B9-73E9-464A-9B03-1FA46694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83CEB-C8AE-437B-A55F-40A815A1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49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FBD8-D563-45FF-B96C-A5A5FC141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003B2B-F094-452D-941D-FAD7276940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01C69-657E-42A8-9B4E-FF882E99D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B387-DF5A-47C4-8FFD-BB84337F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45DEE-B89B-467D-9BF2-B25BAADF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C4FD6-E0E5-4ED6-B920-7BB7848A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25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AE97-1BE6-4F75-879D-AA84AA07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8C127-4849-4E8F-9343-62377B321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64A37-4966-46CC-98B6-851D17EC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FAF8C-15C0-4978-8AA4-0EBE1D43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923E1-90FF-432A-83B6-9D0903E1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88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65BD8-CAD2-4218-8C8A-4D0026D2C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F1BB5-F087-49AF-84B5-BE1BC32F9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5A86-6128-4D70-BE87-B8C9982E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61D48-57E6-4DBD-A333-FEA1F6B65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C55-012F-4935-921E-935A4D56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97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77000" r="4000" b="8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E2F244-6A4A-4ADE-B8B8-2675F745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9DF83-E758-4200-B562-E1CA051ED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5A14-9EB5-4D03-A81C-2B1B206AA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BAEDA-C39D-4650-BB05-552811ACFFF2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600E9-C38B-4764-999E-822F43958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2E76A-C1C0-4154-85CA-FFA6B557E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42DE8-10CF-4B70-9771-8F56EE4B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97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9869-B516-4C54-B9EA-B5D2431A1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377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dirty="0"/>
              <a:t>Welcome back Students!! </a:t>
            </a:r>
            <a:endParaRPr lang="en-IN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32673-EC14-4985-A494-C599559B4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Free Vector | College or university students group young happy people  standing isolated on white background">
            <a:extLst>
              <a:ext uri="{FF2B5EF4-FFF2-40B4-BE49-F238E27FC236}">
                <a16:creationId xmlns:a16="http://schemas.microsoft.com/office/drawing/2014/main" id="{4C15D0B9-3432-45E2-B664-F18E38F3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067" y="2612059"/>
            <a:ext cx="4954669" cy="413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726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9798-0B86-4180-80B4-EE5212BB1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95" y="1753958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Topic of the day – Blog Writing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7D2E-DE5A-436E-BC3F-5EB14D0D3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95" y="4907756"/>
            <a:ext cx="9144000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44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3E68-C8C4-479B-B56B-0B6CB076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87ED4-48C5-4138-B38F-A797E7F9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6" y="1910466"/>
            <a:ext cx="10515600" cy="4351338"/>
          </a:xfrm>
        </p:spPr>
        <p:txBody>
          <a:bodyPr/>
          <a:lstStyle/>
          <a:p>
            <a:r>
              <a:rPr lang="en-US" dirty="0"/>
              <a:t>To Understand How to Write a Blog </a:t>
            </a:r>
          </a:p>
          <a:p>
            <a:r>
              <a:rPr lang="en-US" dirty="0"/>
              <a:t>Selecting engaging and relevant blog topics.</a:t>
            </a:r>
          </a:p>
          <a:p>
            <a:r>
              <a:rPr lang="en-US" dirty="0"/>
              <a:t>Structuring content effectively with introductions, body, and conclusions.</a:t>
            </a:r>
          </a:p>
          <a:p>
            <a:r>
              <a:rPr lang="en-US" dirty="0"/>
              <a:t>Conducting research for credible and accurate information.</a:t>
            </a:r>
          </a:p>
          <a:p>
            <a:r>
              <a:rPr lang="en-US" dirty="0"/>
              <a:t>Applying basic SEO techniques for improved online visibility.</a:t>
            </a:r>
          </a:p>
          <a:p>
            <a:r>
              <a:rPr lang="en-US" dirty="0"/>
              <a:t>Writing engaging, well-edited content and fostering audience engagement.</a:t>
            </a:r>
          </a:p>
          <a:p>
            <a:endParaRPr lang="en-IN" dirty="0"/>
          </a:p>
        </p:txBody>
      </p:sp>
      <p:pic>
        <p:nvPicPr>
          <p:cNvPr id="2050" name="Picture 2" descr="How to Write Objectives of Learning in a Lesson Plan — Steemit">
            <a:extLst>
              <a:ext uri="{FF2B5EF4-FFF2-40B4-BE49-F238E27FC236}">
                <a16:creationId xmlns:a16="http://schemas.microsoft.com/office/drawing/2014/main" id="{3981BB1B-9321-4A4F-92EE-EA8D7F385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81" y="35563"/>
            <a:ext cx="3559060" cy="165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27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1587-9DB7-4D3F-A889-160C0944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A790-5C37-487B-9644-24762ED05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What is a Blog? - Definition of Blog, Blogging &amp; Blogger">
            <a:extLst>
              <a:ext uri="{FF2B5EF4-FFF2-40B4-BE49-F238E27FC236}">
                <a16:creationId xmlns:a16="http://schemas.microsoft.com/office/drawing/2014/main" id="{7506C714-6CBA-4615-8297-518108EDB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45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2F94-DB85-459C-BBC3-86C2492B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46015-B365-498B-84B3-98A66727E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How To Write Blog Posts | Blogging - Dos and Donts">
            <a:extLst>
              <a:ext uri="{FF2B5EF4-FFF2-40B4-BE49-F238E27FC236}">
                <a16:creationId xmlns:a16="http://schemas.microsoft.com/office/drawing/2014/main" id="{953AE152-EA38-4C80-9B8D-555C3A067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69" y="280447"/>
            <a:ext cx="8834436" cy="612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543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0AD8-A25B-437D-B81D-8A4A4B9F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blog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FEA54-ABAA-4D60-9504-266244E8B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blog, short for weblog, is a frequently updated web page used for personal commentary or business content. </a:t>
            </a:r>
          </a:p>
          <a:p>
            <a:r>
              <a:rPr lang="en-US" sz="4000" dirty="0"/>
              <a:t>Blogs are often interactive and include sections at the bottom of individual blog posts where readers can leave comments.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3593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1E6A-B21E-4B29-9457-EF60B4A4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How to write a blog post in 13 steps</a:t>
            </a:r>
            <a:br>
              <a:rPr lang="en-US" sz="4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ADFB-7A49-493A-82AB-4750048E9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Brainstorm blog topics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Refine your topic with keyword research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Define your audience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Create an organized outline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Write engaging content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158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C032-1442-4129-AFCE-64361602C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6.  Craft an irresistible headline </a:t>
            </a:r>
          </a:p>
          <a:p>
            <a:pPr marL="0" indent="0">
              <a:buNone/>
            </a:pPr>
            <a:r>
              <a:rPr lang="en-US" dirty="0"/>
              <a:t>7. Choose a blog template</a:t>
            </a:r>
          </a:p>
          <a:p>
            <a:pPr marL="0" indent="0">
              <a:buNone/>
            </a:pPr>
            <a:r>
              <a:rPr lang="en-US" dirty="0"/>
              <a:t>8. Select a blog domain name </a:t>
            </a:r>
          </a:p>
          <a:p>
            <a:pPr marL="0" indent="0">
              <a:buNone/>
            </a:pPr>
            <a:r>
              <a:rPr lang="en-US" dirty="0"/>
              <a:t>9. Pick relevant images</a:t>
            </a:r>
          </a:p>
          <a:p>
            <a:pPr marL="0" indent="0">
              <a:buNone/>
            </a:pPr>
            <a:r>
              <a:rPr lang="en-US" dirty="0"/>
              <a:t>10. Implement calls-to-action</a:t>
            </a:r>
          </a:p>
          <a:p>
            <a:pPr marL="0" indent="0">
              <a:buNone/>
            </a:pPr>
            <a:r>
              <a:rPr lang="en-US" dirty="0"/>
              <a:t>11. Optimize for SEO</a:t>
            </a:r>
          </a:p>
          <a:p>
            <a:pPr marL="0" indent="0">
              <a:buNone/>
            </a:pPr>
            <a:r>
              <a:rPr lang="en-US" dirty="0"/>
              <a:t>12. Edit and publish your blog post</a:t>
            </a:r>
          </a:p>
          <a:p>
            <a:pPr marL="0" indent="0">
              <a:buNone/>
            </a:pPr>
            <a:r>
              <a:rPr lang="en-US" dirty="0"/>
              <a:t>13. Promote the final article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71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8C84-510A-419A-B967-679BA7259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1. Choose a Topic:</a:t>
            </a:r>
            <a:endParaRPr lang="en-US" sz="3200" dirty="0"/>
          </a:p>
          <a:p>
            <a:r>
              <a:rPr lang="en-US" sz="3200" dirty="0"/>
              <a:t>Select a topic that interests you and your target audience.</a:t>
            </a:r>
          </a:p>
          <a:p>
            <a:r>
              <a:rPr lang="en-US" sz="3200" dirty="0"/>
              <a:t>Ensure it's relevant and has scope for discussion.</a:t>
            </a:r>
          </a:p>
          <a:p>
            <a:r>
              <a:rPr lang="en-US" sz="3200" b="1" dirty="0"/>
              <a:t>2. Research:</a:t>
            </a:r>
            <a:endParaRPr lang="en-US" sz="3200" dirty="0"/>
          </a:p>
          <a:p>
            <a:r>
              <a:rPr lang="en-US" sz="3200" dirty="0"/>
              <a:t>Gather information from reliable sources.</a:t>
            </a:r>
          </a:p>
          <a:p>
            <a:r>
              <a:rPr lang="en-US" sz="3200" dirty="0"/>
              <a:t>Take notes and organize your research material.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86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1CD4-83D4-485D-84B0-0479BF437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Define Your Audience:</a:t>
            </a:r>
            <a:endParaRPr lang="en-US" dirty="0"/>
          </a:p>
          <a:p>
            <a:r>
              <a:rPr lang="en-US" dirty="0"/>
              <a:t>Understand who your target readers are.</a:t>
            </a:r>
          </a:p>
          <a:p>
            <a:r>
              <a:rPr lang="en-US" dirty="0"/>
              <a:t>Tailor your content to their needs and interests.</a:t>
            </a:r>
          </a:p>
          <a:p>
            <a:r>
              <a:rPr lang="en-US" b="1" dirty="0"/>
              <a:t>4. Create an Outline:</a:t>
            </a:r>
            <a:endParaRPr lang="en-US" dirty="0"/>
          </a:p>
          <a:p>
            <a:r>
              <a:rPr lang="en-US" dirty="0"/>
              <a:t>Plan the structure of your blog with a clear introduction, body, and conclusion.</a:t>
            </a:r>
          </a:p>
          <a:p>
            <a:r>
              <a:rPr lang="en-US" dirty="0"/>
              <a:t>Use subheadings to break down the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334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5EB59-1013-4F9F-B51C-80F4711C2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Engaging Title:</a:t>
            </a:r>
            <a:endParaRPr lang="en-US" dirty="0"/>
          </a:p>
          <a:p>
            <a:r>
              <a:rPr lang="en-US" dirty="0"/>
              <a:t>Craft a catchy, relevant title that grabs readers' attention.</a:t>
            </a:r>
          </a:p>
          <a:p>
            <a:r>
              <a:rPr lang="en-US" b="1" dirty="0"/>
              <a:t>6. Introduction:</a:t>
            </a:r>
            <a:endParaRPr lang="en-US" dirty="0"/>
          </a:p>
          <a:p>
            <a:r>
              <a:rPr lang="en-US" dirty="0"/>
              <a:t>Hook readers with a compelling opening.</a:t>
            </a:r>
          </a:p>
          <a:p>
            <a:r>
              <a:rPr lang="en-US" dirty="0"/>
              <a:t>Provide context and a brief overview of what the blog will cover.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38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93657-BFD5-4A4D-9A13-ACF567AE8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7. Body Content:</a:t>
            </a:r>
            <a:endParaRPr lang="en-US" dirty="0"/>
          </a:p>
          <a:p>
            <a:r>
              <a:rPr lang="en-US" dirty="0"/>
              <a:t>Organize your points logically.</a:t>
            </a:r>
          </a:p>
          <a:p>
            <a:r>
              <a:rPr lang="en-US" dirty="0"/>
              <a:t>Use clear and concise language.</a:t>
            </a:r>
          </a:p>
          <a:p>
            <a:r>
              <a:rPr lang="en-US" dirty="0"/>
              <a:t>Support your claims with evidence or examples.</a:t>
            </a:r>
          </a:p>
          <a:p>
            <a:r>
              <a:rPr lang="en-US" dirty="0"/>
              <a:t>Use visuals, like images or infographics, if relevant.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65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0FB65-C408-4494-935A-EF28A9442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8. Tone and Style:</a:t>
            </a:r>
            <a:endParaRPr lang="en-US" dirty="0"/>
          </a:p>
          <a:p>
            <a:r>
              <a:rPr lang="en-US" dirty="0"/>
              <a:t>Maintain a consistent tone (e.g., formal, conversational, professional).</a:t>
            </a:r>
          </a:p>
          <a:p>
            <a:r>
              <a:rPr lang="en-US" dirty="0"/>
              <a:t>Write in an engaging style that suits your audience.</a:t>
            </a:r>
          </a:p>
          <a:p>
            <a:r>
              <a:rPr lang="en-US" b="1" dirty="0"/>
              <a:t>9. SEO Optimization:</a:t>
            </a:r>
            <a:endParaRPr lang="en-US" dirty="0"/>
          </a:p>
          <a:p>
            <a:r>
              <a:rPr lang="en-US" dirty="0"/>
              <a:t>Use relevant keywords naturally throughout the text.</a:t>
            </a:r>
          </a:p>
          <a:p>
            <a:r>
              <a:rPr lang="en-US" dirty="0"/>
              <a:t>Optimize meta descriptions, headings, and alt text for images.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209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A7936-92E9-47CD-BEFC-1AE654E62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10. Internal and External Links:</a:t>
            </a:r>
            <a:endParaRPr lang="en-US" dirty="0"/>
          </a:p>
          <a:p>
            <a:r>
              <a:rPr lang="en-US" dirty="0"/>
              <a:t>Include links to related content within your blog.</a:t>
            </a:r>
          </a:p>
          <a:p>
            <a:r>
              <a:rPr lang="en-US" dirty="0"/>
              <a:t>Link to credible external sources for reference.</a:t>
            </a:r>
          </a:p>
          <a:p>
            <a:r>
              <a:rPr lang="en-US" b="1" dirty="0"/>
              <a:t>11. Proofreading:</a:t>
            </a:r>
            <a:endParaRPr lang="en-US" dirty="0"/>
          </a:p>
          <a:p>
            <a:r>
              <a:rPr lang="en-US" dirty="0"/>
              <a:t>Edit and proofread for grammar, spelling, and punctuation errors.</a:t>
            </a:r>
          </a:p>
          <a:p>
            <a:r>
              <a:rPr lang="en-US" dirty="0"/>
              <a:t>Check for clarity and coherence.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903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BD24F-4E56-4F37-84A8-13DAEEB03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12. Conclusion:</a:t>
            </a:r>
            <a:endParaRPr lang="en-US" dirty="0"/>
          </a:p>
          <a:p>
            <a:r>
              <a:rPr lang="en-US" dirty="0"/>
              <a:t>Summarize key points.</a:t>
            </a:r>
          </a:p>
          <a:p>
            <a:r>
              <a:rPr lang="en-US" dirty="0"/>
              <a:t>End with a strong conclusion that ties back to your introduction.</a:t>
            </a:r>
          </a:p>
          <a:p>
            <a:r>
              <a:rPr lang="en-US" b="1" dirty="0"/>
              <a:t>13. Call to Action (CTA):</a:t>
            </a:r>
            <a:endParaRPr lang="en-US" dirty="0"/>
          </a:p>
          <a:p>
            <a:r>
              <a:rPr lang="en-US" dirty="0"/>
              <a:t>Encourage readers to take a specific action (e.g., subscribe, comment, share).</a:t>
            </a:r>
          </a:p>
          <a:p>
            <a:r>
              <a:rPr lang="en-US" dirty="0"/>
              <a:t>Make it clear and compelling.</a:t>
            </a:r>
          </a:p>
          <a:p>
            <a:r>
              <a:rPr lang="en-US" b="1" dirty="0"/>
              <a:t>14. Formatting:</a:t>
            </a:r>
            <a:endParaRPr lang="en-US" dirty="0"/>
          </a:p>
          <a:p>
            <a:r>
              <a:rPr lang="en-US" dirty="0"/>
              <a:t>Use short paragraphs and bullet points for readability.</a:t>
            </a:r>
          </a:p>
          <a:p>
            <a:r>
              <a:rPr lang="en-US" dirty="0"/>
              <a:t>Use subheadings, bold text, and italics for emphasis.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01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9CE3-205A-44F7-AA77-CC7479AE5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15. Mobile-Friendly Design:</a:t>
            </a:r>
            <a:endParaRPr lang="en-US" dirty="0"/>
          </a:p>
          <a:p>
            <a:r>
              <a:rPr lang="en-US" dirty="0"/>
              <a:t>Ensure your blog is responsive and easy to read on different devices.</a:t>
            </a:r>
          </a:p>
          <a:p>
            <a:r>
              <a:rPr lang="en-US" b="1" dirty="0"/>
              <a:t>16. Visuals:</a:t>
            </a:r>
            <a:endParaRPr lang="en-US" dirty="0"/>
          </a:p>
          <a:p>
            <a:r>
              <a:rPr lang="en-US" dirty="0"/>
              <a:t>Include high-quality images, videos, or infographics to enhance content.</a:t>
            </a:r>
          </a:p>
          <a:p>
            <a:r>
              <a:rPr lang="en-US" b="1" dirty="0"/>
              <a:t>17. Promotion:</a:t>
            </a:r>
            <a:endParaRPr lang="en-US" dirty="0"/>
          </a:p>
          <a:p>
            <a:r>
              <a:rPr lang="en-US" dirty="0"/>
              <a:t>Share your blog on social media and other relevant platforms.</a:t>
            </a:r>
          </a:p>
          <a:p>
            <a:r>
              <a:rPr lang="en-US" dirty="0"/>
              <a:t>Engage with your audience in the comments section.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94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13200-AD39-4E19-AA21-2C5C890F2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18. Analytics:</a:t>
            </a:r>
            <a:endParaRPr lang="en-US" dirty="0"/>
          </a:p>
          <a:p>
            <a:r>
              <a:rPr lang="en-US" dirty="0"/>
              <a:t>Use tools like Google Analytics to track traffic and user behavior.</a:t>
            </a:r>
          </a:p>
          <a:p>
            <a:r>
              <a:rPr lang="en-US" b="1" dirty="0"/>
              <a:t>19. Update and Maintain:</a:t>
            </a:r>
            <a:endParaRPr lang="en-US" dirty="0"/>
          </a:p>
          <a:p>
            <a:r>
              <a:rPr lang="en-US" dirty="0"/>
              <a:t>Regularly update your blog with fresh content.</a:t>
            </a:r>
          </a:p>
          <a:p>
            <a:r>
              <a:rPr lang="en-US" dirty="0"/>
              <a:t>Fix broken links and keep information current.</a:t>
            </a:r>
          </a:p>
          <a:p>
            <a:r>
              <a:rPr lang="en-US" b="1" dirty="0"/>
              <a:t>20. Engage with Feedback:</a:t>
            </a:r>
            <a:endParaRPr lang="en-US" dirty="0"/>
          </a:p>
          <a:p>
            <a:r>
              <a:rPr lang="en-US" dirty="0"/>
              <a:t>Respond to comments and engage with your audience for ongoing conversation.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26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05E56C-3013-4E16-B2A6-52401901032B}"/>
              </a:ext>
            </a:extLst>
          </p:cNvPr>
          <p:cNvSpPr/>
          <p:nvPr/>
        </p:nvSpPr>
        <p:spPr>
          <a:xfrm>
            <a:off x="1147310" y="2967335"/>
            <a:ext cx="989738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 </a:t>
            </a:r>
            <a:r>
              <a:rPr lang="en-US" sz="13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Wingdings" panose="05000000000000000000" pitchFamily="2" charset="2"/>
              </a:rPr>
              <a:t> </a:t>
            </a:r>
            <a:endParaRPr lang="en-US" sz="13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3271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652</Words>
  <Application>Microsoft Office PowerPoint</Application>
  <PresentationFormat>Widescreen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Welcome back Students!! </vt:lpstr>
      <vt:lpstr>Topic of the day – Blog Writing</vt:lpstr>
      <vt:lpstr>PowerPoint Presentation</vt:lpstr>
      <vt:lpstr>PowerPoint Presentation</vt:lpstr>
      <vt:lpstr>PowerPoint Presentation</vt:lpstr>
      <vt:lpstr>What is a blog ?</vt:lpstr>
      <vt:lpstr>How to write a blog post in 13 steps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Conditionals and Past Modals</dc:title>
  <dc:creator>admin</dc:creator>
  <cp:lastModifiedBy>Iti Bhardwaj</cp:lastModifiedBy>
  <cp:revision>44</cp:revision>
  <dcterms:created xsi:type="dcterms:W3CDTF">2022-10-20T16:00:46Z</dcterms:created>
  <dcterms:modified xsi:type="dcterms:W3CDTF">2024-03-28T03:22:03Z</dcterms:modified>
</cp:coreProperties>
</file>