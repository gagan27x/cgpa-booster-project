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32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-idioms-and-phrases-1-638.jpg"/>
          <p:cNvPicPr>
            <a:picLocks noChangeAspect="1"/>
          </p:cNvPicPr>
          <p:nvPr/>
        </p:nvPicPr>
        <p:blipFill rotWithShape="1">
          <a:blip r:embed="rId2"/>
          <a:srcRect b="31680"/>
          <a:stretch/>
        </p:blipFill>
        <p:spPr>
          <a:xfrm>
            <a:off x="0" y="4570"/>
            <a:ext cx="9144000" cy="68534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idioms-and-phrases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idioms-and-phrases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idioms-and-phrases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idioms-and-phrases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idioms-and-phrases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idioms-and-phrases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idioms-and-phrases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idioms-and-phrases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idioms-and-phrases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idioms-and-phrases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idioms-and-phrases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-idioms-and-phrases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-idioms-and-phrases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5-idioms-and-phrases-1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-idioms-and-phrases-1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-idioms-and-phrases-1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8-idioms-and-phrases-1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9-idioms-and-phrases-1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-idioms-and-phrases-2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1-idioms-and-phrases-2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2-idioms-and-phrases-2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3-idioms-and-phrases-2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4-idioms-and-phrases-2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5-idioms-and-phrases-2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6-idioms-and-phrases-2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7-idioms-and-phrases-2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8-idioms-and-phrases-2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9-idioms-and-phrases-2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0-idioms-and-phrases-3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1-idioms-and-phrases-3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2-idioms-and-phrases-3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3-idioms-and-phrases-3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4-idioms-and-phrases-3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5-idioms-and-phrases-3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6-idioms-and-phrases-3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7-idioms-and-phrases-3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8-idioms-and-phrases-3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9-idioms-and-phrases-3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0-idioms-and-phrases-4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1-idioms-and-phrases-4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2-idioms-and-phrases-4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3-idioms-and-phrases-4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4-idioms-and-phrases-4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5-idioms-and-phrases-4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6-idioms-and-phrases-4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7-idioms-and-phrases-4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8-idioms-and-phrases-4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Macro Office</cp:lastModifiedBy>
  <cp:revision>2</cp:revision>
  <dcterms:created xsi:type="dcterms:W3CDTF">2013-01-27T09:14:16Z</dcterms:created>
  <dcterms:modified xsi:type="dcterms:W3CDTF">2024-01-04T09:35:42Z</dcterms:modified>
  <cp:category/>
</cp:coreProperties>
</file>