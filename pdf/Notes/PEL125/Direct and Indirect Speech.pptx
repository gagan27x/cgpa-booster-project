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5" r:id="rId1"/>
  </p:sldMasterIdLst>
  <p:sldIdLst>
    <p:sldId id="257" r:id="rId2"/>
    <p:sldId id="273" r:id="rId3"/>
    <p:sldId id="281" r:id="rId4"/>
    <p:sldId id="276" r:id="rId5"/>
    <p:sldId id="278" r:id="rId6"/>
    <p:sldId id="275" r:id="rId7"/>
    <p:sldId id="279" r:id="rId8"/>
    <p:sldId id="280" r:id="rId9"/>
    <p:sldId id="291" r:id="rId10"/>
    <p:sldId id="293" r:id="rId11"/>
    <p:sldId id="282" r:id="rId12"/>
    <p:sldId id="283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90" r:id="rId22"/>
    <p:sldId id="286" r:id="rId23"/>
    <p:sldId id="294" r:id="rId24"/>
    <p:sldId id="295" r:id="rId25"/>
    <p:sldId id="296" r:id="rId26"/>
    <p:sldId id="297" r:id="rId27"/>
    <p:sldId id="289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9FF23-1391-48D2-AB3B-42AA59CF455D}" v="211" dt="2024-03-20T10:54:38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235" autoAdjust="0"/>
  </p:normalViewPr>
  <p:slideViewPr>
    <p:cSldViewPr>
      <p:cViewPr varScale="1">
        <p:scale>
          <a:sx n="73" d="100"/>
          <a:sy n="73" d="100"/>
        </p:scale>
        <p:origin x="173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ti Bhardwaj" userId="f62c1b4b46ba6917" providerId="LiveId" clId="{26ADF15A-419B-4C26-B64B-466492740BA0}"/>
    <pc:docChg chg="custSel modSld">
      <pc:chgData name="Iti Bhardwaj" userId="f62c1b4b46ba6917" providerId="LiveId" clId="{26ADF15A-419B-4C26-B64B-466492740BA0}" dt="2024-03-20T10:57:04.538" v="3" actId="403"/>
      <pc:docMkLst>
        <pc:docMk/>
      </pc:docMkLst>
      <pc:sldChg chg="modSp mod">
        <pc:chgData name="Iti Bhardwaj" userId="f62c1b4b46ba6917" providerId="LiveId" clId="{26ADF15A-419B-4C26-B64B-466492740BA0}" dt="2024-03-20T10:57:04.538" v="3" actId="403"/>
        <pc:sldMkLst>
          <pc:docMk/>
          <pc:sldMk cId="0" sldId="257"/>
        </pc:sldMkLst>
        <pc:spChg chg="mod">
          <ac:chgData name="Iti Bhardwaj" userId="f62c1b4b46ba6917" providerId="LiveId" clId="{26ADF15A-419B-4C26-B64B-466492740BA0}" dt="2024-03-20T10:57:04.538" v="3" actId="403"/>
          <ac:spMkLst>
            <pc:docMk/>
            <pc:sldMk cId="0" sldId="257"/>
            <ac:spMk id="2" creationId="{00000000-0000-0000-0000-000000000000}"/>
          </ac:spMkLst>
        </pc:spChg>
      </pc:sldChg>
    </pc:docChg>
  </pc:docChgLst>
  <pc:docChgLst>
    <pc:chgData name="Iti Bhardwaj" userId="f62c1b4b46ba6917" providerId="LiveId" clId="{9C89FF23-1391-48D2-AB3B-42AA59CF455D}"/>
    <pc:docChg chg="custSel addSld delSld modSld sldOrd">
      <pc:chgData name="Iti Bhardwaj" userId="f62c1b4b46ba6917" providerId="LiveId" clId="{9C89FF23-1391-48D2-AB3B-42AA59CF455D}" dt="2024-03-20T10:54:49.812" v="957" actId="14100"/>
      <pc:docMkLst>
        <pc:docMk/>
      </pc:docMkLst>
      <pc:sldChg chg="modSp mod">
        <pc:chgData name="Iti Bhardwaj" userId="f62c1b4b46ba6917" providerId="LiveId" clId="{9C89FF23-1391-48D2-AB3B-42AA59CF455D}" dt="2024-03-20T10:31:27.530" v="892" actId="27636"/>
        <pc:sldMkLst>
          <pc:docMk/>
          <pc:sldMk cId="0" sldId="257"/>
        </pc:sldMkLst>
        <pc:spChg chg="mod">
          <ac:chgData name="Iti Bhardwaj" userId="f62c1b4b46ba6917" providerId="LiveId" clId="{9C89FF23-1391-48D2-AB3B-42AA59CF455D}" dt="2024-03-20T10:31:27.530" v="892" actId="27636"/>
          <ac:spMkLst>
            <pc:docMk/>
            <pc:sldMk cId="0" sldId="257"/>
            <ac:spMk id="2" creationId="{00000000-0000-0000-0000-000000000000}"/>
          </ac:spMkLst>
        </pc:spChg>
      </pc:sldChg>
      <pc:sldChg chg="modSp del">
        <pc:chgData name="Iti Bhardwaj" userId="f62c1b4b46ba6917" providerId="LiveId" clId="{9C89FF23-1391-48D2-AB3B-42AA59CF455D}" dt="2024-03-20T10:16:24.732" v="77" actId="47"/>
        <pc:sldMkLst>
          <pc:docMk/>
          <pc:sldMk cId="0" sldId="258"/>
        </pc:sldMkLst>
        <pc:spChg chg="mod">
          <ac:chgData name="Iti Bhardwaj" userId="f62c1b4b46ba6917" providerId="LiveId" clId="{9C89FF23-1391-48D2-AB3B-42AA59CF455D}" dt="2024-03-20T10:14:05.059" v="56"/>
          <ac:spMkLst>
            <pc:docMk/>
            <pc:sldMk cId="0" sldId="258"/>
            <ac:spMk id="2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14:05.059" v="56"/>
          <ac:spMkLst>
            <pc:docMk/>
            <pc:sldMk cId="0" sldId="258"/>
            <ac:spMk id="3" creationId="{00000000-0000-0000-0000-000000000000}"/>
          </ac:spMkLst>
        </pc:spChg>
      </pc:sldChg>
      <pc:sldChg chg="modSp del">
        <pc:chgData name="Iti Bhardwaj" userId="f62c1b4b46ba6917" providerId="LiveId" clId="{9C89FF23-1391-48D2-AB3B-42AA59CF455D}" dt="2024-03-20T10:16:26.093" v="78" actId="47"/>
        <pc:sldMkLst>
          <pc:docMk/>
          <pc:sldMk cId="0" sldId="259"/>
        </pc:sldMkLst>
        <pc:spChg chg="mod">
          <ac:chgData name="Iti Bhardwaj" userId="f62c1b4b46ba6917" providerId="LiveId" clId="{9C89FF23-1391-48D2-AB3B-42AA59CF455D}" dt="2024-03-20T10:14:05.059" v="56"/>
          <ac:spMkLst>
            <pc:docMk/>
            <pc:sldMk cId="0" sldId="259"/>
            <ac:spMk id="2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14:05.059" v="56"/>
          <ac:spMkLst>
            <pc:docMk/>
            <pc:sldMk cId="0" sldId="259"/>
            <ac:spMk id="3" creationId="{00000000-0000-0000-0000-000000000000}"/>
          </ac:spMkLst>
        </pc:spChg>
      </pc:sldChg>
      <pc:sldChg chg="modSp del">
        <pc:chgData name="Iti Bhardwaj" userId="f62c1b4b46ba6917" providerId="LiveId" clId="{9C89FF23-1391-48D2-AB3B-42AA59CF455D}" dt="2024-03-20T10:16:26.827" v="79" actId="47"/>
        <pc:sldMkLst>
          <pc:docMk/>
          <pc:sldMk cId="0" sldId="260"/>
        </pc:sldMkLst>
        <pc:spChg chg="mod">
          <ac:chgData name="Iti Bhardwaj" userId="f62c1b4b46ba6917" providerId="LiveId" clId="{9C89FF23-1391-48D2-AB3B-42AA59CF455D}" dt="2024-03-20T10:14:05.059" v="56"/>
          <ac:spMkLst>
            <pc:docMk/>
            <pc:sldMk cId="0" sldId="260"/>
            <ac:spMk id="2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14:05.059" v="56"/>
          <ac:spMkLst>
            <pc:docMk/>
            <pc:sldMk cId="0" sldId="260"/>
            <ac:spMk id="3" creationId="{00000000-0000-0000-0000-000000000000}"/>
          </ac:spMkLst>
        </pc:spChg>
      </pc:sldChg>
      <pc:sldChg chg="modSp del">
        <pc:chgData name="Iti Bhardwaj" userId="f62c1b4b46ba6917" providerId="LiveId" clId="{9C89FF23-1391-48D2-AB3B-42AA59CF455D}" dt="2024-03-20T10:16:27.831" v="80" actId="47"/>
        <pc:sldMkLst>
          <pc:docMk/>
          <pc:sldMk cId="0" sldId="261"/>
        </pc:sldMkLst>
        <pc:spChg chg="mod">
          <ac:chgData name="Iti Bhardwaj" userId="f62c1b4b46ba6917" providerId="LiveId" clId="{9C89FF23-1391-48D2-AB3B-42AA59CF455D}" dt="2024-03-20T10:14:05.059" v="56"/>
          <ac:spMkLst>
            <pc:docMk/>
            <pc:sldMk cId="0" sldId="261"/>
            <ac:spMk id="2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14:05.059" v="56"/>
          <ac:spMkLst>
            <pc:docMk/>
            <pc:sldMk cId="0" sldId="261"/>
            <ac:spMk id="3" creationId="{00000000-0000-0000-0000-000000000000}"/>
          </ac:spMkLst>
        </pc:spChg>
      </pc:sldChg>
      <pc:sldChg chg="modSp del">
        <pc:chgData name="Iti Bhardwaj" userId="f62c1b4b46ba6917" providerId="LiveId" clId="{9C89FF23-1391-48D2-AB3B-42AA59CF455D}" dt="2024-03-20T10:16:29.174" v="81" actId="47"/>
        <pc:sldMkLst>
          <pc:docMk/>
          <pc:sldMk cId="0" sldId="262"/>
        </pc:sldMkLst>
        <pc:spChg chg="mod">
          <ac:chgData name="Iti Bhardwaj" userId="f62c1b4b46ba6917" providerId="LiveId" clId="{9C89FF23-1391-48D2-AB3B-42AA59CF455D}" dt="2024-03-20T10:14:05.059" v="56"/>
          <ac:spMkLst>
            <pc:docMk/>
            <pc:sldMk cId="0" sldId="262"/>
            <ac:spMk id="2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14:05.059" v="56"/>
          <ac:spMkLst>
            <pc:docMk/>
            <pc:sldMk cId="0" sldId="262"/>
            <ac:spMk id="3" creationId="{00000000-0000-0000-0000-000000000000}"/>
          </ac:spMkLst>
        </pc:spChg>
      </pc:sldChg>
      <pc:sldChg chg="modSp del mod">
        <pc:chgData name="Iti Bhardwaj" userId="f62c1b4b46ba6917" providerId="LiveId" clId="{9C89FF23-1391-48D2-AB3B-42AA59CF455D}" dt="2024-03-20T10:16:32.652" v="82" actId="47"/>
        <pc:sldMkLst>
          <pc:docMk/>
          <pc:sldMk cId="0" sldId="263"/>
        </pc:sldMkLst>
        <pc:spChg chg="mod">
          <ac:chgData name="Iti Bhardwaj" userId="f62c1b4b46ba6917" providerId="LiveId" clId="{9C89FF23-1391-48D2-AB3B-42AA59CF455D}" dt="2024-03-20T10:14:05.059" v="56"/>
          <ac:spMkLst>
            <pc:docMk/>
            <pc:sldMk cId="0" sldId="263"/>
            <ac:spMk id="2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14:05.059" v="56"/>
          <ac:spMkLst>
            <pc:docMk/>
            <pc:sldMk cId="0" sldId="263"/>
            <ac:spMk id="3" creationId="{00000000-0000-0000-0000-000000000000}"/>
          </ac:spMkLst>
        </pc:spChg>
      </pc:sldChg>
      <pc:sldChg chg="modSp del">
        <pc:chgData name="Iti Bhardwaj" userId="f62c1b4b46ba6917" providerId="LiveId" clId="{9C89FF23-1391-48D2-AB3B-42AA59CF455D}" dt="2024-03-20T10:16:34.948" v="83" actId="47"/>
        <pc:sldMkLst>
          <pc:docMk/>
          <pc:sldMk cId="0" sldId="264"/>
        </pc:sldMkLst>
        <pc:spChg chg="mod">
          <ac:chgData name="Iti Bhardwaj" userId="f62c1b4b46ba6917" providerId="LiveId" clId="{9C89FF23-1391-48D2-AB3B-42AA59CF455D}" dt="2024-03-20T10:14:05.059" v="56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Iti Bhardwaj" userId="f62c1b4b46ba6917" providerId="LiveId" clId="{9C89FF23-1391-48D2-AB3B-42AA59CF455D}" dt="2024-03-20T10:31:27.548" v="896" actId="27636"/>
        <pc:sldMkLst>
          <pc:docMk/>
          <pc:sldMk cId="0" sldId="265"/>
        </pc:sldMkLst>
        <pc:spChg chg="mod">
          <ac:chgData name="Iti Bhardwaj" userId="f62c1b4b46ba6917" providerId="LiveId" clId="{9C89FF23-1391-48D2-AB3B-42AA59CF455D}" dt="2024-03-20T10:31:27.420" v="891"/>
          <ac:spMkLst>
            <pc:docMk/>
            <pc:sldMk cId="0" sldId="265"/>
            <ac:spMk id="2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542" v="893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544" v="894" actId="27636"/>
          <ac:spMkLst>
            <pc:docMk/>
            <pc:sldMk cId="0" sldId="265"/>
            <ac:spMk id="4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546" v="895" actId="276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548" v="896" actId="27636"/>
          <ac:spMkLst>
            <pc:docMk/>
            <pc:sldMk cId="0" sldId="265"/>
            <ac:spMk id="6" creationId="{00000000-0000-0000-0000-000000000000}"/>
          </ac:spMkLst>
        </pc:spChg>
      </pc:sldChg>
      <pc:sldChg chg="delSp modSp mod">
        <pc:chgData name="Iti Bhardwaj" userId="f62c1b4b46ba6917" providerId="LiveId" clId="{9C89FF23-1391-48D2-AB3B-42AA59CF455D}" dt="2024-03-20T10:31:27.570" v="898" actId="27636"/>
        <pc:sldMkLst>
          <pc:docMk/>
          <pc:sldMk cId="0" sldId="266"/>
        </pc:sldMkLst>
        <pc:spChg chg="del mod">
          <ac:chgData name="Iti Bhardwaj" userId="f62c1b4b46ba6917" providerId="LiveId" clId="{9C89FF23-1391-48D2-AB3B-42AA59CF455D}" dt="2024-03-20T10:17:28.087" v="112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568" v="897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570" v="898" actId="27636"/>
          <ac:spMkLst>
            <pc:docMk/>
            <pc:sldMk cId="0" sldId="266"/>
            <ac:spMk id="4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420" v="891"/>
          <ac:spMkLst>
            <pc:docMk/>
            <pc:sldMk cId="0" sldId="266"/>
            <ac:spMk id="5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420" v="891"/>
          <ac:spMkLst>
            <pc:docMk/>
            <pc:sldMk cId="0" sldId="266"/>
            <ac:spMk id="6" creationId="{00000000-0000-0000-0000-000000000000}"/>
          </ac:spMkLst>
        </pc:spChg>
      </pc:sldChg>
      <pc:sldChg chg="delSp modSp mod">
        <pc:chgData name="Iti Bhardwaj" userId="f62c1b4b46ba6917" providerId="LiveId" clId="{9C89FF23-1391-48D2-AB3B-42AA59CF455D}" dt="2024-03-20T10:31:27.591" v="900" actId="27636"/>
        <pc:sldMkLst>
          <pc:docMk/>
          <pc:sldMk cId="0" sldId="267"/>
        </pc:sldMkLst>
        <pc:spChg chg="del mod">
          <ac:chgData name="Iti Bhardwaj" userId="f62c1b4b46ba6917" providerId="LiveId" clId="{9C89FF23-1391-48D2-AB3B-42AA59CF455D}" dt="2024-03-20T10:18:24.488" v="130" actId="478"/>
          <ac:spMkLst>
            <pc:docMk/>
            <pc:sldMk cId="0" sldId="267"/>
            <ac:spMk id="2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591" v="900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589" v="899" actId="27636"/>
          <ac:spMkLst>
            <pc:docMk/>
            <pc:sldMk cId="0" sldId="267"/>
            <ac:spMk id="4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420" v="891"/>
          <ac:spMkLst>
            <pc:docMk/>
            <pc:sldMk cId="0" sldId="267"/>
            <ac:spMk id="5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420" v="891"/>
          <ac:spMkLst>
            <pc:docMk/>
            <pc:sldMk cId="0" sldId="267"/>
            <ac:spMk id="6" creationId="{00000000-0000-0000-0000-000000000000}"/>
          </ac:spMkLst>
        </pc:spChg>
      </pc:sldChg>
      <pc:sldChg chg="modSp mod">
        <pc:chgData name="Iti Bhardwaj" userId="f62c1b4b46ba6917" providerId="LiveId" clId="{9C89FF23-1391-48D2-AB3B-42AA59CF455D}" dt="2024-03-20T10:31:27.606" v="902" actId="27636"/>
        <pc:sldMkLst>
          <pc:docMk/>
          <pc:sldMk cId="0" sldId="268"/>
        </pc:sldMkLst>
        <pc:spChg chg="mod">
          <ac:chgData name="Iti Bhardwaj" userId="f62c1b4b46ba6917" providerId="LiveId" clId="{9C89FF23-1391-48D2-AB3B-42AA59CF455D}" dt="2024-03-20T10:31:27.420" v="891"/>
          <ac:spMkLst>
            <pc:docMk/>
            <pc:sldMk cId="0" sldId="268"/>
            <ac:spMk id="2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604" v="901" actId="27636"/>
          <ac:spMkLst>
            <pc:docMk/>
            <pc:sldMk cId="0" sldId="268"/>
            <ac:spMk id="3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606" v="902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420" v="891"/>
          <ac:spMkLst>
            <pc:docMk/>
            <pc:sldMk cId="0" sldId="268"/>
            <ac:spMk id="5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420" v="891"/>
          <ac:spMkLst>
            <pc:docMk/>
            <pc:sldMk cId="0" sldId="268"/>
            <ac:spMk id="6" creationId="{00000000-0000-0000-0000-000000000000}"/>
          </ac:spMkLst>
        </pc:spChg>
      </pc:sldChg>
      <pc:sldChg chg="modSp mod">
        <pc:chgData name="Iti Bhardwaj" userId="f62c1b4b46ba6917" providerId="LiveId" clId="{9C89FF23-1391-48D2-AB3B-42AA59CF455D}" dt="2024-03-20T10:31:27.420" v="891"/>
        <pc:sldMkLst>
          <pc:docMk/>
          <pc:sldMk cId="0" sldId="269"/>
        </pc:sldMkLst>
        <pc:spChg chg="mod">
          <ac:chgData name="Iti Bhardwaj" userId="f62c1b4b46ba6917" providerId="LiveId" clId="{9C89FF23-1391-48D2-AB3B-42AA59CF455D}" dt="2024-03-20T10:31:27.420" v="891"/>
          <ac:spMkLst>
            <pc:docMk/>
            <pc:sldMk cId="0" sldId="269"/>
            <ac:spMk id="2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420" v="891"/>
          <ac:spMkLst>
            <pc:docMk/>
            <pc:sldMk cId="0" sldId="269"/>
            <ac:spMk id="3" creationId="{00000000-0000-0000-0000-000000000000}"/>
          </ac:spMkLst>
        </pc:spChg>
      </pc:sldChg>
      <pc:sldChg chg="delSp modSp mod modAnim">
        <pc:chgData name="Iti Bhardwaj" userId="f62c1b4b46ba6917" providerId="LiveId" clId="{9C89FF23-1391-48D2-AB3B-42AA59CF455D}" dt="2024-03-20T10:31:47.440" v="908" actId="1076"/>
        <pc:sldMkLst>
          <pc:docMk/>
          <pc:sldMk cId="0" sldId="270"/>
        </pc:sldMkLst>
        <pc:spChg chg="del mod">
          <ac:chgData name="Iti Bhardwaj" userId="f62c1b4b46ba6917" providerId="LiveId" clId="{9C89FF23-1391-48D2-AB3B-42AA59CF455D}" dt="2024-03-20T10:24:23.012" v="699" actId="478"/>
          <ac:spMkLst>
            <pc:docMk/>
            <pc:sldMk cId="0" sldId="270"/>
            <ac:spMk id="2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47.440" v="908" actId="1076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Iti Bhardwaj" userId="f62c1b4b46ba6917" providerId="LiveId" clId="{9C89FF23-1391-48D2-AB3B-42AA59CF455D}" dt="2024-03-20T10:31:27.642" v="905" actId="27636"/>
        <pc:sldMkLst>
          <pc:docMk/>
          <pc:sldMk cId="0" sldId="271"/>
        </pc:sldMkLst>
        <pc:spChg chg="mod">
          <ac:chgData name="Iti Bhardwaj" userId="f62c1b4b46ba6917" providerId="LiveId" clId="{9C89FF23-1391-48D2-AB3B-42AA59CF455D}" dt="2024-03-20T10:31:27.642" v="905" actId="27636"/>
          <ac:spMkLst>
            <pc:docMk/>
            <pc:sldMk cId="0" sldId="271"/>
            <ac:spMk id="2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638" v="903" actId="27636"/>
          <ac:spMkLst>
            <pc:docMk/>
            <pc:sldMk cId="0" sldId="271"/>
            <ac:spMk id="3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640" v="904" actId="27636"/>
          <ac:spMkLst>
            <pc:docMk/>
            <pc:sldMk cId="0" sldId="271"/>
            <ac:spMk id="4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420" v="891"/>
          <ac:spMkLst>
            <pc:docMk/>
            <pc:sldMk cId="0" sldId="271"/>
            <ac:spMk id="5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420" v="891"/>
          <ac:spMkLst>
            <pc:docMk/>
            <pc:sldMk cId="0" sldId="271"/>
            <ac:spMk id="6" creationId="{00000000-0000-0000-0000-000000000000}"/>
          </ac:spMkLst>
        </pc:spChg>
      </pc:sldChg>
      <pc:sldChg chg="modSp mod">
        <pc:chgData name="Iti Bhardwaj" userId="f62c1b4b46ba6917" providerId="LiveId" clId="{9C89FF23-1391-48D2-AB3B-42AA59CF455D}" dt="2024-03-20T10:31:27.662" v="907" actId="27636"/>
        <pc:sldMkLst>
          <pc:docMk/>
          <pc:sldMk cId="0" sldId="272"/>
        </pc:sldMkLst>
        <pc:spChg chg="mod">
          <ac:chgData name="Iti Bhardwaj" userId="f62c1b4b46ba6917" providerId="LiveId" clId="{9C89FF23-1391-48D2-AB3B-42AA59CF455D}" dt="2024-03-20T10:31:27.420" v="891"/>
          <ac:spMkLst>
            <pc:docMk/>
            <pc:sldMk cId="0" sldId="272"/>
            <ac:spMk id="2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662" v="907" actId="27636"/>
          <ac:spMkLst>
            <pc:docMk/>
            <pc:sldMk cId="0" sldId="272"/>
            <ac:spMk id="3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660" v="906" actId="27636"/>
          <ac:spMkLst>
            <pc:docMk/>
            <pc:sldMk cId="0" sldId="272"/>
            <ac:spMk id="4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420" v="891"/>
          <ac:spMkLst>
            <pc:docMk/>
            <pc:sldMk cId="0" sldId="272"/>
            <ac:spMk id="5" creationId="{00000000-0000-0000-0000-000000000000}"/>
          </ac:spMkLst>
        </pc:spChg>
        <pc:spChg chg="mod">
          <ac:chgData name="Iti Bhardwaj" userId="f62c1b4b46ba6917" providerId="LiveId" clId="{9C89FF23-1391-48D2-AB3B-42AA59CF455D}" dt="2024-03-20T10:31:27.420" v="891"/>
          <ac:spMkLst>
            <pc:docMk/>
            <pc:sldMk cId="0" sldId="272"/>
            <ac:spMk id="6" creationId="{00000000-0000-0000-0000-000000000000}"/>
          </ac:spMkLst>
        </pc:spChg>
      </pc:sldChg>
      <pc:sldChg chg="modSp del mod">
        <pc:chgData name="Iti Bhardwaj" userId="f62c1b4b46ba6917" providerId="LiveId" clId="{9C89FF23-1391-48D2-AB3B-42AA59CF455D}" dt="2024-03-20T10:15:18.622" v="75" actId="47"/>
        <pc:sldMkLst>
          <pc:docMk/>
          <pc:sldMk cId="438412121" sldId="274"/>
        </pc:sldMkLst>
        <pc:picChg chg="mod">
          <ac:chgData name="Iti Bhardwaj" userId="f62c1b4b46ba6917" providerId="LiveId" clId="{9C89FF23-1391-48D2-AB3B-42AA59CF455D}" dt="2024-03-20T10:15:11.897" v="74" actId="14100"/>
          <ac:picMkLst>
            <pc:docMk/>
            <pc:sldMk cId="438412121" sldId="274"/>
            <ac:picMk id="3" creationId="{4CC09743-5EC1-991C-C5D1-2B96ECE11D3B}"/>
          </ac:picMkLst>
        </pc:picChg>
      </pc:sldChg>
      <pc:sldChg chg="modSp mod">
        <pc:chgData name="Iti Bhardwaj" userId="f62c1b4b46ba6917" providerId="LiveId" clId="{9C89FF23-1391-48D2-AB3B-42AA59CF455D}" dt="2024-03-20T10:26:37.034" v="713" actId="14100"/>
        <pc:sldMkLst>
          <pc:docMk/>
          <pc:sldMk cId="3557871521" sldId="275"/>
        </pc:sldMkLst>
        <pc:picChg chg="mod">
          <ac:chgData name="Iti Bhardwaj" userId="f62c1b4b46ba6917" providerId="LiveId" clId="{9C89FF23-1391-48D2-AB3B-42AA59CF455D}" dt="2024-03-20T10:26:37.034" v="713" actId="14100"/>
          <ac:picMkLst>
            <pc:docMk/>
            <pc:sldMk cId="3557871521" sldId="275"/>
            <ac:picMk id="3" creationId="{648BC0D7-E2A5-857B-B460-20A6B1270E25}"/>
          </ac:picMkLst>
        </pc:picChg>
      </pc:sldChg>
      <pc:sldChg chg="modSp del mod">
        <pc:chgData name="Iti Bhardwaj" userId="f62c1b4b46ba6917" providerId="LiveId" clId="{9C89FF23-1391-48D2-AB3B-42AA59CF455D}" dt="2024-03-20T10:26:50.532" v="714" actId="47"/>
        <pc:sldMkLst>
          <pc:docMk/>
          <pc:sldMk cId="2713585336" sldId="277"/>
        </pc:sldMkLst>
        <pc:picChg chg="mod">
          <ac:chgData name="Iti Bhardwaj" userId="f62c1b4b46ba6917" providerId="LiveId" clId="{9C89FF23-1391-48D2-AB3B-42AA59CF455D}" dt="2024-03-20T10:14:56.234" v="72" actId="14100"/>
          <ac:picMkLst>
            <pc:docMk/>
            <pc:sldMk cId="2713585336" sldId="277"/>
            <ac:picMk id="3" creationId="{DBC7F40D-A911-A586-4573-F3DFBB41F2BE}"/>
          </ac:picMkLst>
        </pc:picChg>
      </pc:sldChg>
      <pc:sldChg chg="modSp mod">
        <pc:chgData name="Iti Bhardwaj" userId="f62c1b4b46ba6917" providerId="LiveId" clId="{9C89FF23-1391-48D2-AB3B-42AA59CF455D}" dt="2024-03-20T10:26:30.498" v="712" actId="14100"/>
        <pc:sldMkLst>
          <pc:docMk/>
          <pc:sldMk cId="2240778526" sldId="279"/>
        </pc:sldMkLst>
        <pc:picChg chg="mod">
          <ac:chgData name="Iti Bhardwaj" userId="f62c1b4b46ba6917" providerId="LiveId" clId="{9C89FF23-1391-48D2-AB3B-42AA59CF455D}" dt="2024-03-20T10:26:30.498" v="712" actId="14100"/>
          <ac:picMkLst>
            <pc:docMk/>
            <pc:sldMk cId="2240778526" sldId="279"/>
            <ac:picMk id="3" creationId="{15E8F8F7-3D10-B1A6-D028-766EF4D265B9}"/>
          </ac:picMkLst>
        </pc:picChg>
      </pc:sldChg>
      <pc:sldChg chg="modSp mod">
        <pc:chgData name="Iti Bhardwaj" userId="f62c1b4b46ba6917" providerId="LiveId" clId="{9C89FF23-1391-48D2-AB3B-42AA59CF455D}" dt="2024-03-20T10:26:24.003" v="711" actId="1076"/>
        <pc:sldMkLst>
          <pc:docMk/>
          <pc:sldMk cId="1403472942" sldId="280"/>
        </pc:sldMkLst>
        <pc:picChg chg="mod">
          <ac:chgData name="Iti Bhardwaj" userId="f62c1b4b46ba6917" providerId="LiveId" clId="{9C89FF23-1391-48D2-AB3B-42AA59CF455D}" dt="2024-03-20T10:26:24.003" v="711" actId="1076"/>
          <ac:picMkLst>
            <pc:docMk/>
            <pc:sldMk cId="1403472942" sldId="280"/>
            <ac:picMk id="3" creationId="{5A9876B1-A83A-AB6B-5E4F-708383EB2799}"/>
          </ac:picMkLst>
        </pc:picChg>
      </pc:sldChg>
      <pc:sldChg chg="ord">
        <pc:chgData name="Iti Bhardwaj" userId="f62c1b4b46ba6917" providerId="LiveId" clId="{9C89FF23-1391-48D2-AB3B-42AA59CF455D}" dt="2024-03-20T10:29:33.133" v="881"/>
        <pc:sldMkLst>
          <pc:docMk/>
          <pc:sldMk cId="3058706720" sldId="281"/>
        </pc:sldMkLst>
      </pc:sldChg>
      <pc:sldChg chg="modSp mod ord">
        <pc:chgData name="Iti Bhardwaj" userId="f62c1b4b46ba6917" providerId="LiveId" clId="{9C89FF23-1391-48D2-AB3B-42AA59CF455D}" dt="2024-03-20T10:25:45.954" v="707" actId="14100"/>
        <pc:sldMkLst>
          <pc:docMk/>
          <pc:sldMk cId="3584476529" sldId="282"/>
        </pc:sldMkLst>
        <pc:picChg chg="mod">
          <ac:chgData name="Iti Bhardwaj" userId="f62c1b4b46ba6917" providerId="LiveId" clId="{9C89FF23-1391-48D2-AB3B-42AA59CF455D}" dt="2024-03-20T10:25:45.954" v="707" actId="14100"/>
          <ac:picMkLst>
            <pc:docMk/>
            <pc:sldMk cId="3584476529" sldId="282"/>
            <ac:picMk id="3" creationId="{CB1CEF7C-4F90-F675-7762-FCF302A36E3E}"/>
          </ac:picMkLst>
        </pc:picChg>
      </pc:sldChg>
      <pc:sldChg chg="modSp mod">
        <pc:chgData name="Iti Bhardwaj" userId="f62c1b4b46ba6917" providerId="LiveId" clId="{9C89FF23-1391-48D2-AB3B-42AA59CF455D}" dt="2024-03-20T10:25:34.563" v="705" actId="1076"/>
        <pc:sldMkLst>
          <pc:docMk/>
          <pc:sldMk cId="2604205506" sldId="283"/>
        </pc:sldMkLst>
        <pc:picChg chg="mod">
          <ac:chgData name="Iti Bhardwaj" userId="f62c1b4b46ba6917" providerId="LiveId" clId="{9C89FF23-1391-48D2-AB3B-42AA59CF455D}" dt="2024-03-20T10:25:34.563" v="705" actId="1076"/>
          <ac:picMkLst>
            <pc:docMk/>
            <pc:sldMk cId="2604205506" sldId="283"/>
            <ac:picMk id="5" creationId="{604CC4F7-AEE9-9727-A41D-6E23D257CD4F}"/>
          </ac:picMkLst>
        </pc:picChg>
      </pc:sldChg>
      <pc:sldChg chg="del">
        <pc:chgData name="Iti Bhardwaj" userId="f62c1b4b46ba6917" providerId="LiveId" clId="{9C89FF23-1391-48D2-AB3B-42AA59CF455D}" dt="2024-03-20T10:22:36.096" v="546" actId="47"/>
        <pc:sldMkLst>
          <pc:docMk/>
          <pc:sldMk cId="2270784878" sldId="284"/>
        </pc:sldMkLst>
      </pc:sldChg>
      <pc:sldChg chg="del">
        <pc:chgData name="Iti Bhardwaj" userId="f62c1b4b46ba6917" providerId="LiveId" clId="{9C89FF23-1391-48D2-AB3B-42AA59CF455D}" dt="2024-03-20T10:32:02.792" v="909" actId="47"/>
        <pc:sldMkLst>
          <pc:docMk/>
          <pc:sldMk cId="559407199" sldId="285"/>
        </pc:sldMkLst>
      </pc:sldChg>
      <pc:sldChg chg="modSp mod">
        <pc:chgData name="Iti Bhardwaj" userId="f62c1b4b46ba6917" providerId="LiveId" clId="{9C89FF23-1391-48D2-AB3B-42AA59CF455D}" dt="2024-03-20T10:12:51.715" v="51"/>
        <pc:sldMkLst>
          <pc:docMk/>
          <pc:sldMk cId="3671300324" sldId="286"/>
        </pc:sldMkLst>
        <pc:picChg chg="mod modCrop">
          <ac:chgData name="Iti Bhardwaj" userId="f62c1b4b46ba6917" providerId="LiveId" clId="{9C89FF23-1391-48D2-AB3B-42AA59CF455D}" dt="2024-03-20T10:12:51.715" v="51"/>
          <ac:picMkLst>
            <pc:docMk/>
            <pc:sldMk cId="3671300324" sldId="286"/>
            <ac:picMk id="8" creationId="{5F565B4B-514F-C872-B664-6B4438BA5F25}"/>
          </ac:picMkLst>
        </pc:picChg>
      </pc:sldChg>
      <pc:sldChg chg="modSp del mod">
        <pc:chgData name="Iti Bhardwaj" userId="f62c1b4b46ba6917" providerId="LiveId" clId="{9C89FF23-1391-48D2-AB3B-42AA59CF455D}" dt="2024-03-20T10:35:56.729" v="934" actId="47"/>
        <pc:sldMkLst>
          <pc:docMk/>
          <pc:sldMk cId="1181855058" sldId="287"/>
        </pc:sldMkLst>
        <pc:picChg chg="mod modCrop">
          <ac:chgData name="Iti Bhardwaj" userId="f62c1b4b46ba6917" providerId="LiveId" clId="{9C89FF23-1391-48D2-AB3B-42AA59CF455D}" dt="2024-03-20T10:12:51.715" v="51"/>
          <ac:picMkLst>
            <pc:docMk/>
            <pc:sldMk cId="1181855058" sldId="287"/>
            <ac:picMk id="8" creationId="{53E98DB5-7270-4A36-6F42-27CB03BA9225}"/>
          </ac:picMkLst>
        </pc:picChg>
      </pc:sldChg>
      <pc:sldChg chg="modSp del mod">
        <pc:chgData name="Iti Bhardwaj" userId="f62c1b4b46ba6917" providerId="LiveId" clId="{9C89FF23-1391-48D2-AB3B-42AA59CF455D}" dt="2024-03-20T10:32:27.056" v="910" actId="47"/>
        <pc:sldMkLst>
          <pc:docMk/>
          <pc:sldMk cId="939284301" sldId="288"/>
        </pc:sldMkLst>
        <pc:picChg chg="mod modCrop">
          <ac:chgData name="Iti Bhardwaj" userId="f62c1b4b46ba6917" providerId="LiveId" clId="{9C89FF23-1391-48D2-AB3B-42AA59CF455D}" dt="2023-10-19T08:15:03.449" v="49" actId="14100"/>
          <ac:picMkLst>
            <pc:docMk/>
            <pc:sldMk cId="939284301" sldId="288"/>
            <ac:picMk id="8" creationId="{9A40ABA8-CD7D-7A8A-598B-03B6DE8358AF}"/>
          </ac:picMkLst>
        </pc:picChg>
      </pc:sldChg>
      <pc:sldChg chg="delSp modSp mod ord">
        <pc:chgData name="Iti Bhardwaj" userId="f62c1b4b46ba6917" providerId="LiveId" clId="{9C89FF23-1391-48D2-AB3B-42AA59CF455D}" dt="2024-03-20T10:32:48.985" v="925" actId="403"/>
        <pc:sldMkLst>
          <pc:docMk/>
          <pc:sldMk cId="3306136926" sldId="289"/>
        </pc:sldMkLst>
        <pc:spChg chg="mod">
          <ac:chgData name="Iti Bhardwaj" userId="f62c1b4b46ba6917" providerId="LiveId" clId="{9C89FF23-1391-48D2-AB3B-42AA59CF455D}" dt="2024-03-20T10:32:48.985" v="925" actId="403"/>
          <ac:spMkLst>
            <pc:docMk/>
            <pc:sldMk cId="3306136926" sldId="289"/>
            <ac:spMk id="2" creationId="{0F8F4A15-1CF0-7E35-EE72-B20815651690}"/>
          </ac:spMkLst>
        </pc:spChg>
        <pc:picChg chg="del">
          <ac:chgData name="Iti Bhardwaj" userId="f62c1b4b46ba6917" providerId="LiveId" clId="{9C89FF23-1391-48D2-AB3B-42AA59CF455D}" dt="2024-03-20T10:32:39.104" v="914" actId="478"/>
          <ac:picMkLst>
            <pc:docMk/>
            <pc:sldMk cId="3306136926" sldId="289"/>
            <ac:picMk id="4" creationId="{E77870F5-DB2E-C0E4-2143-39A8FDD17645}"/>
          </ac:picMkLst>
        </pc:picChg>
      </pc:sldChg>
      <pc:sldChg chg="addSp modSp new">
        <pc:chgData name="Iti Bhardwaj" userId="f62c1b4b46ba6917" providerId="LiveId" clId="{9C89FF23-1391-48D2-AB3B-42AA59CF455D}" dt="2023-10-19T07:32:10.607" v="5" actId="931"/>
        <pc:sldMkLst>
          <pc:docMk/>
          <pc:sldMk cId="4180033329" sldId="291"/>
        </pc:sldMkLst>
        <pc:picChg chg="add mod">
          <ac:chgData name="Iti Bhardwaj" userId="f62c1b4b46ba6917" providerId="LiveId" clId="{9C89FF23-1391-48D2-AB3B-42AA59CF455D}" dt="2023-10-19T07:32:10.607" v="5" actId="931"/>
          <ac:picMkLst>
            <pc:docMk/>
            <pc:sldMk cId="4180033329" sldId="291"/>
            <ac:picMk id="3" creationId="{56983F70-2EFE-C732-99F3-A5776E846E89}"/>
          </ac:picMkLst>
        </pc:picChg>
      </pc:sldChg>
      <pc:sldChg chg="addSp delSp modSp new del mod">
        <pc:chgData name="Iti Bhardwaj" userId="f62c1b4b46ba6917" providerId="LiveId" clId="{9C89FF23-1391-48D2-AB3B-42AA59CF455D}" dt="2023-10-19T07:34:48.200" v="29" actId="2696"/>
        <pc:sldMkLst>
          <pc:docMk/>
          <pc:sldMk cId="3819386908" sldId="292"/>
        </pc:sldMkLst>
        <pc:picChg chg="add mod">
          <ac:chgData name="Iti Bhardwaj" userId="f62c1b4b46ba6917" providerId="LiveId" clId="{9C89FF23-1391-48D2-AB3B-42AA59CF455D}" dt="2023-10-19T07:32:49.027" v="11" actId="14100"/>
          <ac:picMkLst>
            <pc:docMk/>
            <pc:sldMk cId="3819386908" sldId="292"/>
            <ac:picMk id="3" creationId="{59CAE34E-8C74-E172-57A6-FDDD590A082C}"/>
          </ac:picMkLst>
        </pc:picChg>
        <pc:picChg chg="add del mod">
          <ac:chgData name="Iti Bhardwaj" userId="f62c1b4b46ba6917" providerId="LiveId" clId="{9C89FF23-1391-48D2-AB3B-42AA59CF455D}" dt="2023-10-19T07:33:06.190" v="13" actId="478"/>
          <ac:picMkLst>
            <pc:docMk/>
            <pc:sldMk cId="3819386908" sldId="292"/>
            <ac:picMk id="5" creationId="{D98AD3B8-4AA3-789F-2048-EE47D59F7BE6}"/>
          </ac:picMkLst>
        </pc:picChg>
      </pc:sldChg>
      <pc:sldChg chg="addSp modSp new mod">
        <pc:chgData name="Iti Bhardwaj" userId="f62c1b4b46ba6917" providerId="LiveId" clId="{9C89FF23-1391-48D2-AB3B-42AA59CF455D}" dt="2024-03-20T10:25:58.587" v="708" actId="732"/>
        <pc:sldMkLst>
          <pc:docMk/>
          <pc:sldMk cId="1457359148" sldId="293"/>
        </pc:sldMkLst>
        <pc:picChg chg="add mod modCrop">
          <ac:chgData name="Iti Bhardwaj" userId="f62c1b4b46ba6917" providerId="LiveId" clId="{9C89FF23-1391-48D2-AB3B-42AA59CF455D}" dt="2024-03-20T10:25:58.587" v="708" actId="732"/>
          <ac:picMkLst>
            <pc:docMk/>
            <pc:sldMk cId="1457359148" sldId="293"/>
            <ac:picMk id="3" creationId="{278A1888-AC50-5174-C466-FE8F58EB6E8A}"/>
          </ac:picMkLst>
        </pc:picChg>
      </pc:sldChg>
      <pc:sldChg chg="addSp delSp modSp new mod">
        <pc:chgData name="Iti Bhardwaj" userId="f62c1b4b46ba6917" providerId="LiveId" clId="{9C89FF23-1391-48D2-AB3B-42AA59CF455D}" dt="2024-03-20T10:36:33.223" v="936" actId="478"/>
        <pc:sldMkLst>
          <pc:docMk/>
          <pc:sldMk cId="3011822882" sldId="294"/>
        </pc:sldMkLst>
        <pc:spChg chg="del">
          <ac:chgData name="Iti Bhardwaj" userId="f62c1b4b46ba6917" providerId="LiveId" clId="{9C89FF23-1391-48D2-AB3B-42AA59CF455D}" dt="2024-03-20T10:35:32.914" v="929" actId="478"/>
          <ac:spMkLst>
            <pc:docMk/>
            <pc:sldMk cId="3011822882" sldId="294"/>
            <ac:spMk id="2" creationId="{0BD3C6AE-4DC3-F6EE-19EF-4C5A4A06B67A}"/>
          </ac:spMkLst>
        </pc:spChg>
        <pc:picChg chg="add del mod">
          <ac:chgData name="Iti Bhardwaj" userId="f62c1b4b46ba6917" providerId="LiveId" clId="{9C89FF23-1391-48D2-AB3B-42AA59CF455D}" dt="2024-03-20T10:35:13.756" v="927" actId="478"/>
          <ac:picMkLst>
            <pc:docMk/>
            <pc:sldMk cId="3011822882" sldId="294"/>
            <ac:picMk id="4" creationId="{4EE5A2B9-32AA-A74D-3F0B-B2BE871DB8A8}"/>
          </ac:picMkLst>
        </pc:picChg>
        <pc:picChg chg="add mod">
          <ac:chgData name="Iti Bhardwaj" userId="f62c1b4b46ba6917" providerId="LiveId" clId="{9C89FF23-1391-48D2-AB3B-42AA59CF455D}" dt="2024-03-20T10:35:46.838" v="933" actId="14100"/>
          <ac:picMkLst>
            <pc:docMk/>
            <pc:sldMk cId="3011822882" sldId="294"/>
            <ac:picMk id="6" creationId="{803E6CCA-B683-43AD-4549-493F67D2D402}"/>
          </ac:picMkLst>
        </pc:picChg>
        <pc:picChg chg="add del mod">
          <ac:chgData name="Iti Bhardwaj" userId="f62c1b4b46ba6917" providerId="LiveId" clId="{9C89FF23-1391-48D2-AB3B-42AA59CF455D}" dt="2024-03-20T10:36:33.223" v="936" actId="478"/>
          <ac:picMkLst>
            <pc:docMk/>
            <pc:sldMk cId="3011822882" sldId="294"/>
            <ac:picMk id="8" creationId="{F029C3B6-F3BF-7840-8FD6-ACCEE5468A85}"/>
          </ac:picMkLst>
        </pc:picChg>
      </pc:sldChg>
      <pc:sldChg chg="addSp modSp new del mod">
        <pc:chgData name="Iti Bhardwaj" userId="f62c1b4b46ba6917" providerId="LiveId" clId="{9C89FF23-1391-48D2-AB3B-42AA59CF455D}" dt="2024-03-20T10:15:42.329" v="76" actId="47"/>
        <pc:sldMkLst>
          <pc:docMk/>
          <pc:sldMk cId="4185901640" sldId="294"/>
        </pc:sldMkLst>
        <pc:picChg chg="add mod modCrop">
          <ac:chgData name="Iti Bhardwaj" userId="f62c1b4b46ba6917" providerId="LiveId" clId="{9C89FF23-1391-48D2-AB3B-42AA59CF455D}" dt="2024-03-20T10:12:14.165" v="50" actId="732"/>
          <ac:picMkLst>
            <pc:docMk/>
            <pc:sldMk cId="4185901640" sldId="294"/>
            <ac:picMk id="3" creationId="{3185C3B4-CD44-3AF7-F866-21CD1C51942D}"/>
          </ac:picMkLst>
        </pc:picChg>
      </pc:sldChg>
      <pc:sldChg chg="addSp delSp modSp new mod">
        <pc:chgData name="Iti Bhardwaj" userId="f62c1b4b46ba6917" providerId="LiveId" clId="{9C89FF23-1391-48D2-AB3B-42AA59CF455D}" dt="2024-03-20T10:37:01.699" v="943" actId="14100"/>
        <pc:sldMkLst>
          <pc:docMk/>
          <pc:sldMk cId="2489813413" sldId="295"/>
        </pc:sldMkLst>
        <pc:spChg chg="del">
          <ac:chgData name="Iti Bhardwaj" userId="f62c1b4b46ba6917" providerId="LiveId" clId="{9C89FF23-1391-48D2-AB3B-42AA59CF455D}" dt="2024-03-20T10:36:50.471" v="939" actId="478"/>
          <ac:spMkLst>
            <pc:docMk/>
            <pc:sldMk cId="2489813413" sldId="295"/>
            <ac:spMk id="2" creationId="{5C35A5DA-5AFB-6A51-1892-49CD78C8B9C6}"/>
          </ac:spMkLst>
        </pc:spChg>
        <pc:picChg chg="add mod">
          <ac:chgData name="Iti Bhardwaj" userId="f62c1b4b46ba6917" providerId="LiveId" clId="{9C89FF23-1391-48D2-AB3B-42AA59CF455D}" dt="2024-03-20T10:37:01.699" v="943" actId="14100"/>
          <ac:picMkLst>
            <pc:docMk/>
            <pc:sldMk cId="2489813413" sldId="295"/>
            <ac:picMk id="4" creationId="{A58DE5E5-780A-70AE-0774-9DC4AB49EAAE}"/>
          </ac:picMkLst>
        </pc:picChg>
      </pc:sldChg>
      <pc:sldChg chg="addSp delSp modSp new mod">
        <pc:chgData name="Iti Bhardwaj" userId="f62c1b4b46ba6917" providerId="LiveId" clId="{9C89FF23-1391-48D2-AB3B-42AA59CF455D}" dt="2024-03-20T10:54:15.855" v="950" actId="14100"/>
        <pc:sldMkLst>
          <pc:docMk/>
          <pc:sldMk cId="441328023" sldId="296"/>
        </pc:sldMkLst>
        <pc:spChg chg="del">
          <ac:chgData name="Iti Bhardwaj" userId="f62c1b4b46ba6917" providerId="LiveId" clId="{9C89FF23-1391-48D2-AB3B-42AA59CF455D}" dt="2024-03-20T10:53:57.616" v="945" actId="478"/>
          <ac:spMkLst>
            <pc:docMk/>
            <pc:sldMk cId="441328023" sldId="296"/>
            <ac:spMk id="2" creationId="{507890B2-10DA-6FAA-474A-C713D6E5085A}"/>
          </ac:spMkLst>
        </pc:spChg>
        <pc:picChg chg="add mod">
          <ac:chgData name="Iti Bhardwaj" userId="f62c1b4b46ba6917" providerId="LiveId" clId="{9C89FF23-1391-48D2-AB3B-42AA59CF455D}" dt="2024-03-20T10:54:15.855" v="950" actId="14100"/>
          <ac:picMkLst>
            <pc:docMk/>
            <pc:sldMk cId="441328023" sldId="296"/>
            <ac:picMk id="4" creationId="{4D130DBA-D912-318E-BF19-696E33CE48BF}"/>
          </ac:picMkLst>
        </pc:picChg>
      </pc:sldChg>
      <pc:sldChg chg="addSp delSp modSp new mod">
        <pc:chgData name="Iti Bhardwaj" userId="f62c1b4b46ba6917" providerId="LiveId" clId="{9C89FF23-1391-48D2-AB3B-42AA59CF455D}" dt="2024-03-20T10:54:49.812" v="957" actId="14100"/>
        <pc:sldMkLst>
          <pc:docMk/>
          <pc:sldMk cId="3293601234" sldId="297"/>
        </pc:sldMkLst>
        <pc:spChg chg="del">
          <ac:chgData name="Iti Bhardwaj" userId="f62c1b4b46ba6917" providerId="LiveId" clId="{9C89FF23-1391-48D2-AB3B-42AA59CF455D}" dt="2024-03-20T10:54:26.509" v="952" actId="478"/>
          <ac:spMkLst>
            <pc:docMk/>
            <pc:sldMk cId="3293601234" sldId="297"/>
            <ac:spMk id="2" creationId="{3D8289A2-7660-1316-9CC1-14103B738925}"/>
          </ac:spMkLst>
        </pc:spChg>
        <pc:picChg chg="add mod">
          <ac:chgData name="Iti Bhardwaj" userId="f62c1b4b46ba6917" providerId="LiveId" clId="{9C89FF23-1391-48D2-AB3B-42AA59CF455D}" dt="2024-03-20T10:54:49.812" v="957" actId="14100"/>
          <ac:picMkLst>
            <pc:docMk/>
            <pc:sldMk cId="3293601234" sldId="297"/>
            <ac:picMk id="4" creationId="{7669ADE9-BF5F-D16B-2214-E39F454BA09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32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24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05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13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66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14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6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318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86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9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77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5984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6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88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68EA8-F3E3-4F8E-AED4-0528A4F03C22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E444F2E-A11D-42E2-A471-F82020D202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94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  <p:sldLayoutId id="2147484107" r:id="rId12"/>
    <p:sldLayoutId id="2147484108" r:id="rId13"/>
    <p:sldLayoutId id="2147484109" r:id="rId14"/>
    <p:sldLayoutId id="2147484110" r:id="rId15"/>
    <p:sldLayoutId id="21474841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66900"/>
            <a:ext cx="6172200" cy="3124200"/>
          </a:xfrm>
        </p:spPr>
        <p:txBody>
          <a:bodyPr anchor="ctr">
            <a:normAutofit/>
          </a:bodyPr>
          <a:lstStyle/>
          <a:p>
            <a:pPr algn="ctr"/>
            <a:r>
              <a:rPr lang="en-US" sz="6000" b="1" dirty="0">
                <a:solidFill>
                  <a:schemeClr val="accent2">
                    <a:lumMod val="50000"/>
                  </a:schemeClr>
                </a:solidFill>
                <a:latin typeface="Bernard MT Condensed" panose="02050806060905020404" pitchFamily="18" charset="0"/>
              </a:rPr>
              <a:t>DIRECT AND INDIRECT SPEECH</a:t>
            </a:r>
            <a:br>
              <a:rPr lang="en-US" sz="6000" b="1" dirty="0">
                <a:solidFill>
                  <a:schemeClr val="accent2">
                    <a:lumMod val="50000"/>
                  </a:schemeClr>
                </a:solidFill>
                <a:latin typeface="Bernard MT Condensed" panose="02050806060905020404" pitchFamily="18" charset="0"/>
              </a:rPr>
            </a:br>
            <a:r>
              <a:rPr lang="en-US" sz="6000" b="1" dirty="0">
                <a:solidFill>
                  <a:schemeClr val="accent2">
                    <a:lumMod val="50000"/>
                  </a:schemeClr>
                </a:solidFill>
                <a:latin typeface="Bernard MT Condensed" panose="02050806060905020404" pitchFamily="18" charset="0"/>
              </a:rPr>
              <a:t>PEL 125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AECA1D-8E60-F902-16B6-23BDAA15C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1502"/>
            <a:ext cx="9144000" cy="635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7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0B4C4-B7F0-33E8-734B-29554F3DB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06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139A90-0E5C-5619-E66A-02473875B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04800"/>
            <a:ext cx="86106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830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DBC38A-D57E-4D28-3CC9-25752704B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3400"/>
            <a:ext cx="91440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630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8BC0D7-E2A5-857B-B460-20A6B1270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066800"/>
            <a:ext cx="8153399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871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E8F8F7-3D10-B1A6-D028-766EF4D26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19200"/>
            <a:ext cx="83058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78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9876B1-A83A-AB6B-5E4F-708383EB2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38200"/>
            <a:ext cx="71628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72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983F70-2EFE-C732-99F3-A5776E846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033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8A1888-AC50-5174-C466-FE8F58EB6E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34" r="-76" b="4875"/>
          <a:stretch/>
        </p:blipFill>
        <p:spPr>
          <a:xfrm>
            <a:off x="304800" y="457200"/>
            <a:ext cx="8153400" cy="606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359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1CEF7C-4F90-F675-7762-FCF302A36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838200"/>
            <a:ext cx="77724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76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4CC4F7-AEE9-9727-A41D-6E23D257C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457200"/>
            <a:ext cx="73914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205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Some examples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SPEECH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 said, “My mother cooks well.”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She said, “I am reading a novel now.”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He said, “I killed an ant.”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We said, “They have done their job.”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INDIRECT SPEECH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I said </a:t>
            </a:r>
            <a:r>
              <a:rPr lang="en-US" b="1" dirty="0">
                <a:solidFill>
                  <a:srgbClr val="FF0000"/>
                </a:solidFill>
              </a:rPr>
              <a:t>that</a:t>
            </a:r>
            <a:r>
              <a:rPr lang="en-US" b="1" dirty="0">
                <a:solidFill>
                  <a:srgbClr val="00B050"/>
                </a:solidFill>
              </a:rPr>
              <a:t> my mother cooked well.</a:t>
            </a:r>
          </a:p>
          <a:p>
            <a:r>
              <a:rPr lang="en-US" b="1" dirty="0">
                <a:solidFill>
                  <a:srgbClr val="00B050"/>
                </a:solidFill>
              </a:rPr>
              <a:t>She said </a:t>
            </a:r>
            <a:r>
              <a:rPr lang="en-US" b="1" dirty="0">
                <a:solidFill>
                  <a:srgbClr val="FF0000"/>
                </a:solidFill>
              </a:rPr>
              <a:t>that</a:t>
            </a:r>
            <a:r>
              <a:rPr lang="en-US" b="1" dirty="0">
                <a:solidFill>
                  <a:srgbClr val="00B050"/>
                </a:solidFill>
              </a:rPr>
              <a:t> she was reading a novel then.</a:t>
            </a:r>
          </a:p>
          <a:p>
            <a:r>
              <a:rPr lang="en-US" b="1" dirty="0">
                <a:solidFill>
                  <a:srgbClr val="00B050"/>
                </a:solidFill>
              </a:rPr>
              <a:t>He said </a:t>
            </a:r>
            <a:r>
              <a:rPr lang="en-US" b="1" dirty="0">
                <a:solidFill>
                  <a:srgbClr val="FF0000"/>
                </a:solidFill>
              </a:rPr>
              <a:t>that</a:t>
            </a:r>
            <a:r>
              <a:rPr lang="en-US" b="1" dirty="0">
                <a:solidFill>
                  <a:srgbClr val="00B050"/>
                </a:solidFill>
              </a:rPr>
              <a:t> he had killed an ant.</a:t>
            </a:r>
          </a:p>
          <a:p>
            <a:r>
              <a:rPr lang="en-US" b="1" dirty="0">
                <a:solidFill>
                  <a:srgbClr val="00B050"/>
                </a:solidFill>
              </a:rPr>
              <a:t>We said </a:t>
            </a:r>
            <a:r>
              <a:rPr lang="en-US" b="1" dirty="0">
                <a:solidFill>
                  <a:srgbClr val="FF0000"/>
                </a:solidFill>
              </a:rPr>
              <a:t>that</a:t>
            </a:r>
            <a:r>
              <a:rPr lang="en-US" b="1" dirty="0">
                <a:solidFill>
                  <a:srgbClr val="00B050"/>
                </a:solidFill>
              </a:rPr>
              <a:t> they had done their job.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Direct Speech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She said, “ We were all laughing uncontrollably.”</a:t>
            </a:r>
          </a:p>
          <a:p>
            <a:r>
              <a:rPr lang="en-US" dirty="0"/>
              <a:t>He said, “I can do it.”</a:t>
            </a:r>
          </a:p>
          <a:p>
            <a:r>
              <a:rPr lang="en-US" dirty="0"/>
              <a:t>She said to me, “You may need help.”</a:t>
            </a:r>
          </a:p>
          <a:p>
            <a:r>
              <a:rPr lang="en-US" dirty="0"/>
              <a:t>He said, “She will do this task quickly.’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Indirect Speech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She said </a:t>
            </a:r>
            <a:r>
              <a:rPr lang="en-US" dirty="0">
                <a:solidFill>
                  <a:srgbClr val="FF0000"/>
                </a:solidFill>
              </a:rPr>
              <a:t>that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they had been all laughing uncontrollably.</a:t>
            </a:r>
          </a:p>
          <a:p>
            <a:r>
              <a:rPr lang="en-US" dirty="0">
                <a:solidFill>
                  <a:srgbClr val="0070C0"/>
                </a:solidFill>
              </a:rPr>
              <a:t>He said </a:t>
            </a:r>
            <a:r>
              <a:rPr lang="en-US" dirty="0">
                <a:solidFill>
                  <a:srgbClr val="FF0000"/>
                </a:solidFill>
              </a:rPr>
              <a:t>that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he could do it.</a:t>
            </a:r>
          </a:p>
          <a:p>
            <a:r>
              <a:rPr lang="en-US" dirty="0">
                <a:solidFill>
                  <a:srgbClr val="0070C0"/>
                </a:solidFill>
              </a:rPr>
              <a:t>She told me </a:t>
            </a:r>
            <a:r>
              <a:rPr lang="en-US" dirty="0">
                <a:solidFill>
                  <a:srgbClr val="FF0000"/>
                </a:solidFill>
              </a:rPr>
              <a:t>that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I might need help.</a:t>
            </a:r>
          </a:p>
          <a:p>
            <a:r>
              <a:rPr lang="en-US" dirty="0">
                <a:solidFill>
                  <a:srgbClr val="0070C0"/>
                </a:solidFill>
              </a:rPr>
              <a:t>He said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that </a:t>
            </a:r>
            <a:r>
              <a:rPr lang="en-US" dirty="0">
                <a:solidFill>
                  <a:srgbClr val="0070C0"/>
                </a:solidFill>
              </a:rPr>
              <a:t>she would do that task quickly.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Direct speech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</a:t>
            </a:r>
            <a:r>
              <a:rPr lang="en-US" dirty="0"/>
              <a:t> said to me, “ I have often told you not to play with fire.”</a:t>
            </a:r>
          </a:p>
          <a:p>
            <a:r>
              <a:rPr lang="en-US" dirty="0"/>
              <a:t>“You have all done very badly!” remarked the teacher.</a:t>
            </a:r>
          </a:p>
          <a:p>
            <a:r>
              <a:rPr lang="en-US" dirty="0"/>
              <a:t>The teacher promised, “ If you will come before school tomorrow, I will explain it.”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Indirect Speech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He reminded  me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that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he had often told me not to play with fire.</a:t>
            </a:r>
          </a:p>
          <a:p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teacher remarked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that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they had all done very badly.</a:t>
            </a:r>
          </a:p>
          <a:p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teacher promised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that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he would explain it they would come before school the next day.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Continued…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Direct Speech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Prince said, “It gives me great pleasure to be here this evening.”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 said, “I shall go as soon as it is possible.”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 said, “ I do not wish to see any of you; go away.”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Indirect Speech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prince said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that 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it gave him great pleasure to be there that evening.</a:t>
            </a:r>
          </a:p>
          <a:p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He said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that 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he would go as soon as it was possible.</a:t>
            </a:r>
          </a:p>
          <a:p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He said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that</a:t>
            </a:r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he did not wish to see any of them and ordered them to go away.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Questions or interrogative 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Interrogative sentences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are of two types as indicated below: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yes /No Questions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(Those questions that can be answered in </a:t>
            </a:r>
            <a:r>
              <a:rPr lang="en-US" sz="18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yes or no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are known as yes/no questions.)</a:t>
            </a:r>
          </a:p>
          <a:p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</a:t>
            </a:r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Questions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(Those questions which begin with </a:t>
            </a:r>
            <a:r>
              <a:rPr lang="en-US" sz="180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Wh</a:t>
            </a:r>
            <a:r>
              <a:rPr lang="en-US" sz="18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words such as; Who, what, when, where, etc, and how are also treated as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wh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questions)</a:t>
            </a:r>
            <a:endParaRPr lang="en-US" sz="1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353" y="1219200"/>
            <a:ext cx="8065294" cy="5226179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Yes/No questions needed if or whether words act as a conjunction to join reporting speech and reported speech. Whereas  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Wh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questions need nothing as they act as a conjunction in Indirect Speech. For example: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He said to me, “Are you a student?”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-He asked me if (or Whether)I was a student. Here if or whether acts as a conjunction and not as a question word.</a:t>
            </a:r>
          </a:p>
          <a:p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He said to me, “What are you doing?” can be changed to the Indirect speech as; He asked me what I was doing. </a:t>
            </a:r>
          </a:p>
          <a:p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Note that wh-word what itself functions as a conjunction here, no extra word has been inserted to join the two sentences.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Exercises  on Interrogative sentences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Direct Speech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“Where do you live?”asked the stranger.</a:t>
            </a:r>
          </a:p>
          <a:p>
            <a:r>
              <a:rPr lang="en-US" b="1" dirty="0"/>
              <a:t>He said,  “Will you listen to such a man?”</a:t>
            </a:r>
          </a:p>
          <a:p>
            <a:r>
              <a:rPr lang="en-US" b="1" dirty="0"/>
              <a:t>“What do you want?” he said to her.</a:t>
            </a:r>
          </a:p>
          <a:p>
            <a:r>
              <a:rPr lang="en-US" b="1" dirty="0"/>
              <a:t>He said, “ How’s your father?”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Indirect Speech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The stranger asked </a:t>
            </a:r>
            <a:r>
              <a:rPr lang="en-US" b="1" dirty="0">
                <a:solidFill>
                  <a:srgbClr val="FF0000"/>
                </a:solidFill>
              </a:rPr>
              <a:t>where</a:t>
            </a:r>
            <a:r>
              <a:rPr lang="en-US" b="1" dirty="0">
                <a:solidFill>
                  <a:srgbClr val="00B050"/>
                </a:solidFill>
              </a:rPr>
              <a:t> I lived.</a:t>
            </a:r>
          </a:p>
          <a:p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He asked them </a:t>
            </a:r>
            <a:r>
              <a:rPr lang="en-US" b="1" dirty="0">
                <a:solidFill>
                  <a:srgbClr val="FF0000"/>
                </a:solidFill>
              </a:rPr>
              <a:t>if </a:t>
            </a:r>
            <a:r>
              <a:rPr lang="en-US" b="1" dirty="0">
                <a:solidFill>
                  <a:srgbClr val="00B050"/>
                </a:solidFill>
              </a:rPr>
              <a:t>they would listen to such a man.</a:t>
            </a:r>
          </a:p>
          <a:p>
            <a:r>
              <a:rPr lang="en-US" b="1" dirty="0">
                <a:solidFill>
                  <a:srgbClr val="00B050"/>
                </a:solidFill>
              </a:rPr>
              <a:t>He asked her </a:t>
            </a:r>
            <a:r>
              <a:rPr lang="en-US" b="1" dirty="0">
                <a:solidFill>
                  <a:srgbClr val="FF0000"/>
                </a:solidFill>
              </a:rPr>
              <a:t>what </a:t>
            </a:r>
            <a:r>
              <a:rPr lang="en-US" b="1" dirty="0">
                <a:solidFill>
                  <a:srgbClr val="00B050"/>
                </a:solidFill>
              </a:rPr>
              <a:t>she wanted.</a:t>
            </a:r>
          </a:p>
          <a:p>
            <a:r>
              <a:rPr lang="en-US" b="1" dirty="0">
                <a:solidFill>
                  <a:srgbClr val="00B050"/>
                </a:solidFill>
              </a:rPr>
              <a:t>He asked </a:t>
            </a:r>
            <a:r>
              <a:rPr lang="en-US" b="1" dirty="0">
                <a:solidFill>
                  <a:srgbClr val="FF0000"/>
                </a:solidFill>
              </a:rPr>
              <a:t>how</a:t>
            </a:r>
            <a:r>
              <a:rPr lang="en-US" b="1" dirty="0">
                <a:solidFill>
                  <a:srgbClr val="00B050"/>
                </a:solidFill>
              </a:rPr>
              <a:t> her/his father was.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Continued…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Direct Speech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“Are you coming home with me?” he asked.</a:t>
            </a:r>
          </a:p>
          <a:p>
            <a:r>
              <a:rPr lang="en-US" dirty="0"/>
              <a:t>“which way did she go?” asked the young man.</a:t>
            </a:r>
          </a:p>
          <a:p>
            <a:r>
              <a:rPr lang="en-US" dirty="0"/>
              <a:t>“Have you anything to say on behalf of the prisoner?” said the judge finally.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Indirect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He asked </a:t>
            </a:r>
            <a:r>
              <a:rPr lang="en-US" dirty="0">
                <a:solidFill>
                  <a:srgbClr val="FF0000"/>
                </a:solidFill>
              </a:rPr>
              <a:t>if </a:t>
            </a:r>
            <a:r>
              <a:rPr lang="en-US" dirty="0">
                <a:solidFill>
                  <a:srgbClr val="00B050"/>
                </a:solidFill>
              </a:rPr>
              <a:t>she/he was going home with him</a:t>
            </a:r>
          </a:p>
          <a:p>
            <a:r>
              <a:rPr lang="en-US" dirty="0">
                <a:solidFill>
                  <a:srgbClr val="00B050"/>
                </a:solidFill>
              </a:rPr>
              <a:t>The young man asked </a:t>
            </a:r>
            <a:r>
              <a:rPr lang="en-US" dirty="0">
                <a:solidFill>
                  <a:srgbClr val="FF0000"/>
                </a:solidFill>
              </a:rPr>
              <a:t>which</a:t>
            </a:r>
            <a:r>
              <a:rPr lang="en-US" dirty="0">
                <a:solidFill>
                  <a:srgbClr val="00B050"/>
                </a:solidFill>
              </a:rPr>
              <a:t> way she had gone.</a:t>
            </a:r>
          </a:p>
          <a:p>
            <a:r>
              <a:rPr lang="en-US" dirty="0">
                <a:solidFill>
                  <a:srgbClr val="00B050"/>
                </a:solidFill>
              </a:rPr>
              <a:t>The judge finally asked </a:t>
            </a:r>
            <a:r>
              <a:rPr lang="en-US" dirty="0">
                <a:solidFill>
                  <a:srgbClr val="FF0000"/>
                </a:solidFill>
              </a:rPr>
              <a:t>if </a:t>
            </a:r>
            <a:r>
              <a:rPr lang="en-US" dirty="0">
                <a:solidFill>
                  <a:srgbClr val="00B050"/>
                </a:solidFill>
              </a:rPr>
              <a:t>he/she had anything to say on behalf of the prisoner.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DFF85-1598-EF73-30FF-14ACE29F6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447800"/>
            <a:ext cx="7290054" cy="3834384"/>
          </a:xfrm>
        </p:spPr>
        <p:txBody>
          <a:bodyPr>
            <a:normAutofit/>
          </a:bodyPr>
          <a:lstStyle/>
          <a:p>
            <a:r>
              <a:rPr lang="en-US" sz="8800" dirty="0"/>
              <a:t>LETS PRACTICE!!!</a:t>
            </a:r>
          </a:p>
        </p:txBody>
      </p:sp>
    </p:spTree>
    <p:extLst>
      <p:ext uri="{BB962C8B-B14F-4D97-AF65-F5344CB8AC3E}">
        <p14:creationId xmlns:p14="http://schemas.microsoft.com/office/powerpoint/2010/main" val="4262084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F565B4B-514F-C872-B664-6B4438BA5F25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50" b="10973"/>
          <a:stretch/>
        </p:blipFill>
        <p:spPr>
          <a:xfrm>
            <a:off x="0" y="381000"/>
            <a:ext cx="8991600" cy="6248400"/>
          </a:xfrm>
        </p:spPr>
      </p:pic>
    </p:spTree>
    <p:extLst>
      <p:ext uri="{BB962C8B-B14F-4D97-AF65-F5344CB8AC3E}">
        <p14:creationId xmlns:p14="http://schemas.microsoft.com/office/powerpoint/2010/main" val="3671300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3E6CCA-B683-43AD-4549-493F67D2D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57200"/>
            <a:ext cx="80010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8228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8DE5E5-780A-70AE-0774-9DC4AB49E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838200"/>
            <a:ext cx="80772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13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130DBA-D912-318E-BF19-696E33CE4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04800"/>
            <a:ext cx="8153399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28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69ADE9-BF5F-D16B-2214-E39F454BA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85800"/>
            <a:ext cx="82296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601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F4A15-1CF0-7E35-EE72-B2081565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657600"/>
            <a:ext cx="6589200" cy="1280890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30613692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361</TotalTime>
  <Words>741</Words>
  <Application>Microsoft Office PowerPoint</Application>
  <PresentationFormat>On-screen Show (4:3)</PresentationFormat>
  <Paragraphs>74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Bernard MT Condensed</vt:lpstr>
      <vt:lpstr>Century Gothic</vt:lpstr>
      <vt:lpstr>Times New Roman</vt:lpstr>
      <vt:lpstr>Wingdings 3</vt:lpstr>
      <vt:lpstr>Wisp</vt:lpstr>
      <vt:lpstr>DIRECT AND INDIRECT SPEECH PEL 125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examples </vt:lpstr>
      <vt:lpstr>PowerPoint Presentation</vt:lpstr>
      <vt:lpstr>PowerPoint Presentation</vt:lpstr>
      <vt:lpstr>Continued…</vt:lpstr>
      <vt:lpstr>Questions or interrogative sentences</vt:lpstr>
      <vt:lpstr>PowerPoint Presentation</vt:lpstr>
      <vt:lpstr>Exercises  on Interrogative sentences</vt:lpstr>
      <vt:lpstr>Continued…</vt:lpstr>
      <vt:lpstr>LETS PRACTICE!!!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B.A./B.Sc/B.Ccom. I Year (Pass and Hons)</dc:title>
  <dc:creator>Y SINGH</dc:creator>
  <cp:lastModifiedBy>Iti Bhardwaj</cp:lastModifiedBy>
  <cp:revision>29</cp:revision>
  <dcterms:created xsi:type="dcterms:W3CDTF">2011-11-10T10:04:26Z</dcterms:created>
  <dcterms:modified xsi:type="dcterms:W3CDTF">2024-03-20T10:57:07Z</dcterms:modified>
</cp:coreProperties>
</file>