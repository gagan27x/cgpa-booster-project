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8" name="Shape 16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1524000" y="3429000"/>
            <a:ext cx="10363200" cy="1066800"/>
          </a:xfrm>
          <a:prstGeom prst="rect">
            <a:avLst/>
          </a:prstGeom>
          <a:solidFill>
            <a:srgbClr val="FFFFFF"/>
          </a:solidFill>
          <a:ln w="19050" cap="sq">
            <a:solidFill>
              <a:srgbClr val="000000"/>
            </a:solidFill>
            <a:bevel/>
          </a:ln>
        </p:spPr>
        <p:txBody>
          <a:bodyPr/>
          <a:lstStyle>
            <a:lvl1pPr algn="r"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28023" y="6540821"/>
            <a:ext cx="263978" cy="26923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University Institute of Engineering (UIE)"/>
          <p:cNvSpPr txBox="1"/>
          <p:nvPr/>
        </p:nvSpPr>
        <p:spPr>
          <a:xfrm>
            <a:off x="0" y="6457950"/>
            <a:ext cx="12192000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/>
            </a:lvl1pPr>
          </a:lstStyle>
          <a:p>
            <a:r>
              <a:t>University Institute of Engineering (UIE)</a:t>
            </a:r>
          </a:p>
        </p:txBody>
      </p:sp>
      <p:sp>
        <p:nvSpPr>
          <p:cNvPr id="33" name="Line"/>
          <p:cNvSpPr/>
          <p:nvPr/>
        </p:nvSpPr>
        <p:spPr>
          <a:xfrm>
            <a:off x="-2" y="6400800"/>
            <a:ext cx="12192005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34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Department of Computer and Communication Engineering (CCE)"/>
          <p:cNvSpPr/>
          <p:nvPr/>
        </p:nvSpPr>
        <p:spPr>
          <a:xfrm>
            <a:off x="3496266" y="87312"/>
            <a:ext cx="6724731" cy="408937"/>
          </a:xfrm>
          <a:prstGeom prst="rect">
            <a:avLst/>
          </a:prstGeom>
          <a:ln w="50800">
            <a:solidFill>
              <a:srgbClr val="C00000"/>
            </a:solidFill>
            <a:miter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/>
          </a:lstStyle>
          <a:p>
            <a:r>
              <a:t>Department of Computer and Communication Engineering (CCE)</a:t>
            </a:r>
          </a:p>
        </p:txBody>
      </p:sp>
      <p:sp>
        <p:nvSpPr>
          <p:cNvPr id="36" name="Body Level One…"/>
          <p:cNvSpPr txBox="1">
            <a:spLocks noGrp="1"/>
          </p:cNvSpPr>
          <p:nvPr>
            <p:ph type="body" idx="1"/>
          </p:nvPr>
        </p:nvSpPr>
        <p:spPr>
          <a:xfrm>
            <a:off x="1016000" y="1447800"/>
            <a:ext cx="10972800" cy="4800600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 marL="771525" indent="-314325">
              <a:defRPr sz="2200"/>
            </a:lvl2pPr>
            <a:lvl3pPr marL="1193800" indent="-279400">
              <a:defRPr sz="2200"/>
            </a:lvl3pPr>
            <a:lvl4pPr marL="1651000" indent="-279400">
              <a:defRPr sz="2200"/>
            </a:lvl4pPr>
            <a:lvl5pPr marL="2108200" indent="-279400">
              <a:defRPr sz="2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Rectangle"/>
          <p:cNvSpPr>
            <a:spLocks noGrp="1"/>
          </p:cNvSpPr>
          <p:nvPr>
            <p:ph type="body" sz="quarter" idx="21"/>
          </p:nvPr>
        </p:nvSpPr>
        <p:spPr>
          <a:xfrm>
            <a:off x="1422400" y="609600"/>
            <a:ext cx="10566400" cy="685800"/>
          </a:xfrm>
          <a:prstGeom prst="rect">
            <a:avLst/>
          </a:prstGeom>
          <a:solidFill>
            <a:srgbClr val="FFFFFF"/>
          </a:solidFill>
        </p:spPr>
        <p:txBody>
          <a:bodyPr anchor="ctr"/>
          <a:lstStyle/>
          <a:p>
            <a:endParaRPr/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Image"/>
          <p:cNvSpPr>
            <a:spLocks noGrp="1"/>
          </p:cNvSpPr>
          <p:nvPr>
            <p:ph type="pic" idx="21"/>
          </p:nvPr>
        </p:nvSpPr>
        <p:spPr>
          <a:xfrm>
            <a:off x="3860800" y="1371600"/>
            <a:ext cx="8026400" cy="4724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04800" y="1371600"/>
            <a:ext cx="3454400" cy="4724400"/>
          </a:xfrm>
          <a:prstGeom prst="rect">
            <a:avLst/>
          </a:prstGeom>
        </p:spPr>
        <p:txBody>
          <a:bodyPr/>
          <a:lstStyle>
            <a:lvl1pPr marL="137160" indent="-137160">
              <a:spcBef>
                <a:spcPts val="400"/>
              </a:spcBef>
              <a:defRPr sz="2000"/>
            </a:lvl1pPr>
            <a:lvl2pPr marL="340358" indent="-203198">
              <a:spcBef>
                <a:spcPts val="400"/>
              </a:spcBef>
              <a:buChar char="▪"/>
              <a:defRPr sz="2000"/>
            </a:lvl2pPr>
            <a:lvl3pPr marL="523238" indent="-203198">
              <a:spcBef>
                <a:spcPts val="400"/>
              </a:spcBef>
              <a:defRPr sz="2000"/>
            </a:lvl3pPr>
            <a:lvl4pPr marL="1600199" indent="-228599">
              <a:spcBef>
                <a:spcPts val="400"/>
              </a:spcBef>
              <a:defRPr sz="2000"/>
            </a:lvl4pPr>
            <a:lvl5pPr marL="2057399" indent="-228599">
              <a:spcBef>
                <a:spcPts val="400"/>
              </a:spcBef>
              <a:defRPr sz="2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28023" y="6540821"/>
            <a:ext cx="263978" cy="26923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University Institute of Engineering (UIE)"/>
          <p:cNvSpPr txBox="1"/>
          <p:nvPr/>
        </p:nvSpPr>
        <p:spPr>
          <a:xfrm>
            <a:off x="0" y="6457950"/>
            <a:ext cx="12192000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/>
            </a:lvl1pPr>
          </a:lstStyle>
          <a:p>
            <a:r>
              <a:t>University Institute of Engineering (UIE)</a:t>
            </a:r>
          </a:p>
        </p:txBody>
      </p:sp>
      <p:sp>
        <p:nvSpPr>
          <p:cNvPr id="55" name="Line"/>
          <p:cNvSpPr/>
          <p:nvPr/>
        </p:nvSpPr>
        <p:spPr>
          <a:xfrm>
            <a:off x="-2" y="6400800"/>
            <a:ext cx="12192005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56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Department of Computer and Communicationq Engineering (CCE)"/>
          <p:cNvSpPr/>
          <p:nvPr/>
        </p:nvSpPr>
        <p:spPr>
          <a:xfrm>
            <a:off x="4013198" y="-2"/>
            <a:ext cx="6696044" cy="345437"/>
          </a:xfrm>
          <a:prstGeom prst="rect">
            <a:avLst/>
          </a:prstGeom>
          <a:solidFill>
            <a:srgbClr val="63252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700" b="1">
                <a:solidFill>
                  <a:srgbClr val="FFFFFF"/>
                </a:solidFill>
              </a:defRPr>
            </a:lvl1pPr>
          </a:lstStyle>
          <a:p>
            <a:r>
              <a:t>Department of Computer and Communicationq Engineering (CCE)</a:t>
            </a:r>
          </a:p>
        </p:txBody>
      </p:sp>
      <p:sp>
        <p:nvSpPr>
          <p:cNvPr id="58" name="Body Level One…"/>
          <p:cNvSpPr txBox="1">
            <a:spLocks noGrp="1"/>
          </p:cNvSpPr>
          <p:nvPr>
            <p:ph type="body" idx="1"/>
          </p:nvPr>
        </p:nvSpPr>
        <p:spPr>
          <a:xfrm>
            <a:off x="812800" y="1524000"/>
            <a:ext cx="11074400" cy="48768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Rectangle"/>
          <p:cNvSpPr>
            <a:spLocks noGrp="1"/>
          </p:cNvSpPr>
          <p:nvPr>
            <p:ph type="body" sz="quarter" idx="21"/>
          </p:nvPr>
        </p:nvSpPr>
        <p:spPr>
          <a:xfrm>
            <a:off x="1422400" y="533400"/>
            <a:ext cx="10464800" cy="685800"/>
          </a:xfrm>
          <a:prstGeom prst="rect">
            <a:avLst/>
          </a:prstGeom>
          <a:solidFill>
            <a:srgbClr val="FFFFFF"/>
          </a:solidFill>
        </p:spPr>
        <p:txBody>
          <a:bodyPr anchor="ctr"/>
          <a:lstStyle/>
          <a:p>
            <a:endParaRPr/>
          </a:p>
        </p:txBody>
      </p:sp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chool of Computer Science &amp; Engineering (SCSE)"/>
          <p:cNvSpPr txBox="1"/>
          <p:nvPr/>
        </p:nvSpPr>
        <p:spPr>
          <a:xfrm>
            <a:off x="0" y="6457950"/>
            <a:ext cx="12192000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/>
            </a:lvl1pPr>
          </a:lstStyle>
          <a:p>
            <a:r>
              <a:t>School of Computer Science &amp; Engineering (SCSE)</a:t>
            </a:r>
          </a:p>
        </p:txBody>
      </p:sp>
      <p:sp>
        <p:nvSpPr>
          <p:cNvPr id="68" name="Line"/>
          <p:cNvSpPr/>
          <p:nvPr/>
        </p:nvSpPr>
        <p:spPr>
          <a:xfrm>
            <a:off x="-2" y="6400800"/>
            <a:ext cx="12192005" cy="0"/>
          </a:xfrm>
          <a:prstGeom prst="line">
            <a:avLst/>
          </a:prstGeom>
          <a:ln w="88900">
            <a:solidFill>
              <a:srgbClr val="FF88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69" name="lpu logo.png" descr="lpu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93700" y="100835"/>
            <a:ext cx="2236729" cy="1118365"/>
          </a:xfrm>
          <a:prstGeom prst="rect">
            <a:avLst/>
          </a:prstGeom>
          <a:ln w="12700">
            <a:miter lim="400000"/>
          </a:ln>
        </p:spPr>
      </p:pic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28023" y="6540821"/>
            <a:ext cx="263978" cy="26923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University Institute of Engineering (UIE)"/>
          <p:cNvSpPr txBox="1"/>
          <p:nvPr/>
        </p:nvSpPr>
        <p:spPr>
          <a:xfrm>
            <a:off x="0" y="6457950"/>
            <a:ext cx="12192000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/>
            </a:lvl1pPr>
          </a:lstStyle>
          <a:p>
            <a:r>
              <a:t>University Institute of Engineering (UIE)</a:t>
            </a:r>
          </a:p>
        </p:txBody>
      </p:sp>
      <p:sp>
        <p:nvSpPr>
          <p:cNvPr id="78" name="Line"/>
          <p:cNvSpPr/>
          <p:nvPr/>
        </p:nvSpPr>
        <p:spPr>
          <a:xfrm>
            <a:off x="-2" y="6400800"/>
            <a:ext cx="12192005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79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Title Text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/>
            </a:lvl1pPr>
          </a:lstStyle>
          <a:p>
            <a:r>
              <a:t>Title Text</a:t>
            </a:r>
          </a:p>
        </p:txBody>
      </p:sp>
      <p:sp>
        <p:nvSpPr>
          <p:cNvPr id="81" name="Body Level One…"/>
          <p:cNvSpPr txBox="1">
            <a:spLocks noGrp="1"/>
          </p:cNvSpPr>
          <p:nvPr>
            <p:ph type="body" idx="1"/>
          </p:nvPr>
        </p:nvSpPr>
        <p:spPr>
          <a:xfrm>
            <a:off x="4766733" y="273050"/>
            <a:ext cx="6815667" cy="5853115"/>
          </a:xfrm>
          <a:prstGeom prst="rect">
            <a:avLst/>
          </a:prstGeom>
        </p:spPr>
        <p:txBody>
          <a:bodyPr/>
          <a:lstStyle>
            <a:lvl1pPr>
              <a:spcBef>
                <a:spcPts val="700"/>
              </a:spcBef>
              <a:defRPr sz="3200"/>
            </a:lvl1pPr>
            <a:lvl2pPr marL="783771" indent="-326571">
              <a:spcBef>
                <a:spcPts val="700"/>
              </a:spcBef>
              <a:defRPr sz="3200"/>
            </a:lvl2pPr>
            <a:lvl3pPr marL="1219200" indent="-304800">
              <a:spcBef>
                <a:spcPts val="700"/>
              </a:spcBef>
              <a:defRPr sz="3200"/>
            </a:lvl3pPr>
            <a:lvl4pPr marL="1737360" indent="-365760">
              <a:spcBef>
                <a:spcPts val="700"/>
              </a:spcBef>
              <a:defRPr sz="3200"/>
            </a:lvl4pPr>
            <a:lvl5pPr marL="2194560" indent="-365760">
              <a:spcBef>
                <a:spcPts val="700"/>
              </a:spcBef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2" name="Rectangle"/>
          <p:cNvSpPr>
            <a:spLocks noGrp="1"/>
          </p:cNvSpPr>
          <p:nvPr>
            <p:ph type="body" sz="half" idx="21"/>
          </p:nvPr>
        </p:nvSpPr>
        <p:spPr>
          <a:xfrm>
            <a:off x="609599" y="1435101"/>
            <a:ext cx="4011088" cy="46910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28023" y="6540821"/>
            <a:ext cx="263978" cy="26923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Text"/>
          <p:cNvSpPr txBox="1">
            <a:spLocks noGrp="1"/>
          </p:cNvSpPr>
          <p:nvPr>
            <p:ph type="title"/>
          </p:nvPr>
        </p:nvSpPr>
        <p:spPr>
          <a:xfrm>
            <a:off x="2389714" y="4800600"/>
            <a:ext cx="7315204" cy="566738"/>
          </a:xfrm>
          <a:prstGeom prst="rect">
            <a:avLst/>
          </a:prstGeom>
        </p:spPr>
        <p:txBody>
          <a:bodyPr anchor="b"/>
          <a:lstStyle>
            <a:lvl1pPr algn="l">
              <a:defRPr sz="2000"/>
            </a:lvl1pPr>
          </a:lstStyle>
          <a:p>
            <a:r>
              <a:t>Title Text</a:t>
            </a:r>
          </a:p>
        </p:txBody>
      </p:sp>
      <p:sp>
        <p:nvSpPr>
          <p:cNvPr id="91" name="Image"/>
          <p:cNvSpPr>
            <a:spLocks noGrp="1"/>
          </p:cNvSpPr>
          <p:nvPr>
            <p:ph type="pic" sz="half" idx="21"/>
          </p:nvPr>
        </p:nvSpPr>
        <p:spPr>
          <a:xfrm>
            <a:off x="2389714" y="612775"/>
            <a:ext cx="73152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389714" y="5367337"/>
            <a:ext cx="7315204" cy="80486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623887" indent="-166687">
              <a:spcBef>
                <a:spcPts val="300"/>
              </a:spcBef>
              <a:buFontTx/>
              <a:defRPr sz="1400"/>
            </a:lvl2pPr>
            <a:lvl3pPr marL="1047750" indent="-133350">
              <a:spcBef>
                <a:spcPts val="300"/>
              </a:spcBef>
              <a:buFontTx/>
              <a:defRPr sz="1400"/>
            </a:lvl3pPr>
            <a:lvl4pPr marL="1531619" indent="-160019">
              <a:spcBef>
                <a:spcPts val="300"/>
              </a:spcBef>
              <a:buFontTx/>
              <a:defRPr sz="1400"/>
            </a:lvl4pPr>
            <a:lvl5pPr marL="1988818" indent="-160018">
              <a:spcBef>
                <a:spcPts val="300"/>
              </a:spcBef>
              <a:buFontTx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28023" y="6540821"/>
            <a:ext cx="263978" cy="26923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University Institute of Engineering (UIE)"/>
          <p:cNvSpPr txBox="1"/>
          <p:nvPr/>
        </p:nvSpPr>
        <p:spPr>
          <a:xfrm>
            <a:off x="0" y="6457950"/>
            <a:ext cx="12192000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/>
            </a:lvl1pPr>
          </a:lstStyle>
          <a:p>
            <a:r>
              <a:t>University Institute of Engineering (UIE)</a:t>
            </a:r>
          </a:p>
        </p:txBody>
      </p:sp>
      <p:sp>
        <p:nvSpPr>
          <p:cNvPr id="101" name="Line"/>
          <p:cNvSpPr/>
          <p:nvPr/>
        </p:nvSpPr>
        <p:spPr>
          <a:xfrm>
            <a:off x="-2" y="6400800"/>
            <a:ext cx="12192005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02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Title Text"/>
          <p:cNvSpPr txBox="1">
            <a:spLocks noGrp="1"/>
          </p:cNvSpPr>
          <p:nvPr>
            <p:ph type="title"/>
          </p:nvPr>
        </p:nvSpPr>
        <p:spPr>
          <a:xfrm>
            <a:off x="406400" y="1371600"/>
            <a:ext cx="10972800" cy="685800"/>
          </a:xfrm>
          <a:prstGeom prst="rect">
            <a:avLst/>
          </a:prstGeom>
        </p:spPr>
        <p:txBody>
          <a:bodyPr anchor="t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04" name="Body Level One…"/>
          <p:cNvSpPr txBox="1">
            <a:spLocks noGrp="1"/>
          </p:cNvSpPr>
          <p:nvPr>
            <p:ph type="body" idx="1"/>
          </p:nvPr>
        </p:nvSpPr>
        <p:spPr>
          <a:xfrm>
            <a:off x="406400" y="2209800"/>
            <a:ext cx="10972800" cy="4267200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181100" indent="-266700">
              <a:spcBef>
                <a:spcPts val="600"/>
              </a:spcBef>
              <a:defRPr sz="2800"/>
            </a:lvl3pPr>
            <a:lvl4pPr marL="1691638" indent="-320038">
              <a:spcBef>
                <a:spcPts val="600"/>
              </a:spcBef>
              <a:defRPr sz="2800"/>
            </a:lvl4pPr>
            <a:lvl5pPr marL="2148838" indent="-320038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28023" y="6540821"/>
            <a:ext cx="263978" cy="26923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Text"/>
          <p:cNvSpPr txBox="1">
            <a:spLocks noGrp="1"/>
          </p:cNvSpPr>
          <p:nvPr>
            <p:ph type="title"/>
          </p:nvPr>
        </p:nvSpPr>
        <p:spPr>
          <a:xfrm>
            <a:off x="8839200" y="274639"/>
            <a:ext cx="2743200" cy="5851527"/>
          </a:xfrm>
          <a:prstGeom prst="rect">
            <a:avLst/>
          </a:prstGeom>
        </p:spPr>
        <p:txBody>
          <a:bodyPr anchor="t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1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274639"/>
            <a:ext cx="8026400" cy="5851527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181100" indent="-266700">
              <a:spcBef>
                <a:spcPts val="600"/>
              </a:spcBef>
              <a:defRPr sz="2800"/>
            </a:lvl3pPr>
            <a:lvl4pPr marL="1691638" indent="-320038">
              <a:spcBef>
                <a:spcPts val="600"/>
              </a:spcBef>
              <a:defRPr sz="2800"/>
            </a:lvl4pPr>
            <a:lvl5pPr marL="2148838" indent="-320038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28023" y="6540821"/>
            <a:ext cx="263978" cy="26923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University Institute of Engineering (UIE)"/>
          <p:cNvSpPr txBox="1"/>
          <p:nvPr/>
        </p:nvSpPr>
        <p:spPr>
          <a:xfrm>
            <a:off x="0" y="6457950"/>
            <a:ext cx="12192000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/>
            </a:lvl1pPr>
          </a:lstStyle>
          <a:p>
            <a:r>
              <a:t>University Institute of Engineering (UIE)</a:t>
            </a:r>
          </a:p>
        </p:txBody>
      </p:sp>
      <p:sp>
        <p:nvSpPr>
          <p:cNvPr id="122" name="Line"/>
          <p:cNvSpPr/>
          <p:nvPr/>
        </p:nvSpPr>
        <p:spPr>
          <a:xfrm>
            <a:off x="-2" y="6400800"/>
            <a:ext cx="12192005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23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Title Text"/>
          <p:cNvSpPr txBox="1">
            <a:spLocks noGrp="1"/>
          </p:cNvSpPr>
          <p:nvPr>
            <p:ph type="title"/>
          </p:nvPr>
        </p:nvSpPr>
        <p:spPr>
          <a:xfrm>
            <a:off x="541867" y="88900"/>
            <a:ext cx="10358967" cy="1139826"/>
          </a:xfrm>
          <a:prstGeom prst="rect">
            <a:avLst/>
          </a:prstGeom>
        </p:spPr>
        <p:txBody>
          <a:bodyPr anchor="t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University Institute of Engineering (UIE)"/>
          <p:cNvSpPr txBox="1"/>
          <p:nvPr/>
        </p:nvSpPr>
        <p:spPr>
          <a:xfrm>
            <a:off x="0" y="6457950"/>
            <a:ext cx="12192000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/>
            </a:lvl1pPr>
          </a:lstStyle>
          <a:p>
            <a:r>
              <a:t>University Institute of Engineering (UIE)</a:t>
            </a:r>
          </a:p>
        </p:txBody>
      </p:sp>
      <p:sp>
        <p:nvSpPr>
          <p:cNvPr id="133" name="Line"/>
          <p:cNvSpPr/>
          <p:nvPr/>
        </p:nvSpPr>
        <p:spPr>
          <a:xfrm>
            <a:off x="-2" y="6400800"/>
            <a:ext cx="12192005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34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Title Text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1" cy="1362078"/>
          </a:xfrm>
          <a:prstGeom prst="rect">
            <a:avLst/>
          </a:prstGeom>
        </p:spPr>
        <p:txBody>
          <a:bodyPr anchor="t"/>
          <a:lstStyle>
            <a:lvl1pPr algn="l">
              <a:defRPr sz="4000" cap="all"/>
            </a:lvl1pPr>
          </a:lstStyle>
          <a:p>
            <a:r>
              <a:t>Title Text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63084" y="2906713"/>
            <a:ext cx="10363201" cy="150019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695325" indent="-238125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2pPr>
            <a:lvl3pPr marL="1104900" indent="-190500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3pPr>
            <a:lvl4pPr marL="1600199" indent="-228599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4pPr>
            <a:lvl5pPr marL="2057399" indent="-228599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28023" y="6540821"/>
            <a:ext cx="263978" cy="26923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chool of Computer Science &amp; Engineering (SCSE)"/>
          <p:cNvSpPr txBox="1"/>
          <p:nvPr/>
        </p:nvSpPr>
        <p:spPr>
          <a:xfrm>
            <a:off x="0" y="6457950"/>
            <a:ext cx="12192000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/>
            </a:lvl1pPr>
          </a:lstStyle>
          <a:p>
            <a:r>
              <a:t>School of Computer Science &amp; Engineering (SCSE)</a:t>
            </a:r>
          </a:p>
        </p:txBody>
      </p:sp>
      <p:sp>
        <p:nvSpPr>
          <p:cNvPr id="145" name="Line"/>
          <p:cNvSpPr/>
          <p:nvPr/>
        </p:nvSpPr>
        <p:spPr>
          <a:xfrm>
            <a:off x="-2" y="6400800"/>
            <a:ext cx="12192005" cy="0"/>
          </a:xfrm>
          <a:prstGeom prst="line">
            <a:avLst/>
          </a:prstGeom>
          <a:ln w="88900">
            <a:solidFill>
              <a:srgbClr val="FF9601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xfrm>
            <a:off x="1154954" y="1447800"/>
            <a:ext cx="8825660" cy="3329581"/>
          </a:xfrm>
          <a:prstGeom prst="rect">
            <a:avLst/>
          </a:prstGeom>
        </p:spPr>
        <p:txBody>
          <a:bodyPr anchor="b"/>
          <a:lstStyle>
            <a:lvl1pPr>
              <a:defRPr sz="7200"/>
            </a:lvl1pPr>
          </a:lstStyle>
          <a:p>
            <a:r>
              <a:t>Title Text</a:t>
            </a:r>
          </a:p>
        </p:txBody>
      </p:sp>
      <p:sp>
        <p:nvSpPr>
          <p:cNvPr id="14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54954" y="4777380"/>
            <a:ext cx="8825660" cy="86142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cap="all">
                <a:solidFill>
                  <a:srgbClr val="F8F7F3"/>
                </a:solidFill>
              </a:defRPr>
            </a:lvl1pPr>
            <a:lvl2pPr marL="790575" indent="-333375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2pPr>
            <a:lvl3pPr marL="1181100" indent="-266700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3pPr>
            <a:lvl4pPr marL="1691638" indent="-320038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4pPr>
            <a:lvl5pPr marL="2148838" indent="-320038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148" name="lpu logo.png" descr="lpu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42900" y="136405"/>
            <a:ext cx="2178289" cy="1089145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chool of Computer Science &amp; Engineering (SCSE)"/>
          <p:cNvSpPr txBox="1"/>
          <p:nvPr/>
        </p:nvSpPr>
        <p:spPr>
          <a:xfrm>
            <a:off x="0" y="6457950"/>
            <a:ext cx="12192000" cy="340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/>
            </a:lvl1pPr>
          </a:lstStyle>
          <a:p>
            <a:r>
              <a:t>School of Computer Science &amp; Engineering (SCSE)</a:t>
            </a:r>
          </a:p>
        </p:txBody>
      </p:sp>
      <p:sp>
        <p:nvSpPr>
          <p:cNvPr id="157" name="Line"/>
          <p:cNvSpPr/>
          <p:nvPr/>
        </p:nvSpPr>
        <p:spPr>
          <a:xfrm>
            <a:off x="-3" y="6400800"/>
            <a:ext cx="12192007" cy="0"/>
          </a:xfrm>
          <a:prstGeom prst="line">
            <a:avLst/>
          </a:prstGeom>
          <a:ln w="88900">
            <a:solidFill>
              <a:srgbClr val="FF9601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158" name="Title Text"/>
          <p:cNvSpPr txBox="1">
            <a:spLocks noGrp="1"/>
          </p:cNvSpPr>
          <p:nvPr>
            <p:ph type="title"/>
          </p:nvPr>
        </p:nvSpPr>
        <p:spPr>
          <a:xfrm>
            <a:off x="1154954" y="1447800"/>
            <a:ext cx="8825660" cy="3329581"/>
          </a:xfrm>
          <a:prstGeom prst="rect">
            <a:avLst/>
          </a:prstGeom>
        </p:spPr>
        <p:txBody>
          <a:bodyPr anchor="b"/>
          <a:lstStyle>
            <a:lvl1pPr>
              <a:defRPr sz="7200" b="0">
                <a:latin typeface="Cambria Bold"/>
                <a:ea typeface="Cambria Bold"/>
                <a:cs typeface="Cambria Bold"/>
                <a:sym typeface="Cambria Bold"/>
              </a:defRPr>
            </a:lvl1pPr>
          </a:lstStyle>
          <a:p>
            <a:r>
              <a:t>Title Text</a:t>
            </a:r>
          </a:p>
        </p:txBody>
      </p:sp>
      <p:sp>
        <p:nvSpPr>
          <p:cNvPr id="15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54954" y="4777380"/>
            <a:ext cx="8825660" cy="86142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cap="all">
                <a:solidFill>
                  <a:srgbClr val="F8F7F3"/>
                </a:solidFill>
              </a:defRPr>
            </a:lvl1pPr>
            <a:lvl2pPr marL="790575" indent="-333375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2pPr>
            <a:lvl3pPr marL="1181100" indent="-266700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3pPr>
            <a:lvl4pPr marL="1691638" indent="-320038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4pPr>
            <a:lvl5pPr marL="2148838" indent="-320038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160" name="lpu logo.png" descr="lpu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42900" y="136404"/>
            <a:ext cx="2178289" cy="1089146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78981" y="6232199"/>
            <a:ext cx="258621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versity Institute of Engineering (UIE)"/>
          <p:cNvSpPr txBox="1"/>
          <p:nvPr/>
        </p:nvSpPr>
        <p:spPr>
          <a:xfrm>
            <a:off x="0" y="6457950"/>
            <a:ext cx="12192000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/>
            </a:lvl1pPr>
          </a:lstStyle>
          <a:p>
            <a:r>
              <a:t>University Institute of Engineering (UIE)</a:t>
            </a:r>
          </a:p>
        </p:txBody>
      </p:sp>
      <p:sp>
        <p:nvSpPr>
          <p:cNvPr id="3" name="Line"/>
          <p:cNvSpPr/>
          <p:nvPr/>
        </p:nvSpPr>
        <p:spPr>
          <a:xfrm>
            <a:off x="-2" y="6400800"/>
            <a:ext cx="12192005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4" name="https://encrypted-tbn3.gstatic.com/images?q=tbn:ANd9GcTyg3Gq4WoxkxO75aZWNEjYFvavmMfWdiMvs57jpDF8YRR3yCybqQ" descr="https://encrypted-tbn3.gstatic.com/images?q=tbn:ANd9GcTyg3Gq4WoxkxO75aZWNEjYFvavmMfWdiMvs57jpDF8YRR3yCybqQ">
            <a:hlinkClick r:id="rId16"/>
          </p:cNvPr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Department of Computer Science and Engineering (CSE)"/>
          <p:cNvSpPr/>
          <p:nvPr/>
        </p:nvSpPr>
        <p:spPr>
          <a:xfrm>
            <a:off x="3740151" y="87312"/>
            <a:ext cx="8451851" cy="408937"/>
          </a:xfrm>
          <a:prstGeom prst="rect">
            <a:avLst/>
          </a:prstGeom>
          <a:ln w="50800">
            <a:solidFill>
              <a:srgbClr val="C00000"/>
            </a:solidFill>
            <a:miter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/>
          </a:lstStyle>
          <a:p>
            <a:r>
              <a:t>Department of Computer Science and Engineering (CSE)</a:t>
            </a:r>
          </a:p>
        </p:txBody>
      </p:sp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1320800" y="1066800"/>
            <a:ext cx="10566400" cy="6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1219200" y="1752600"/>
            <a:ext cx="10668000" cy="4495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73622" y="6221732"/>
            <a:ext cx="263979" cy="2692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1pPr>
      <a:lvl2pPr marL="800100" marR="0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2pPr>
      <a:lvl3pPr marL="1188719" marR="0" indent="-274319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3pPr>
      <a:lvl4pPr marL="1676400" marR="0" indent="-3048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4pPr>
      <a:lvl5pPr marL="2133600" marR="0" indent="-3048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»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5pPr>
      <a:lvl6pPr marL="2560318" marR="0" indent="-27431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6pPr>
      <a:lvl7pPr marL="3017518" marR="0" indent="-27431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7pPr>
      <a:lvl8pPr marL="3474720" marR="0" indent="-274318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8pPr>
      <a:lvl9pPr marL="3931920" marR="0" indent="-2743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hadoop.apache.org/releases.html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Unit 1-Introduction To Hadoop…"/>
          <p:cNvSpPr txBox="1">
            <a:spLocks noGrp="1"/>
          </p:cNvSpPr>
          <p:nvPr>
            <p:ph type="title"/>
          </p:nvPr>
        </p:nvSpPr>
        <p:spPr>
          <a:xfrm>
            <a:off x="1300765" y="1601300"/>
            <a:ext cx="10354617" cy="4112451"/>
          </a:xfrm>
          <a:prstGeom prst="rect">
            <a:avLst/>
          </a:prstGeom>
        </p:spPr>
        <p:txBody>
          <a:bodyPr/>
          <a:lstStyle/>
          <a:p>
            <a:pPr defTabSz="521208">
              <a:defRPr sz="4560" b="1">
                <a:solidFill>
                  <a:srgbClr val="94175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INT-312 Big Data Fundamentals</a:t>
            </a:r>
          </a:p>
          <a:p>
            <a:pPr defTabSz="521208">
              <a:defRPr sz="3800" b="1">
                <a:solidFill>
                  <a:srgbClr val="531B9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Unit 1-Installation of Hadoop</a:t>
            </a:r>
          </a:p>
          <a:p>
            <a:pPr algn="r" defTabSz="521208">
              <a:defRPr sz="2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r" defTabSz="521208">
              <a:defRPr sz="285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r" defTabSz="521208">
              <a:defRPr sz="228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  <p:pic>
        <p:nvPicPr>
          <p:cNvPr id="171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41199" y="-61724"/>
            <a:ext cx="2178290" cy="6129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CONTENTS…"/>
          <p:cNvSpPr txBox="1">
            <a:spLocks noGrp="1"/>
          </p:cNvSpPr>
          <p:nvPr>
            <p:ph type="title"/>
          </p:nvPr>
        </p:nvSpPr>
        <p:spPr>
          <a:xfrm>
            <a:off x="1626449" y="494078"/>
            <a:ext cx="8520213" cy="5148999"/>
          </a:xfrm>
          <a:prstGeom prst="rect">
            <a:avLst/>
          </a:prstGeom>
        </p:spPr>
        <p:txBody>
          <a:bodyPr/>
          <a:lstStyle/>
          <a:p>
            <a:pPr algn="l" defTabSz="351129">
              <a:defRPr sz="4320" u="sng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CONTENTS</a:t>
            </a:r>
          </a:p>
          <a:p>
            <a:pPr algn="l" defTabSz="351129">
              <a:defRPr sz="4320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192504" indent="-192504" algn="l" defTabSz="351129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Installation of Hadoop on Ubuntu</a:t>
            </a:r>
          </a:p>
          <a:p>
            <a:pPr marL="192504" indent="-192504" algn="l" defTabSz="351129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192504" indent="-192504" algn="l" defTabSz="351129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192504" indent="-192504" algn="l" defTabSz="351129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192504" indent="-192504" algn="l" defTabSz="351129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192504" indent="-192504" algn="l" defTabSz="351129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192504" indent="-192504" algn="l" defTabSz="351129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192504" indent="-192504" algn="l" defTabSz="351129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192504" indent="-192504" algn="l" defTabSz="351129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192504" indent="-192504" algn="l" defTabSz="351129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pic>
        <p:nvPicPr>
          <p:cNvPr id="174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41198" y="-61725"/>
            <a:ext cx="2178291" cy="6129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ircl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tep 1:…"/>
          <p:cNvSpPr txBox="1">
            <a:spLocks noGrp="1"/>
          </p:cNvSpPr>
          <p:nvPr>
            <p:ph type="body" idx="1"/>
          </p:nvPr>
        </p:nvSpPr>
        <p:spPr>
          <a:xfrm>
            <a:off x="1714651" y="1278140"/>
            <a:ext cx="9346898" cy="5065510"/>
          </a:xfrm>
          <a:prstGeom prst="rect">
            <a:avLst/>
          </a:prstGeom>
        </p:spPr>
        <p:txBody>
          <a:bodyPr/>
          <a:lstStyle/>
          <a:p>
            <a:pPr defTabSz="196596">
              <a:defRPr sz="1849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Step 1: </a:t>
            </a:r>
          </a:p>
          <a:p>
            <a:pPr defTabSz="196596">
              <a:defRPr sz="1849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Installing Java</a:t>
            </a:r>
          </a:p>
          <a:p>
            <a:pPr defTabSz="196596">
              <a:defRPr sz="1849" cap="none">
                <a:solidFill>
                  <a:srgbClr val="5E4D2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196596">
              <a:spcBef>
                <a:spcPts val="900"/>
              </a:spcBef>
              <a:defRPr sz="1849" cap="non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sudo apt-get install openjdk-8-jre-headless</a:t>
            </a:r>
          </a:p>
          <a:p>
            <a:pPr defTabSz="196596">
              <a:spcBef>
                <a:spcPts val="900"/>
              </a:spcBef>
              <a:defRPr sz="1849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196596">
              <a:defRPr sz="1849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Step 2:</a:t>
            </a:r>
          </a:p>
          <a:p>
            <a:pPr defTabSz="196596">
              <a:defRPr sz="1849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Download Hadoop- </a:t>
            </a:r>
            <a:r>
              <a:rPr u="sng">
                <a:solidFill>
                  <a:srgbClr val="383838"/>
                </a:solidFill>
                <a:hlinkClick r:id="rId2"/>
              </a:rPr>
              <a:t>https://hadoop.apache.org/releases.html</a:t>
            </a:r>
          </a:p>
          <a:p>
            <a:pPr defTabSz="196596">
              <a:spcBef>
                <a:spcPts val="900"/>
              </a:spcBef>
              <a:defRPr sz="1849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u="sng">
              <a:solidFill>
                <a:srgbClr val="383838"/>
              </a:solidFill>
              <a:hlinkClick r:id="rId2"/>
            </a:endParaRPr>
          </a:p>
          <a:p>
            <a:pPr defTabSz="196596">
              <a:defRPr sz="1849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Step 3:</a:t>
            </a:r>
          </a:p>
          <a:p>
            <a:pPr defTabSz="196596">
              <a:defRPr sz="1849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Configuring Hadoop’s Java Home</a:t>
            </a:r>
          </a:p>
          <a:p>
            <a:pPr marL="185386" indent="-185386" defTabSz="196596">
              <a:spcBef>
                <a:spcPts val="900"/>
              </a:spcBef>
              <a:buSzPct val="100000"/>
              <a:buChar char="•"/>
              <a:defRPr sz="1849" cap="non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Verify JAVA availability with java -version </a:t>
            </a:r>
          </a:p>
          <a:p>
            <a:pPr marL="185386" indent="-185386" defTabSz="196596">
              <a:spcBef>
                <a:spcPts val="900"/>
              </a:spcBef>
              <a:buSzPct val="100000"/>
              <a:buChar char="•"/>
              <a:defRPr sz="1849" cap="non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Check its presence in /usr/lib/jvm/</a:t>
            </a:r>
          </a:p>
          <a:p>
            <a:pPr defTabSz="196596">
              <a:spcBef>
                <a:spcPts val="900"/>
              </a:spcBef>
              <a:defRPr sz="1849" cap="non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177" name="Installing Hadoop on Ubuntu in UTM"/>
          <p:cNvSpPr txBox="1"/>
          <p:nvPr/>
        </p:nvSpPr>
        <p:spPr>
          <a:xfrm>
            <a:off x="1607007" y="235456"/>
            <a:ext cx="8765427" cy="1263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000" b="1">
                <a:solidFill>
                  <a:srgbClr val="CA1B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Installing Hadoop on Ubuntu in UTM </a:t>
            </a:r>
          </a:p>
        </p:txBody>
      </p:sp>
      <p:pic>
        <p:nvPicPr>
          <p:cNvPr id="178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041198" y="-61725"/>
            <a:ext cx="2178291" cy="6129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ircl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tep 4:…"/>
          <p:cNvSpPr txBox="1">
            <a:spLocks noGrp="1"/>
          </p:cNvSpPr>
          <p:nvPr>
            <p:ph type="body" idx="1"/>
          </p:nvPr>
        </p:nvSpPr>
        <p:spPr>
          <a:xfrm>
            <a:off x="1713287" y="1258195"/>
            <a:ext cx="9346898" cy="5065510"/>
          </a:xfrm>
          <a:prstGeom prst="rect">
            <a:avLst/>
          </a:prstGeom>
        </p:spPr>
        <p:txBody>
          <a:bodyPr/>
          <a:lstStyle/>
          <a:p>
            <a:pPr defTabSz="457200">
              <a:spcBef>
                <a:spcPts val="1400"/>
              </a:spcBef>
              <a:defRPr sz="2000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Step 4:</a:t>
            </a:r>
          </a:p>
          <a:p>
            <a:pPr defTabSz="457200">
              <a:spcBef>
                <a:spcPts val="1400"/>
              </a:spcBef>
              <a:defRPr sz="2000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Installing SSH</a:t>
            </a:r>
          </a:p>
          <a:p>
            <a:pPr defTabSz="457200">
              <a:spcBef>
                <a:spcPts val="2100"/>
              </a:spcBef>
              <a:defRPr sz="2000" cap="non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sudo apt-get install ssh</a:t>
            </a:r>
          </a:p>
          <a:p>
            <a:pPr defTabSz="457200">
              <a:spcBef>
                <a:spcPts val="1400"/>
              </a:spcBef>
              <a:defRPr sz="2000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Step 5:</a:t>
            </a:r>
          </a:p>
          <a:p>
            <a:pPr defTabSz="457200">
              <a:spcBef>
                <a:spcPts val="1400"/>
              </a:spcBef>
              <a:defRPr sz="2000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Create and Setup SSH Certificates</a:t>
            </a:r>
          </a:p>
        </p:txBody>
      </p:sp>
      <p:pic>
        <p:nvPicPr>
          <p:cNvPr id="181" name="Screenshot 2024-08-22 at 8.18.00 PM.png" descr="Screenshot 2024-08-22 at 8.18.00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58181" y="3673125"/>
            <a:ext cx="6923553" cy="265058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041198" y="-61725"/>
            <a:ext cx="2178291" cy="61294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Installing Hadoop on Ubuntu in UTM"/>
          <p:cNvSpPr txBox="1"/>
          <p:nvPr/>
        </p:nvSpPr>
        <p:spPr>
          <a:xfrm>
            <a:off x="1607007" y="235456"/>
            <a:ext cx="8765427" cy="1263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000" b="1">
                <a:solidFill>
                  <a:srgbClr val="CA1B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Installing Hadoop on Ubuntu in UTM 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tep 6:…"/>
          <p:cNvSpPr txBox="1">
            <a:spLocks noGrp="1"/>
          </p:cNvSpPr>
          <p:nvPr>
            <p:ph type="body" idx="1"/>
          </p:nvPr>
        </p:nvSpPr>
        <p:spPr>
          <a:xfrm>
            <a:off x="1713287" y="1258195"/>
            <a:ext cx="9346898" cy="5065510"/>
          </a:xfrm>
          <a:prstGeom prst="rect">
            <a:avLst/>
          </a:prstGeom>
        </p:spPr>
        <p:txBody>
          <a:bodyPr/>
          <a:lstStyle/>
          <a:p>
            <a:pPr defTabSz="457200">
              <a:spcBef>
                <a:spcPts val="1400"/>
              </a:spcBef>
              <a:defRPr sz="2000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Step 6:</a:t>
            </a:r>
          </a:p>
          <a:p>
            <a:pPr defTabSz="457200">
              <a:spcBef>
                <a:spcPts val="1400"/>
              </a:spcBef>
              <a:defRPr sz="2000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Setup Configuration Files</a:t>
            </a:r>
          </a:p>
          <a:p>
            <a:pPr defTabSz="457200">
              <a:spcBef>
                <a:spcPts val="1400"/>
              </a:spcBef>
              <a:defRPr sz="2000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2100"/>
              </a:spcBef>
              <a:defRPr sz="2000" b="1" cap="non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~/.bashrc</a:t>
            </a:r>
          </a:p>
          <a:p>
            <a:pPr defTabSz="457200">
              <a:spcBef>
                <a:spcPts val="2100"/>
              </a:spcBef>
              <a:defRPr sz="2000" b="1" cap="non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hadoop-env.sh</a:t>
            </a:r>
          </a:p>
          <a:p>
            <a:pPr defTabSz="457200">
              <a:spcBef>
                <a:spcPts val="2100"/>
              </a:spcBef>
              <a:defRPr sz="2000" b="1" cap="non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core-site.xml</a:t>
            </a:r>
          </a:p>
          <a:p>
            <a:pPr defTabSz="457200">
              <a:spcBef>
                <a:spcPts val="2100"/>
              </a:spcBef>
              <a:defRPr sz="2000" b="1" cap="non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mapred-site.xml</a:t>
            </a:r>
          </a:p>
          <a:p>
            <a:pPr defTabSz="457200">
              <a:spcBef>
                <a:spcPts val="2100"/>
              </a:spcBef>
              <a:defRPr sz="2000" b="1" cap="non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hdfs-site.xml</a:t>
            </a:r>
          </a:p>
        </p:txBody>
      </p:sp>
      <p:pic>
        <p:nvPicPr>
          <p:cNvPr id="186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41198" y="-61725"/>
            <a:ext cx="2178291" cy="612942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Installing Hadoop on Ubuntu in UTM"/>
          <p:cNvSpPr txBox="1"/>
          <p:nvPr/>
        </p:nvSpPr>
        <p:spPr>
          <a:xfrm>
            <a:off x="1607007" y="235456"/>
            <a:ext cx="8765427" cy="1263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000" b="1">
                <a:solidFill>
                  <a:srgbClr val="CA1B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Installing Hadoop on Ubuntu in UTM 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tep 7:…"/>
          <p:cNvSpPr txBox="1">
            <a:spLocks noGrp="1"/>
          </p:cNvSpPr>
          <p:nvPr>
            <p:ph type="body" idx="1"/>
          </p:nvPr>
        </p:nvSpPr>
        <p:spPr>
          <a:xfrm>
            <a:off x="1713287" y="1258195"/>
            <a:ext cx="9346898" cy="5065510"/>
          </a:xfrm>
          <a:prstGeom prst="rect">
            <a:avLst/>
          </a:prstGeom>
        </p:spPr>
        <p:txBody>
          <a:bodyPr/>
          <a:lstStyle/>
          <a:p>
            <a:pPr defTabSz="457200">
              <a:spcBef>
                <a:spcPts val="1400"/>
              </a:spcBef>
              <a:defRPr sz="2000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Step 7:</a:t>
            </a:r>
          </a:p>
          <a:p>
            <a:pPr defTabSz="457200">
              <a:spcBef>
                <a:spcPts val="1400"/>
              </a:spcBef>
              <a:defRPr sz="2000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Configuring bashrc-commands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export JAVA_HOME=/usr/lib/jvm/java-8-openjdk-arm64</a:t>
            </a:r>
            <a:br/>
            <a:r>
              <a:t>export HADOOP_INSTALL=/home/ubuntu/hadoop-3.1.4</a:t>
            </a:r>
            <a:br/>
            <a:r>
              <a:t>export PATH=$PATH:$HADOOP_INSTALL/bin</a:t>
            </a:r>
            <a:br/>
            <a:r>
              <a:t>export PATH=$PATH:$HADOOP_INSTALL/sbin</a:t>
            </a:r>
            <a:br/>
            <a:r>
              <a:t>export HADOOP_MAPRED_HOME=$HADOOP_INSTALL</a:t>
            </a:r>
            <a:br/>
            <a:r>
              <a:t>export HADOOP_COMMON_HOME=$HADOOP_INSTALL</a:t>
            </a:r>
            <a:br/>
            <a:r>
              <a:t>export HADOOP_HDFS_HOME=$HADOOP_INSTALL</a:t>
            </a:r>
            <a:br/>
            <a:r>
              <a:t>export YARN_HOME=$HADOOP_INSTALL</a:t>
            </a:r>
            <a:br/>
            <a:r>
              <a:t>export HADOOP_COMMON_LIB_NATIVE_DIR=$HADOOP_INSTALL/lib/native</a:t>
            </a:r>
            <a:br/>
            <a:r>
              <a:t>export HADOOP_OPTS=”-Djava.library.path=$HADOOP_INSTALL/lib”</a:t>
            </a:r>
          </a:p>
        </p:txBody>
      </p:sp>
      <p:pic>
        <p:nvPicPr>
          <p:cNvPr id="190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41198" y="-61725"/>
            <a:ext cx="2178291" cy="612942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Installing Hadoop on Ubuntu in UTM"/>
          <p:cNvSpPr txBox="1"/>
          <p:nvPr/>
        </p:nvSpPr>
        <p:spPr>
          <a:xfrm>
            <a:off x="1607007" y="235456"/>
            <a:ext cx="8765427" cy="1263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000" b="1">
                <a:solidFill>
                  <a:srgbClr val="CA1B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Installing Hadoop on Ubuntu in UTM 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tep 8:…"/>
          <p:cNvSpPr txBox="1">
            <a:spLocks noGrp="1"/>
          </p:cNvSpPr>
          <p:nvPr>
            <p:ph type="body" idx="1"/>
          </p:nvPr>
        </p:nvSpPr>
        <p:spPr>
          <a:xfrm>
            <a:off x="1713287" y="1258195"/>
            <a:ext cx="9346898" cy="5065510"/>
          </a:xfrm>
          <a:prstGeom prst="rect">
            <a:avLst/>
          </a:prstGeom>
        </p:spPr>
        <p:txBody>
          <a:bodyPr/>
          <a:lstStyle/>
          <a:p>
            <a:pPr defTabSz="457200">
              <a:spcBef>
                <a:spcPts val="1400"/>
              </a:spcBef>
              <a:defRPr sz="2000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Step 8:</a:t>
            </a:r>
          </a:p>
          <a:p>
            <a:pPr defTabSz="457200">
              <a:spcBef>
                <a:spcPts val="1400"/>
              </a:spcBef>
              <a:defRPr sz="2000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Configuring hadoop-env.sh</a:t>
            </a:r>
          </a:p>
          <a:p>
            <a:pPr defTabSz="457200">
              <a:spcBef>
                <a:spcPts val="1400"/>
              </a:spcBef>
              <a:defRPr sz="2000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2100"/>
              </a:spcBef>
              <a:defRPr sz="1600" b="1" cap="non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export JAVA_HOME=/usr/lib/jvm/java-8-openjdk-arm64</a:t>
            </a:r>
          </a:p>
        </p:txBody>
      </p:sp>
      <p:pic>
        <p:nvPicPr>
          <p:cNvPr id="194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41198" y="-61725"/>
            <a:ext cx="2178291" cy="612942"/>
          </a:xfrm>
          <a:prstGeom prst="rect">
            <a:avLst/>
          </a:prstGeom>
          <a:ln w="12700">
            <a:miter lim="400000"/>
          </a:ln>
        </p:spPr>
      </p:pic>
      <p:sp>
        <p:nvSpPr>
          <p:cNvPr id="195" name="Installing Hadoop on Ubuntu in UTM"/>
          <p:cNvSpPr txBox="1"/>
          <p:nvPr/>
        </p:nvSpPr>
        <p:spPr>
          <a:xfrm>
            <a:off x="1607007" y="235456"/>
            <a:ext cx="8765427" cy="1263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000" b="1">
                <a:solidFill>
                  <a:srgbClr val="CA1B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Installing Hadoop on Ubuntu in UTM 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tep 9:…"/>
          <p:cNvSpPr txBox="1">
            <a:spLocks noGrp="1"/>
          </p:cNvSpPr>
          <p:nvPr>
            <p:ph type="body" idx="1"/>
          </p:nvPr>
        </p:nvSpPr>
        <p:spPr>
          <a:xfrm>
            <a:off x="1713287" y="991818"/>
            <a:ext cx="9346898" cy="5255513"/>
          </a:xfrm>
          <a:prstGeom prst="rect">
            <a:avLst/>
          </a:prstGeom>
        </p:spPr>
        <p:txBody>
          <a:bodyPr/>
          <a:lstStyle/>
          <a:p>
            <a:pPr defTabSz="457200">
              <a:spcBef>
                <a:spcPts val="1400"/>
              </a:spcBef>
              <a:defRPr sz="2000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Step 9:</a:t>
            </a:r>
          </a:p>
          <a:p>
            <a:pPr defTabSz="457200">
              <a:spcBef>
                <a:spcPts val="1400"/>
              </a:spcBef>
              <a:defRPr sz="2000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Configuring core-site.xml</a:t>
            </a:r>
          </a:p>
          <a:p>
            <a:pPr defTabSz="457200">
              <a:spcBef>
                <a:spcPts val="2100"/>
              </a:spcBef>
              <a:defRPr sz="1900" b="1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Add the following code within configuration tags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&lt;property&gt;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&lt;name&gt;hadoop.tmp.dir&lt;/name&gt;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&lt;value&gt;/home/ubuntu/hadoop-3.1.4/tmp&lt;/value&gt;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&lt;description&gt;A base for other temporary directories.&lt;/description&gt;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&lt;/property&gt;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&lt;property&gt;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&lt;name&gt;fs.default.name&lt;/name&gt;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&lt;value&gt;hdfs://localhost:54310&lt;/value&gt;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&lt;description&gt;The name of the default file system. A URI whose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scheme and authority determine the FileSystem implementation. The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uri's scheme determines the config property (fs.SCHEME.impl) naming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the FileSystem implementation class. The uri's authority is used to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determine the host, port, etc. for a filesystem.&lt;/description&gt;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&lt;/property&gt;</a:t>
            </a:r>
          </a:p>
        </p:txBody>
      </p:sp>
      <p:pic>
        <p:nvPicPr>
          <p:cNvPr id="198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41198" y="-61725"/>
            <a:ext cx="2178291" cy="612942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Installing Hadoop on Ubuntu in UTM"/>
          <p:cNvSpPr txBox="1"/>
          <p:nvPr/>
        </p:nvSpPr>
        <p:spPr>
          <a:xfrm>
            <a:off x="1607007" y="235456"/>
            <a:ext cx="8765427" cy="1263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000" b="1">
                <a:solidFill>
                  <a:srgbClr val="CA1B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Installing Hadoop on Ubuntu in UTM 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tep 10:…"/>
          <p:cNvSpPr txBox="1">
            <a:spLocks noGrp="1"/>
          </p:cNvSpPr>
          <p:nvPr>
            <p:ph type="body" idx="1"/>
          </p:nvPr>
        </p:nvSpPr>
        <p:spPr>
          <a:xfrm>
            <a:off x="1725987" y="1207718"/>
            <a:ext cx="9346898" cy="5255513"/>
          </a:xfrm>
          <a:prstGeom prst="rect">
            <a:avLst/>
          </a:prstGeom>
        </p:spPr>
        <p:txBody>
          <a:bodyPr/>
          <a:lstStyle/>
          <a:p>
            <a:pPr defTabSz="457200">
              <a:spcBef>
                <a:spcPts val="1400"/>
              </a:spcBef>
              <a:defRPr sz="2000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Step 10:</a:t>
            </a:r>
          </a:p>
          <a:p>
            <a:pPr defTabSz="457200">
              <a:spcBef>
                <a:spcPts val="1400"/>
              </a:spcBef>
              <a:defRPr sz="2000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Configuring mapred-site.xml</a:t>
            </a:r>
          </a:p>
          <a:p>
            <a:pPr defTabSz="457200">
              <a:spcBef>
                <a:spcPts val="2100"/>
              </a:spcBef>
              <a:defRPr sz="1900" b="1" cap="none">
                <a:solidFill>
                  <a:srgbClr val="38383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Add the following code with configuration tags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&lt;property&gt;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&lt;name&gt;mapred.job.tracker&lt;/name&gt;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&lt;value&gt;localhost:54311&lt;/value&gt;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&lt;description&gt;The host and port that the MapReduce job tracker runs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at. If "local", then jobs are run in-process as a single map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and reduce task.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&lt;/description&gt;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&lt;/property&gt;</a:t>
            </a:r>
          </a:p>
        </p:txBody>
      </p:sp>
      <p:pic>
        <p:nvPicPr>
          <p:cNvPr id="202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41198" y="-61725"/>
            <a:ext cx="2178291" cy="612942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Installing Hadoop on Ubuntu in UTM"/>
          <p:cNvSpPr txBox="1"/>
          <p:nvPr/>
        </p:nvSpPr>
        <p:spPr>
          <a:xfrm>
            <a:off x="1607007" y="235456"/>
            <a:ext cx="8765427" cy="1263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000" b="1">
                <a:solidFill>
                  <a:srgbClr val="CA1B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Installing Hadoop on Ubuntu in UTM 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tep 11:…"/>
          <p:cNvSpPr txBox="1">
            <a:spLocks noGrp="1"/>
          </p:cNvSpPr>
          <p:nvPr>
            <p:ph type="body" idx="1"/>
          </p:nvPr>
        </p:nvSpPr>
        <p:spPr>
          <a:xfrm>
            <a:off x="1764087" y="1245818"/>
            <a:ext cx="9346898" cy="5191864"/>
          </a:xfrm>
          <a:prstGeom prst="rect">
            <a:avLst/>
          </a:prstGeom>
        </p:spPr>
        <p:txBody>
          <a:bodyPr/>
          <a:lstStyle/>
          <a:p>
            <a:pPr defTabSz="457200">
              <a:spcBef>
                <a:spcPts val="1400"/>
              </a:spcBef>
              <a:defRPr sz="2000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Step 11:</a:t>
            </a:r>
          </a:p>
          <a:p>
            <a:pPr defTabSz="457200">
              <a:spcBef>
                <a:spcPts val="1400"/>
              </a:spcBef>
              <a:defRPr sz="2000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Configuring hdfs-site.xml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&lt;property&gt;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&lt;name&gt;dfs.replication&lt;/name&gt;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&lt;value&gt;1&lt;/value&gt;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&lt;/property&gt;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&lt;property&gt;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&lt;name&gt;dfs.namenode.name.dir&lt;/name&gt;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&lt;value&gt;file:/usr/local/hadoop_store/hdfs/namenode&lt;/value&gt;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&lt;/property&gt;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&lt;property&gt;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&lt;name&gt;dfs.datanode.data.dir&lt;/name&gt;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&lt;value&gt;file:/usr/local/hadoop_store/hdfs/datanode&lt;/value&gt;</a:t>
            </a:r>
          </a:p>
          <a:p>
            <a:pPr>
              <a:spcBef>
                <a:spcPts val="300"/>
              </a:spcBef>
              <a:defRPr sz="1400" cap="none">
                <a:solidFill>
                  <a:srgbClr val="000000"/>
                </a:solidFill>
              </a:defRPr>
            </a:pPr>
            <a:r>
              <a:t>&lt;/property&gt;</a:t>
            </a:r>
          </a:p>
        </p:txBody>
      </p:sp>
      <p:pic>
        <p:nvPicPr>
          <p:cNvPr id="206" name="Screenshot 2024-08-22 at 8.15.53 PM.png" descr="Screenshot 2024-08-22 at 8.15.53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35600" y="1354392"/>
            <a:ext cx="5299027" cy="2087308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041198" y="-61725"/>
            <a:ext cx="2178291" cy="612942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Installing Hadoop on Ubuntu in UTM"/>
          <p:cNvSpPr txBox="1"/>
          <p:nvPr/>
        </p:nvSpPr>
        <p:spPr>
          <a:xfrm>
            <a:off x="1607007" y="235456"/>
            <a:ext cx="8765427" cy="1263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000" b="1">
                <a:solidFill>
                  <a:srgbClr val="CA1B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Installing Hadoop on Ubuntu in UTM 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tep 12:…"/>
          <p:cNvSpPr txBox="1">
            <a:spLocks noGrp="1"/>
          </p:cNvSpPr>
          <p:nvPr>
            <p:ph type="body" idx="1"/>
          </p:nvPr>
        </p:nvSpPr>
        <p:spPr>
          <a:xfrm>
            <a:off x="1689251" y="1216192"/>
            <a:ext cx="9346898" cy="5191864"/>
          </a:xfrm>
          <a:prstGeom prst="rect">
            <a:avLst/>
          </a:prstGeom>
        </p:spPr>
        <p:txBody>
          <a:bodyPr/>
          <a:lstStyle/>
          <a:p>
            <a:pPr defTabSz="342900">
              <a:spcBef>
                <a:spcPts val="1000"/>
              </a:spcBef>
              <a:defRPr sz="1725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Step 12:</a:t>
            </a:r>
          </a:p>
          <a:p>
            <a:pPr defTabSz="342900">
              <a:spcBef>
                <a:spcPts val="1000"/>
              </a:spcBef>
              <a:defRPr sz="1725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Format the New Hadoop Filesystem</a:t>
            </a:r>
          </a:p>
          <a:p>
            <a:pPr defTabSz="342900">
              <a:spcBef>
                <a:spcPts val="1600"/>
              </a:spcBef>
              <a:defRPr sz="1725" b="1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hadoop namenode -format</a:t>
            </a:r>
          </a:p>
          <a:p>
            <a:pPr defTabSz="342900">
              <a:spcBef>
                <a:spcPts val="1600"/>
              </a:spcBef>
              <a:defRPr sz="1725" b="1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342900">
              <a:spcBef>
                <a:spcPts val="1600"/>
              </a:spcBef>
              <a:defRPr sz="1725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Step 13:</a:t>
            </a:r>
          </a:p>
          <a:p>
            <a:pPr defTabSz="342900">
              <a:spcBef>
                <a:spcPts val="1000"/>
              </a:spcBef>
              <a:defRPr sz="1725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Starting daemons of Hadoop</a:t>
            </a:r>
          </a:p>
          <a:p>
            <a:pPr defTabSz="342900">
              <a:spcBef>
                <a:spcPts val="1600"/>
              </a:spcBef>
              <a:defRPr sz="1725" b="1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start-all.sh</a:t>
            </a:r>
          </a:p>
          <a:p>
            <a:pPr defTabSz="342900">
              <a:spcBef>
                <a:spcPts val="1600"/>
              </a:spcBef>
              <a:defRPr sz="1725" b="1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342900">
              <a:spcBef>
                <a:spcPts val="1000"/>
              </a:spcBef>
              <a:defRPr sz="1725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Step 14:</a:t>
            </a:r>
          </a:p>
          <a:p>
            <a:pPr defTabSz="342900">
              <a:spcBef>
                <a:spcPts val="1000"/>
              </a:spcBef>
              <a:defRPr sz="1725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Checking daemons</a:t>
            </a:r>
          </a:p>
          <a:p>
            <a:pPr defTabSz="342900">
              <a:spcBef>
                <a:spcPts val="1600"/>
              </a:spcBef>
              <a:defRPr sz="1725" b="1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jps</a:t>
            </a:r>
          </a:p>
        </p:txBody>
      </p:sp>
      <p:pic>
        <p:nvPicPr>
          <p:cNvPr id="211" name="Screenshot 2024-08-22 at 8.18.37 PM.png" descr="Screenshot 2024-08-22 at 8.18.3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82972" y="912232"/>
            <a:ext cx="3276607" cy="1830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2" name="Screenshot 2024-08-22 at 8.29.06 PM.png" descr="Screenshot 2024-08-22 at 8.29.06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565337" y="2821792"/>
            <a:ext cx="3311877" cy="163672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3" name="Screenshot 2024-12-21 at 2.44.32 PM.png" descr="Screenshot 2024-12-21 at 2.44.32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565337" y="4508414"/>
            <a:ext cx="3311877" cy="1899643"/>
          </a:xfrm>
          <a:prstGeom prst="rect">
            <a:avLst/>
          </a:prstGeom>
          <a:ln w="12700">
            <a:miter lim="400000"/>
          </a:ln>
        </p:spPr>
      </p:pic>
      <p:pic>
        <p:nvPicPr>
          <p:cNvPr id="214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041198" y="-61725"/>
            <a:ext cx="2178291" cy="612942"/>
          </a:xfrm>
          <a:prstGeom prst="rect">
            <a:avLst/>
          </a:prstGeom>
          <a:ln w="12700">
            <a:miter lim="400000"/>
          </a:ln>
        </p:spPr>
      </p:pic>
      <p:sp>
        <p:nvSpPr>
          <p:cNvPr id="215" name="Installing Hadoop on Ubuntu in UTM"/>
          <p:cNvSpPr txBox="1"/>
          <p:nvPr/>
        </p:nvSpPr>
        <p:spPr>
          <a:xfrm>
            <a:off x="1607007" y="235456"/>
            <a:ext cx="8765427" cy="1263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000" b="1">
                <a:solidFill>
                  <a:srgbClr val="CA1B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Installing Hadoop on Ubuntu in UTM 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tep 15:…"/>
          <p:cNvSpPr txBox="1">
            <a:spLocks noGrp="1"/>
          </p:cNvSpPr>
          <p:nvPr>
            <p:ph type="body" idx="1"/>
          </p:nvPr>
        </p:nvSpPr>
        <p:spPr>
          <a:xfrm>
            <a:off x="1764087" y="1245818"/>
            <a:ext cx="9346898" cy="5191864"/>
          </a:xfrm>
          <a:prstGeom prst="rect">
            <a:avLst/>
          </a:prstGeom>
        </p:spPr>
        <p:txBody>
          <a:bodyPr/>
          <a:lstStyle/>
          <a:p>
            <a:pPr defTabSz="457200">
              <a:spcBef>
                <a:spcPts val="1400"/>
              </a:spcBef>
              <a:defRPr sz="2000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Step 15:</a:t>
            </a:r>
          </a:p>
          <a:p>
            <a:pPr defTabSz="457200">
              <a:spcBef>
                <a:spcPts val="1400"/>
              </a:spcBef>
              <a:defRPr sz="2000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Create HADOOP HOME</a:t>
            </a:r>
          </a:p>
          <a:p>
            <a:pPr defTabSz="457200">
              <a:spcBef>
                <a:spcPts val="2100"/>
              </a:spcBef>
              <a:defRPr sz="1900" b="1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hadoop fs -mkdir -p /user/ubuntu/</a:t>
            </a:r>
          </a:p>
          <a:p>
            <a:pPr defTabSz="457200">
              <a:spcBef>
                <a:spcPts val="2100"/>
              </a:spcBef>
              <a:defRPr sz="1900" b="1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2100"/>
              </a:spcBef>
              <a:defRPr sz="2000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Step 16:</a:t>
            </a:r>
          </a:p>
          <a:p>
            <a:pPr defTabSz="457200">
              <a:spcBef>
                <a:spcPts val="1400"/>
              </a:spcBef>
              <a:defRPr sz="2000" b="1" cap="none">
                <a:solidFill>
                  <a:schemeClr val="accent2">
                    <a:satOff val="-4966"/>
                    <a:lumOff val="-10549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Checking HDFS Web UI</a:t>
            </a:r>
          </a:p>
          <a:p>
            <a:pPr defTabSz="457200">
              <a:spcBef>
                <a:spcPts val="2100"/>
              </a:spcBef>
              <a:defRPr sz="1900" b="1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localhost:9870</a:t>
            </a:r>
          </a:p>
        </p:txBody>
      </p:sp>
      <p:pic>
        <p:nvPicPr>
          <p:cNvPr id="218" name="Screenshot 2024-08-22 at 8.29.22 PM.png" descr="Screenshot 2024-08-22 at 8.29.22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00935" y="1607117"/>
            <a:ext cx="5003473" cy="1244033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Screenshot 2024-12-21 at 2.47.26 PM.png" descr="Screenshot 2024-12-21 at 2.47.26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18634" y="3222751"/>
            <a:ext cx="5759153" cy="2863598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041198" y="-61725"/>
            <a:ext cx="2178291" cy="612942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Installing Hadoop on Ubuntu in UTM"/>
          <p:cNvSpPr txBox="1"/>
          <p:nvPr/>
        </p:nvSpPr>
        <p:spPr>
          <a:xfrm>
            <a:off x="1607007" y="235456"/>
            <a:ext cx="8765427" cy="1263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000" b="1">
                <a:solidFill>
                  <a:srgbClr val="CA1B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Installing Hadoop on Ubuntu in UTM 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HANK YOU"/>
          <p:cNvSpPr txBox="1"/>
          <p:nvPr/>
        </p:nvSpPr>
        <p:spPr>
          <a:xfrm>
            <a:off x="1805896" y="1796530"/>
            <a:ext cx="9387480" cy="2708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95262" indent="-193674" algn="ctr">
              <a:tabLst>
                <a:tab pos="393700" algn="l"/>
                <a:tab pos="850900" algn="l"/>
                <a:tab pos="1308100" algn="l"/>
                <a:tab pos="1765300" algn="l"/>
                <a:tab pos="2222500" algn="l"/>
                <a:tab pos="2679700" algn="l"/>
                <a:tab pos="3136900" algn="l"/>
                <a:tab pos="3594100" algn="l"/>
                <a:tab pos="4051300" algn="l"/>
                <a:tab pos="4508500" algn="l"/>
                <a:tab pos="4965700" algn="l"/>
                <a:tab pos="5422900" algn="l"/>
                <a:tab pos="5880100" algn="l"/>
                <a:tab pos="6337300" algn="l"/>
                <a:tab pos="6794500" algn="l"/>
                <a:tab pos="7251700" algn="l"/>
                <a:tab pos="7708900" algn="l"/>
                <a:tab pos="8166100" algn="l"/>
                <a:tab pos="8623300" algn="l"/>
                <a:tab pos="9080500" algn="l"/>
                <a:tab pos="9537700" algn="l"/>
              </a:tabLst>
              <a:defRPr sz="6000" b="1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195262" indent="-193674" algn="ctr">
              <a:tabLst>
                <a:tab pos="393700" algn="l"/>
                <a:tab pos="850900" algn="l"/>
                <a:tab pos="1308100" algn="l"/>
                <a:tab pos="1765300" algn="l"/>
                <a:tab pos="2222500" algn="l"/>
                <a:tab pos="2679700" algn="l"/>
                <a:tab pos="3136900" algn="l"/>
                <a:tab pos="3594100" algn="l"/>
                <a:tab pos="4051300" algn="l"/>
                <a:tab pos="4508500" algn="l"/>
                <a:tab pos="4965700" algn="l"/>
                <a:tab pos="5422900" algn="l"/>
                <a:tab pos="5880100" algn="l"/>
                <a:tab pos="6337300" algn="l"/>
                <a:tab pos="6794500" algn="l"/>
                <a:tab pos="7251700" algn="l"/>
                <a:tab pos="7708900" algn="l"/>
                <a:tab pos="8166100" algn="l"/>
                <a:tab pos="8623300" algn="l"/>
                <a:tab pos="9080500" algn="l"/>
                <a:tab pos="9537700" algn="l"/>
              </a:tabLst>
              <a:defRPr sz="6000" b="1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THANK YOU	</a:t>
            </a:r>
          </a:p>
          <a:p>
            <a:pPr marL="195262" indent="-193674" algn="just">
              <a:tabLst>
                <a:tab pos="393700" algn="l"/>
                <a:tab pos="850900" algn="l"/>
                <a:tab pos="1308100" algn="l"/>
                <a:tab pos="1765300" algn="l"/>
                <a:tab pos="2222500" algn="l"/>
                <a:tab pos="2679700" algn="l"/>
                <a:tab pos="3136900" algn="l"/>
                <a:tab pos="3594100" algn="l"/>
                <a:tab pos="4051300" algn="l"/>
                <a:tab pos="4508500" algn="l"/>
                <a:tab pos="4965700" algn="l"/>
                <a:tab pos="5422900" algn="l"/>
                <a:tab pos="5880100" algn="l"/>
                <a:tab pos="6337300" algn="l"/>
                <a:tab pos="6794500" algn="l"/>
                <a:tab pos="7251700" algn="l"/>
                <a:tab pos="7708900" algn="l"/>
                <a:tab pos="8166100" algn="l"/>
                <a:tab pos="8623300" algn="l"/>
                <a:tab pos="9080500" algn="l"/>
                <a:tab pos="9537700" algn="l"/>
              </a:tabLst>
              <a:defRPr sz="2000" b="1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195262" indent="-193674" algn="just">
              <a:tabLst>
                <a:tab pos="393700" algn="l"/>
                <a:tab pos="850900" algn="l"/>
                <a:tab pos="1308100" algn="l"/>
                <a:tab pos="1765300" algn="l"/>
                <a:tab pos="2222500" algn="l"/>
                <a:tab pos="2679700" algn="l"/>
                <a:tab pos="3136900" algn="l"/>
                <a:tab pos="3594100" algn="l"/>
                <a:tab pos="4051300" algn="l"/>
                <a:tab pos="4508500" algn="l"/>
                <a:tab pos="4965700" algn="l"/>
                <a:tab pos="5422900" algn="l"/>
                <a:tab pos="5880100" algn="l"/>
                <a:tab pos="6337300" algn="l"/>
                <a:tab pos="6794500" algn="l"/>
                <a:tab pos="7251700" algn="l"/>
                <a:tab pos="7708900" algn="l"/>
                <a:tab pos="8166100" algn="l"/>
                <a:tab pos="8623300" algn="l"/>
                <a:tab pos="9080500" algn="l"/>
                <a:tab pos="9537700" algn="l"/>
              </a:tabLst>
              <a:defRPr sz="2000" b="1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pic>
        <p:nvPicPr>
          <p:cNvPr id="224" name="Screenshot 2024-12-21 at 12.39.35 PM.png" descr="Screenshot 2024-12-21 at 12.39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41198" y="-61725"/>
            <a:ext cx="2178291" cy="6129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u">
  <a:themeElements>
    <a:clrScheme name="cu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u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c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u">
  <a:themeElements>
    <a:clrScheme name="cu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u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c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</Words>
  <Application>Microsoft Office PowerPoint</Application>
  <PresentationFormat>Widescreen</PresentationFormat>
  <Paragraphs>117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Cambria</vt:lpstr>
      <vt:lpstr>Cambria Bold</vt:lpstr>
      <vt:lpstr>Helvetica</vt:lpstr>
      <vt:lpstr>Times New Roman</vt:lpstr>
      <vt:lpstr>cu</vt:lpstr>
      <vt:lpstr>INT-312 Big Data Fundamentals Unit 1-Installation of Hadoop   </vt:lpstr>
      <vt:lpstr>CONTENTS  Installation of Hadoop on Ubuntu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INT-312 Big Data Fundamentals Unit 1-Installation of Hadoop   </dc:title>
  <cp:lastModifiedBy>hp Win 10</cp:lastModifiedBy>
  <cp:revision>1</cp:revision>
  <dcterms:modified xsi:type="dcterms:W3CDTF">2026-02-28T10:37:50Z</dcterms:modified>
</cp:coreProperties>
</file>